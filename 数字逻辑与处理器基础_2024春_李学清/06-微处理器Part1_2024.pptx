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5.xml" ContentType="application/inkml+xml"/>
  <Override PartName="/ppt/notesSlides/notesSlide20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21.xml" ContentType="application/vnd.openxmlformats-officedocument.presentationml.notesSlide+xml"/>
  <Override PartName="/ppt/ink/ink8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9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10.xml" ContentType="application/inkml+xml"/>
  <Override PartName="/ppt/notesSlides/notesSlide28.xml" ContentType="application/vnd.openxmlformats-officedocument.presentationml.notesSlide+xml"/>
  <Override PartName="/ppt/ink/ink11.xml" ContentType="application/inkml+xml"/>
  <Override PartName="/ppt/notesSlides/notesSlide29.xml" ContentType="application/vnd.openxmlformats-officedocument.presentationml.notesSlide+xml"/>
  <Override PartName="/ppt/ink/ink12.xml" ContentType="application/inkml+xml"/>
  <Override PartName="/ppt/notesSlides/notesSlide30.xml" ContentType="application/vnd.openxmlformats-officedocument.presentationml.notesSlide+xml"/>
  <Override PartName="/ppt/ink/ink13.xml" ContentType="application/inkml+xml"/>
  <Override PartName="/ppt/notesSlides/notesSlide3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ink/ink14.xml" ContentType="application/inkml+xml"/>
  <Override PartName="/ppt/notesSlides/notesSlide32.xml" ContentType="application/vnd.openxmlformats-officedocument.presentationml.notesSlide+xml"/>
  <Override PartName="/ppt/ink/ink15.xml" ContentType="application/inkml+xml"/>
  <Override PartName="/ppt/notesSlides/notesSlide33.xml" ContentType="application/vnd.openxmlformats-officedocument.presentationml.notesSlide+xml"/>
  <Override PartName="/ppt/ink/ink16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17.xml" ContentType="application/inkml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ink/ink18.xml" ContentType="application/inkml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19.xml" ContentType="application/inkml+xml"/>
  <Override PartName="/ppt/notesSlides/notesSlide45.xml" ContentType="application/vnd.openxmlformats-officedocument.presentationml.notesSlide+xml"/>
  <Override PartName="/ppt/ink/ink20.xml" ContentType="application/inkml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ink/ink21.xml" ContentType="application/inkml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ink/ink22.xml" ContentType="application/inkml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ink/ink23.xml" ContentType="application/inkml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ink/ink24.xml" ContentType="application/inkml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8" r:id="rId1"/>
    <p:sldMasterId id="2147483686" r:id="rId2"/>
  </p:sldMasterIdLst>
  <p:notesMasterIdLst>
    <p:notesMasterId r:id="rId112"/>
  </p:notesMasterIdLst>
  <p:sldIdLst>
    <p:sldId id="1934" r:id="rId3"/>
    <p:sldId id="257" r:id="rId4"/>
    <p:sldId id="258" r:id="rId5"/>
    <p:sldId id="1711" r:id="rId6"/>
    <p:sldId id="1935" r:id="rId7"/>
    <p:sldId id="1725" r:id="rId8"/>
    <p:sldId id="1540" r:id="rId9"/>
    <p:sldId id="1569" r:id="rId10"/>
    <p:sldId id="1443" r:id="rId11"/>
    <p:sldId id="1817" r:id="rId12"/>
    <p:sldId id="1454" r:id="rId13"/>
    <p:sldId id="1726" r:id="rId14"/>
    <p:sldId id="1738" r:id="rId15"/>
    <p:sldId id="1739" r:id="rId16"/>
    <p:sldId id="1740" r:id="rId17"/>
    <p:sldId id="1741" r:id="rId18"/>
    <p:sldId id="1742" r:id="rId19"/>
    <p:sldId id="1743" r:id="rId20"/>
    <p:sldId id="1744" r:id="rId21"/>
    <p:sldId id="1826" r:id="rId22"/>
    <p:sldId id="1745" r:id="rId23"/>
    <p:sldId id="1746" r:id="rId24"/>
    <p:sldId id="1747" r:id="rId25"/>
    <p:sldId id="1827" r:id="rId26"/>
    <p:sldId id="1749" r:id="rId27"/>
    <p:sldId id="1750" r:id="rId28"/>
    <p:sldId id="1828" r:id="rId29"/>
    <p:sldId id="1752" r:id="rId30"/>
    <p:sldId id="1141" r:id="rId31"/>
    <p:sldId id="1829" r:id="rId32"/>
    <p:sldId id="1519" r:id="rId33"/>
    <p:sldId id="1520" r:id="rId34"/>
    <p:sldId id="1521" r:id="rId35"/>
    <p:sldId id="1522" r:id="rId36"/>
    <p:sldId id="1350" r:id="rId37"/>
    <p:sldId id="1523" r:id="rId38"/>
    <p:sldId id="1525" r:id="rId39"/>
    <p:sldId id="1524" r:id="rId40"/>
    <p:sldId id="1933" r:id="rId41"/>
    <p:sldId id="1831" r:id="rId42"/>
    <p:sldId id="1528" r:id="rId43"/>
    <p:sldId id="1411" r:id="rId44"/>
    <p:sldId id="1353" r:id="rId45"/>
    <p:sldId id="1830" r:id="rId46"/>
    <p:sldId id="1529" r:id="rId47"/>
    <p:sldId id="1958" r:id="rId48"/>
    <p:sldId id="1963" r:id="rId49"/>
    <p:sldId id="1964" r:id="rId50"/>
    <p:sldId id="1965" r:id="rId51"/>
    <p:sldId id="1966" r:id="rId52"/>
    <p:sldId id="1412" r:id="rId53"/>
    <p:sldId id="1216" r:id="rId54"/>
    <p:sldId id="1537" r:id="rId55"/>
    <p:sldId id="1358" r:id="rId56"/>
    <p:sldId id="1357" r:id="rId57"/>
    <p:sldId id="1359" r:id="rId58"/>
    <p:sldId id="1541" r:id="rId59"/>
    <p:sldId id="1361" r:id="rId60"/>
    <p:sldId id="1362" r:id="rId61"/>
    <p:sldId id="1363" r:id="rId62"/>
    <p:sldId id="1413" r:id="rId63"/>
    <p:sldId id="1420" r:id="rId64"/>
    <p:sldId id="1834" r:id="rId65"/>
    <p:sldId id="1544" r:id="rId66"/>
    <p:sldId id="1820" r:id="rId67"/>
    <p:sldId id="1929" r:id="rId68"/>
    <p:sldId id="1832" r:id="rId69"/>
    <p:sldId id="1367" r:id="rId70"/>
    <p:sldId id="1368" r:id="rId71"/>
    <p:sldId id="1923" r:id="rId72"/>
    <p:sldId id="1922" r:id="rId73"/>
    <p:sldId id="1924" r:id="rId74"/>
    <p:sldId id="1370" r:id="rId75"/>
    <p:sldId id="1925" r:id="rId76"/>
    <p:sldId id="1926" r:id="rId77"/>
    <p:sldId id="1542" r:id="rId78"/>
    <p:sldId id="1377" r:id="rId79"/>
    <p:sldId id="1378" r:id="rId80"/>
    <p:sldId id="1379" r:id="rId81"/>
    <p:sldId id="1380" r:id="rId82"/>
    <p:sldId id="1388" r:id="rId83"/>
    <p:sldId id="1120" r:id="rId84"/>
    <p:sldId id="1099" r:id="rId85"/>
    <p:sldId id="1385" r:id="rId86"/>
    <p:sldId id="1424" r:id="rId87"/>
    <p:sldId id="1102" r:id="rId88"/>
    <p:sldId id="1383" r:id="rId89"/>
    <p:sldId id="1105" r:id="rId90"/>
    <p:sldId id="1107" r:id="rId91"/>
    <p:sldId id="1109" r:id="rId92"/>
    <p:sldId id="1111" r:id="rId93"/>
    <p:sldId id="1931" r:id="rId94"/>
    <p:sldId id="1833" r:id="rId95"/>
    <p:sldId id="1113" r:id="rId96"/>
    <p:sldId id="1125" r:id="rId97"/>
    <p:sldId id="1821" r:id="rId98"/>
    <p:sldId id="1425" r:id="rId99"/>
    <p:sldId id="1822" r:id="rId100"/>
    <p:sldId id="1426" r:id="rId101"/>
    <p:sldId id="1823" r:id="rId102"/>
    <p:sldId id="1428" r:id="rId103"/>
    <p:sldId id="1824" r:id="rId104"/>
    <p:sldId id="1427" r:id="rId105"/>
    <p:sldId id="1825" r:id="rId106"/>
    <p:sldId id="1127" r:id="rId107"/>
    <p:sldId id="1927" r:id="rId108"/>
    <p:sldId id="1498" r:id="rId109"/>
    <p:sldId id="1136" r:id="rId110"/>
    <p:sldId id="1430" r:id="rId1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1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C4C3E3"/>
    <a:srgbClr val="0070C0"/>
    <a:srgbClr val="000099"/>
    <a:srgbClr val="99CCFF"/>
    <a:srgbClr val="009999"/>
    <a:srgbClr val="9CF8AC"/>
    <a:srgbClr val="CCFFFF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0" autoAdjust="0"/>
    <p:restoredTop sz="95170" autoAdjust="0"/>
  </p:normalViewPr>
  <p:slideViewPr>
    <p:cSldViewPr snapToGrid="0">
      <p:cViewPr varScale="1">
        <p:scale>
          <a:sx n="117" d="100"/>
          <a:sy n="117" d="100"/>
        </p:scale>
        <p:origin x="1880" y="176"/>
      </p:cViewPr>
      <p:guideLst>
        <p:guide orient="horz" pos="352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tableStyles" Target="tableStyle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commentAuthors" Target="commentAuthor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1:29:47.7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15824 13472 12 0,'0'0'0'0,"0"0"0"15,0 7 0-15,0-7 4 0,0 11 2 0,0-11-2 16,3 11 2-16,-3-11 84 0,4 5 0 0,-4-5-1 15,4 4 2-15,-4-4 0 0,3 2 0 0,-3-2 0 16,13 0 0-16,-13 0 4 0,24-2 2 0,-24 2-1 16,46-11 1-16,-19 7-50 0,4-7 0 0,0 4 0 15,0 0 0-15,-1 1-11 0,1-1 0 0,2-2 0 16,-6 2 0-16,1-4-9 0,-1 0 0 0,-1 2 0 16,3-2 1-16,0 0-5 0,2 7 1 0,0-3-1 0,2 2 2 15,2 1 5-15,-2 0 1 0,7 1-1 0,-5 1 1 16,2 0 4-16,1-2 1 0,-1-1-1 0,1 1 1 15,-1 1-7-15,1-3 0 0,2 1 0 0,1 1 2 0,1-1-3 16,2 1 1-16,3 2-1 0,-5-7 1 0,2 2-3 16,2-4 0-16,0 7 0 0,1-5-1 0,-5 2-2 15,0 0-1-15,-3 3 1 0,1 4-1 0,0 0-2 16,-3 0 1-16,-2 0-1 0,3 0 1 0,-1 0-5 16,3 7 0-16,-5 2-1 0,3 2 2 0,-3-7-2 0,-2 7-1 15,3-2 1-15,-8 2 1 0,1 0-4 0,0 0 1 16,1 1 0-16,-5-4 0 0,1 3-2 0,1 1 1 15,-3-8-1-15,-2 7 1 0,-2-4-2 0,0 2 0 16,2-3 0-16,2 1 2 0,0 0-3 0,3-1 0 16,-5 5 0-16,2-2 0 0,-2 5-3 0,4-1 2 15,-1 0 0-15,3 1 0 0,-1 1-1 0,-1 3-1 16,1 0 1-16,-3-1 0 0,-4 3-2 0,0 3 1 0,-5-1 0 16,3-2 0-16,4 0-1 0,0-2-1 0,-7-1 1 15,5 1 1-15,-4-5-2 0,3-1 0 0,-1-1 1 16,0-2-1-16,-1-3 0 0,1 1-1 0,0 2 1 15,2 0 0-15,-5-3-1 0,5 3 1 0,-5-2-1 16,3 4 2-16,2 0-3 0,2 2 1 0,0-4 1 16,-7 5-1-16,-1 1-1 0,8 5 2 0,-7-4-1 15,3 1 0-15,-1 3 0 0,5-4 0 0,-2 4-1 16,-7 2 2-16,5 5-2 0,2 4 0 0,-5-2 0 16,1-5 1-16,-1-2-1 0,1-2 0 0,-3 0 0 15,5 3 2-15,-5-6-2 0,-2 3 1 0,4 0-1 0,1 0 2 16,-1 2-2-16,1-6 1 0,-1 4 1 0,-4 0-1 15,-2 4 1-15,2 1-1 0,-7-1 0 0,7 1 1 16,0 1-1-16,0 5 0 0,3-4 1 0,-6 0 0 0,3 4 1 16,0-2-1-16,-2 2 1 0,-2-2-1 0,0-5 0 15,1 3-1-15,-1-1 0 0,0-1 1 0,-1-5-1 16,1-2 0-16,2-1 1 0,-3 1-1 0,3-2-1 16,0-1 2-16,2-2-2 0,-7 1 1 0,1-8 1 15,1 1-1-15,-6 0 0 0,7-1 1 0,-3-3-1 0,1 1 2 16,-1 1-2-16,-2-1 2 0,-2 0-2 0,0 1 1 15,3-1 0-15,-3-1 0 0,0 1 0 0,0 3-1 16,0-5 0-16,0 0 1 0,0 2-4 0,-7 3 1 16</inkml:trace>
  <inkml:trace contextRef="#ctx0" brushRef="#br0" timeOffset="726.44">19154 14585 1746 0,'0'2'0'15,"0"-2"0"-15,0 7 0 0,0-7 30 0,0 0 0 16,0 0 1-16,0 0 0 0,0 0-6 0,0 0-1 16,0 0 1-16,-2 9 1 0,2-9-17 0,-13 17 0 15,13-17 0-15,-7 14 0 0,7-14-9 0,-8 9 0 0,8-9 0 16,-5 9 0-16,5-9-4 0,-2 4 2 0,2-4-1 15,-7 4 1-15,7-4-5 0,-4 5 1 0,4-5 1 16,2 4-1-16,-2-4 4 0,0 7 1 0,0-7-2 16,5 2 2-16,-5-2 1 0,11 11 0 0,-11-11 0 15,19 23 0-15,-19-23 4 0,36 35-1 0,-16-11 0 16,-5-4 2-16,-4 3 8 0,2-1 1 0,0 0-1 16,3 0 2-16,-1 3 6 0,-1-1 0 0,-3-2 1 15,0 1-1-15,2-3 4 0,-2 0-1 0,-2-1 1 0,0-3 1 16,2-3 0-16,-5-6 1 0,1 0-1 0,2-1 0 15,-1 1 0-15,-1 0 1 0,4-3 0 0,-2 1 0 16,0-1-2-16,-3-2-1 0,5 3 1 0,-2-1 1 16,2 1-6-16,5-1 0 0,-5 3 1 0,0-1 0 15,2-1-2-15,-4-1 0 0,2 1 0 0,0-3 1 16,-2 0-5-16,-3 0 1 0,-1-2-1 0,6-2 1 0,-2 0-4 16,2 0 2-16,0-3-1 0,0-1 1 0,2-3-5 15,0-2 0-15,0-5 0 0,3-11 1 0,4-6-3 16,-5-9 0-16,3-5 1 0,-1-4 0 0,-3-2-6 0,5-5 1 15</inkml:trace>
  <inkml:trace contextRef="#ctx0" brushRef="#br0" timeOffset="6958.19">16810 13335 12 0,'0'0'0'16,"0"0"0"-16,2 2 0 0,-2-2 0 0,5 16 0 0,-5-16 0 16,4 8 0-16,-4-8 45 0,2 3 0 0,-2-3 0 15,0 0 1-15,0 0 31 0,7 0 2 0,-7 0-1 16,0 0 1-16,0 0-14 0,2 6 1 0,-2-6 0 15,0 7 0-15,0-7-17 0,5 7-1 0,-5-7 0 16,4 2 1-16,-4-2-13 0,4 4 1 0,-4-4-1 16,3 5 1-16,-3-5-10 0,6 4 0 0,-6-4 0 15,7 5 1-15,-7-5-5 0,4 6-1 0,-4-6 1 16,3 0 0-16,-3 0-2 0,4 0 2 0,-4 0-1 16,4 0 1-16,-4 0-3 0,5 0 0 0,-5 0 0 15,4 0 1-15,-4 0-5 0,0 0 2 0,0 0-1 16,5 0 1-16,-5 0-3 0,6 0-1 0,-6 0 1 0,0 0-1 15,0 0 3-15,7 0 0 0,-7 0 0 0,4 0 0 16,-4 0-4-16,5 0 2 0,-5 0-1 0,4 0 1 0,-4 0-3 16,4 7 1-16,-4-7-1 0,11 9 2 0,-11-9-4 15,12 0 0-15,-12 0 0 0,6 0 0 0,-6 0-1 16,7 0 1-16,-7 0-1 0,11 0 1 0,-11 0 0 16,6 0 0-16,-6 0 0 0,5 0 0 0,-5 0-2 15,2 0 0-15,-2 0 0 0,4 0 0 0,-4 0-4 16,5 6 2-16,-5-6-1 0,6 9 0 0,-6-9 4 0,14 3 0 15,-14-3 0-15,15 4 1 0,-15-4-3 0,20 4 1 16,-20-4 0-16,20 5-1 0,-20-5 2 0,17 4 0 16,-17-4 0-16,14 9 0 0,-14-9 3 0,13 9-1 15,-13-9 0-15,13 9 1 0,-13-9 1 0,16 9-1 16,-16-9 0-16,11 9 1 0,-11-9-1 0,8 4 2 16,-8-4-2-16,5 5 1 0,-5-5-1 0,11 9 0 0,-11-9 0 15,6 8 1-15,-6-8-3 0,9 9 1 0,-9-9 0 16,9 16 0-16,-9-16-4 0,13 15 0 0,-13-15 0 15,11 14 0-15,-11-14 0 0,5 13 0 0,-5-13 0 16,9 18 0-16,-9-18 1 0,8 13 0 0,-8-13 0 16,11 18 1-16,-11-18-2 0,7 18 1 0,-7-18-1 15,9 17 1-15,-9-17 1 0,9 16 0 0,-9-16 0 16,11 24 0-16,-11-24 0 0,15 25 0 0,-15-25 0 16,16 22 1-16,-16-22-3 0,8 22 0 0,-8-22-1 15,16 25 2-15,-16-25-3 0,6 20-1 0,-6-20 1 0,12 26-1 16,-12-26 0-16,15 34-1 0,-15-34 0 0,11 28 1 15,-11-28-2-15,9 27 1 0,-9-27 0 0,9 33 0 16,-9-33-1-16,6 34 0 0,-6-34 1 0,7 35-1 0,-3-10 0 16,5-1 0-16,-4 1 1 0,-1-3-1 15,-4 0-1-15,0 2 1 0,2-4 1 0,3 3-1 0,-5-8-1 16,2-2 1-16,-2 1-1 0,0 1 2 0,2 3-2 16,0 2 1-16,-2 0-1 0,0-2 1 0,2-5-1 15,-2 5 0-15,-2 2 1 0,0-7 0 0,2 3-1 16,2-1 0-16,0 1 0 0,1 2 0 0,-1 2 0 0,4 0 1 15,-1 0-1-15,1-1 0 0,-1 4-1 0,1-1 1 16,-1 0 0-16,-3 0 0 0,2-2 0 0,1 0 0 16,-1 0 1-16,3 2-1 0,2 1 0 0,-5 1 1 15,1 1 0-15,-5-5 1 0,4 0-1 0,3-3 0 16,-7 1 0-16,6-2 2 0,-1-5-2 0,-1 0 0 16,-4 2 0-16,4 0 1 0,1-1-1 0,1-1 1 15,-1 2-1-15,1 0 2 0,1 1-2 0,6 1 0 16,-6-4 1-16,2 5-1 0,-3-7 1 0,8 4 1 0,-8-2-1 15,3 0 0-15,0 3 1 0,2-6 0 0,-4 4 1 16,1-1-1-16,1 2 1 0,-2 0 0 0,2-2 1 16,-1-2-1-16,1 0 0 0,-2-2-1 0,-1-1 1 15,3 1 1-15,0 0-2 0,0-1 1 0,2 1-1 16,-2 0 0-16,2-1 1 0,0 1-1 0,-2 0 1 16,-3-3-1-16,1 1 1 0,2 1-1 0,0-3 1 15,2 1-1-15,-5 0 1 0,7 1-1 0,-6-1 1 16,6 3-1-16,-2-5 1 0,-6 3-1 0,1-1 1 15,3 0-1-15,2 1 0 0,5-1-1 0,-5 3 0 0,2 0 2 16,0-1-2-16,0 1 2 0,3 0-2 0,-5-1 2 16,2 1-2-16,2 0 1 0,1-1 0 0,-3-1 0 15,5-3-1-15,-3 0 0 0,-13 0 0 0,12 3 1 0,-3-5-2 16,-3 2 1-16,8 3 0 0,4-3 0 0,-5 0 0 16,3 0 1-16,2 0-1 0,0-2 0 0,-1 0 2 15,1-2-1-15,4 0 1 0,-1 0-1 0,-1 0 1 16,2-1-1-16,-9 3 1 0,3-2 0 0,0 2 0 15,-5-2-1-15,4 2 1 0,-1 0 0 0,-1 0 0 16,1 0-1-16,-5 0 1 0,2 0 1 0,-2 0-2 0,-2 0 1 16,2 2-1-16,0 0 2 0,-4 1-3 0,-1-1 1 15,1 0 0-15,-1 0 0 0,-1 0 0 0,-1 1 0 16,-2-1 0-16,7 0 0 0,-9 3-2 0,2-5 2 16,1 0-1-16,-1 0 0 0,0 0 0 0,0 0-1 15,3 0 0-15,-5 0 0 0,0 0-2 0,4 0 1 16</inkml:trace>
  <inkml:trace contextRef="#ctx0" brushRef="#br0" timeOffset="7459.51">18438 15018 1821 0,'0'2'0'0,"0"-2"0"0,6 5 0 0,-6-5 39 15,14 11 1-15,-14-11 0 0,13 11 0 0,-13-11-2 16,0 4 2-16,0-4-1 0,0 5 0 0,0-5-19 0,0 4 1 16,0-4-1-16,4 9 0 0,-4-9-18 0,5 27 2 15,-5-27-1-15,11 31 0 0,-11-31-3 0,15 35 0 16,-15-35 0-16,29 31 0 0,-29-31-1 0,26 23 1 16,-26-23 0-16,36 22 0 0,-36-22-2 0,28 15 0 15,-28-15-1-15,31 18 2 0,-31-18 1 0,27 16 0 16,-27-16 0-16,15 17 0 0,-15-17 0 0,18 18 1 15,-18-18 1-15,15 16-1 0,-15-16 5 0,13 17 1 16,-13-17 0-16,9 16 0 0,-9-16 2 0,13 18 1 0,-13-18-1 16,9 15 1-16,-9-15-1 0,0 9 0 0,0-9 0 15,0 16 1-15,0-16-2 0,0 18 0 0,0-18-1 16,-13 26 2-16,13-26-2 0,-29 33 0 0,29-33 0 16,-39 27 0-16,14-14 1 0,-1-1 1 0,-3-1-1 15,-2-2 1-15,0-5 0 0,1-2 1 0</inkml:trace>
  <inkml:trace contextRef="#ctx0" brushRef="#br0" timeOffset="12281.54">19587 15975 363 0,'-5'11'0'16,"5"-11"0"-16,-11 18 0 0,11-18 20 0,-4 9 0 15,4-9 1-15,-11 18-1 0,11-18 48 0,-22 26 1 16,22-26-1-16,-13 22 2 0,13-22-58 0,-11 18 2 16,11-18-1-16,-12 27 1 0,12-27 11 0,-8 35 2 15,8-35 0-15,-9 36 0 0,9-36-6 0,-5 38 2 16,5-38-1-16,-2 42 1 0,2-16-1 0,2 3 2 16,1 0-2-16,-3-2 2 0,-3-1 3 0,1-1 0 0,2 4 0 15,0 2 1-15,0 2-1 0,0 3 0 0,0-3-1 16,-6 0 3-16,6 1-6 0,0-1 1 0,0 0-1 15,6 1 1-15,-6-1 2 0,0 2 1 0,0-1-1 16,2-1 1-16,-2 0 4 0,0-8 0 0,0 1-1 16,0 1 2-16,0 0-2 0,0-1 2 0,-2-1-1 15,-4-3 0-15,-1-4-4 0,0-1 1 0,-4-1-1 16,0 0 1-16,-2-1 4 0,-7 3-1 0,0 0 1 16,1-3-1-16,-6 1 1 0,1-1-1 0,0-1 0 15,4-6 1-15,-2-1-5 0,-2-2 0 0,2-1 0 0,-5 0 1 16,3 3-4-16,-7 2 2 0,2-2 0 0,1-3 0 15,3-2-8-15,-6 1 1 0,1-1 0 0,-6 2 0 16,1-4-9-16,-7-4 1 0,0 2 0 0,7-3 1 16,-3 3-6-16,3 0 2 0,-2-3 0 0,1 1 0 0,1-1-2 15,4 1 0-15,-2 2 0 0,0-1 1 0,-2-1-2 16,2 0 2-16,-3 1-1 0,-3 3 0 0,1 0-2 16,3-2 0-16,-7 2 1 0,7 2-1 0,0 1 1 15,-5-3 0-15,0 0 0 0,7 0 0 0,-7 4 0 0,5-2-1 16,0 0 1-16,-3-2 0 0,3-2 0 0,-5 0-1 15,3 2 1-15,-7-4 1 0,6 4-1 0,-8 4 1 16,4-4-1-16,0 0 1 0,0 0-2 0,0-4 2 16,3 1 0-16,1 1-1 0,-6 0 1 0,6 0 1 15,-1-1-2-15,1-1 2 0,3 0-2 0,-7-1 0 16,7 1 0-16,-5-1 0 0,-4 1 1 0,7-5-1 16,-5 2 1-16,6-2 0 0,-6 3-2 0,7-1 1 0,-2-4-1 15,6-2 2-15,0-3-2 0,4 1 2 0,1-1-1 16,-3-2 1-16,1 1-1 0,3 1 0 0,-3-4 1 15,1-2-1-15,1-3 0 0,-1-1 0 0,3-3 0 16,-2-2 1-16,1-3-2 0,3-3 2 0,2 1-2 16,-4 3 2-16,2 0-3 0,-4-1 2 0,4-4-2 15,4-4 1-15,-2-2 0 0,5-5-1 0,-7-2 1 16,0-2-1-16,4-3-1 0,-2-4 0 0,5-6 1 16,-1 6-1-16,1-3 0 0,2 3 2 0,2-2-2 15,0-2 1-15,-3-3-1 0,8-4 1 0,-5 0-1 0,0 2 0 16,2 0 0-16,-2 1 2 0,0-3-2 0,2 0 1 15,0-1 0-15,2-1-1 0,-4 2 0 0,3 0 0 16,-1 0-1-16,0 4 2 0,-2-4-1 0,4-4 0 16,1-3 0-16,-8-2 1 0,3 0-1 0,5 0 0 0,-5 0 0 15,2 3 1-15,0 3-1 0,3-3 1 0,-5 1 1 16,2-4-1-16,0 7 0 0,2 0 2 0,3 4-3 16,-1 2 0-16,3-2 1 0,2 1 0 0,2-4-2 15,1 1 1-15,3 3-1 0,-1 3 2 0,-3 7-2 16,2-2 0-16,1-2 0 0,-1 0 1 0,1 0-2 15,1-2 1-15,1 4 1 0,-1 2-1 0,1 0-1 0,-3 5 1 16,7 0-1-16,-4-3 1 0,0 1-1 0,4-1 0 16,0 0 0-16,0 1 0 0,0 2 0 0,4 2 0 15,1 2 0-15,-3-2 0 0,-2 6-1 0,-2-1 1 16,2 3-1-16,-5 1 1 0,1 4-3 0,-3 1 2 16,-1 1 0-16,1 1 0 0,3-1-1 0,-1 1 0 15,3 1-1-15,-7 3 2 0,-2 0-1 0,0 0 0 0,5 0-1 16,-1 0 2-16,1 2-1 0,1-4 1 15,3-1 0-15,-5-1 0 0,3 2-2 0,2-1 2 0,-3-1 0 16,-1 1 0-16,1 1 0 0,1 0 0 0,0 2 0 16,-7 4 1-16,2 0-1 0,0 3 1 0,0 6-1 15,0-2 1-15,-4 5-2 0,0 1 2 0,2 3 0 16,0 2 0-16,2 3-1 0,0 1 1 0,1-6 0 16,1 2 0-16,-4 0-1 0,2 3 1 0,-2-1 0 15,7-2 0-15,-3 3-1 0,3-6 1 0,-3 4 0 16,7 1 0-16,5-4-1 0,-5 2 1 0,4 0-1 0,5 0 1 15,0 0-1-15,2 3 0 0,2 1-1 0,-4 5 2 16,7-4-1-16,-1-1 0 0,1 3 0 0,1 0 0 16,8 0-1-16,-3-3 1 0,2 3-2 0,2 0 2 15,5 2-1-15,0 0 1 0,2 0-1 0,-2 0 0 16,-4 2 0-16,1 5 0 0,-3-1 0 0,1-1 1 0,-2-1-2 16,-2-4 2-16,3 2-1 0,-1 1 1 0,7-1 0 15,0 0 0-15,-5-2 0 0,7-2-1 0,-4-3 1 16,2 3 1-16,0-5-1 0,0 3 1 0,0 0-1 15,0 4 1-15,0 0 0 0,-7-5 0 0,-2 3-1 0,-4 2 1 16,1 2 0-16,-3 3 0 0,-7-3 0 16,-3 2 0-16,-3-2 0 0,-6 1 0 0,-5 1 0 0,-3-4 0 15,0 2 0-15,0 1 0 0,0-1-1 0,-5 2 1 16</inkml:trace>
  <inkml:trace contextRef="#ctx0" brushRef="#br0" timeOffset="12850.63">17322 10508 1168 0,'2'4'0'0,"-2"-4"0"0,0 14 0 0,0-14 30 0,0 9 0 16,0-9 1-16,0 11 0 0,0-11-12 16,2 4 0-16,-2-4 0 0,2 0 0 0,-2 0-12 0,11 0 0 15,-11 0 0-15,23 0-1 0,-23 0-6 0,44 11 0 16,-18-4 0-16,-4 2 0 0,-2 2-1 0,0-4 1 16,0 4-1-16,0 2 1 0,-3 5-1 0,-1 0 1 15,-1-1-1-15,5 1 1 0,4 0 2 0,3 0 0 16,-3 2 1-16,7-5-1 0,-5 1 15 0,1-1-1 15,4 1 1-15,-1-1 0 0,-1 3 17 0,2-2-1 0,-7-1 1 16,3-2 0-16,-7 3-1 0,-7-3 1 0,4 1 0 16,-1-1-1-16,-1 3-2 0,-8-5 0 0,2-3 1 15,-5 4-1-15,1-1-12 0,-3-7 1 0,-2 5 0 16,0 4 1-16,0-2-8 0,0 5 2 0,-2 0-2 16,-7 1 2-16,-7 8-5 0,-4 1 1 0,-2 5-1 15,-2-4 1-15,-7 0 4 0,0-1 0 0,-4 5-1 16,-7 1 1-16,-2 1 0 0,-9 2 1 0,0-1 0 15,0 1 1-15,-2 1-3 0,-2-1 2 0</inkml:trace>
  <inkml:trace contextRef="#ctx0" brushRef="#br0" timeOffset="23375.09">19838 11156 1054 0,'0'0'0'0,"0"0"0"16,-4 7 0-16,4-7 4 0,-2 4-1 0,2-4 0 15,0 3 1-15,0-3 19 0,0 4 1 0,0-4 0 16,0 7-1-16,0-7 5 0,0 15 1 0,0-15 0 16,0 29 1-16,0-29-9 0,4 45 0 0,0-21 1 15,3-6 0-15,-3 2-7 0,7-5 0 0,-4 1 1 16,0-1 0-16,4-3-5 0,0 3 0 0,4-4 0 16,-4 5 2-16,2 4-2 0,3 2 0 0,-1-2 0 15,1 2 2-15,-3 5 0 0,-2-1 2 0,7 5-1 16,-7 1 1-16,-3-4 0 0,-1 4-1 0,2 3 1 0,-5-2-1 15,3 3 2-15,-3-1 0 0,1 3 0 0,1-7 0 16,3 7 2-16,0-5 0 0,-2 3 0 0,-3-3 1 16,5 7-2-16,-5 0 0 0,5 2 0 0,-2 0 0 15,1 3 3-15,-3 2 0 0,2 1 0 0,1 1 2 16,-5 5 3-16,-1 1 2 0,0-2 0 0,2-2 0 0,1-2 5 16,-1-2-1-16,-2 2 0 0,-2-5 1 0,0 1-3 15,0-5 1-15,0 0 1 0,0-3-1 0,0-1-2 16,3-3 1-16,-3-2 0 0,0-4 1 0,-3-5-5 15,1-6 1-15,2-3 0 0,2-2 0 0,-2-9-6 16,-2 0 1-16,-2-2-1 0,4 0 2 0,0-2-6 0,0 0 0 16</inkml:trace>
  <inkml:trace contextRef="#ctx0" brushRef="#br0" timeOffset="23808.46">19973 12782 1695 0,'-3'-2'0'0,"3"2"0"0,-4 6 0 16,4-6 44-16,-4 7 1 0,4-7-1 0,-3 4 0 16,3-4-10-16,0 0 1 0,0 0-1 0,0-2 0 15,0 2-20-15,0 0-1 0,0 0 1 0,5 0 0 16,-5 0-13-16,4-2 1 0,-4 2-1 0,5 0 1 0,-5 0-3 16,6 4 1-16,-6-4 0 0,9 11 0 0,-9-11-2 15,27 34-1-15,-10-8 1 0,1 6 1 0,-3 3-4 16,1 1 2-16,1-3-1 0,1-4 0 0,0 0 2 15,1-7 1-15,-3-2 0 0,4-2 0 0,-5-5 0 0,3-2 1 16,-3-7 0-16,7-4 0 0,-4-4 1 0,2-3 1 16,0-2-1-16,2-4 1 0,2-5 7 0,2-6 0 15,1-5 0-15,-3-6 1 0,0-5 7 0,1-9 0 16,-1-2 0-16,0-3 1 0,0 3-3 0,-4-11 2 16</inkml:trace>
  <inkml:trace contextRef="#ctx0" brushRef="#br0" timeOffset="84795.18">9597 5123 12 0,'4'-2'0'0,"-4"2"0"0,0-5 0 15,0 5 0-15,0-11 0 0,0 11 0 0,0-13 0 16,0 13 0-16,0-2 0 0,0 2 0 0,0-5 0 0,0 5 0 16,0 0 0-16,0 0 0 0,0 0 0 0,0 0 7 15,0-4-1-15,0 4 1 0,-11-5 1 0,11 5-5 16,-9-2 2-16,9 2-1 0,-15-9 1 0,15 9 16 15,-16-11 0-15,16 11 1 0,-15-11-1 0,15 11 17 0,-18-9 1 16,18 9 0-16,-17-2 0 0,17 2 26 0,-12-4 0 16,12 4 0-16,-19-5 0 0,19 5-12 0,-27 5 1 15,27-5-1-15,-40 6 0 0,14 3-9 0,-5-2 1 16,2 2 0-16,3-3 0 0,2 3-7 0,-1-4 0 16,1 1 0-16,0-1 0 0,4-3-6 0,-2 2-1 15,2 1 1-15,-2-1 0 0,9 3-5 0,-3-7 0 0,5 4 0 16,-2-4 1-16,-2 3-5 0,-1-1 0 0,1 4 0 15,-1-1 0-15,-1-5-4 0,-1 4 0 0,-2 3 0 16,3-3 0-16,-1 3-1 0,0 0 2 0,-1 2-3 16,-6-3 3-16,3 3-1 0,-4 2 0 0,2 0 0 15,-1 1 1-15,3-4-3 0,-4 3 1 0,6-4-1 16,-4 2 1-16,-1 0-2 0,8 2 2 0,-3-4 0 16,0 2 0-16,5 2-3 0,-1-5-1 0,1 5 1 15,-3 3 0-15,5-1-2 0,2 0 2 0,-5-1-2 16,3 3 2-16,2 3-3 0,0-3 0 0,-2 1 1 0,2-1-1 15,0 1 0-15,0-5 1 0,0 5-1 0,6 4 2 16,-1 6 0-16,6-4 2 0,-2 3 0 0,-3-1-1 16,-1 1 0-16,1-5 1 0,-4 6-2 0,3-3 2 0,-1 3-10 15,3 5-1-15,-5 0 1 0,2-4-1 0,7 4-4 16,-4 2 1-16,-5 3-1 0,2-5 0 0,-4 2-1 16,5 3 0-16,-1-5 0 0,0 7 0 0,3 0 0 15,-5-3 0-15,7 5 0 0,-5-4 0 0,7-1 0 16,7-2 0-16,-7 3 0 0,4-7 0 0,3 0 0 15,0 0 0-15,2 2 0 0,-1 0 0 0,3-5 0 0,-4 5 1 16,6-4-1-16,-2 4 1 0,5 0-1 16,-1 0 1-16,1 3-1 0,-3-3 1 0,9 0 0 0,-2 7 1 15,-3-5-1-15,-3-2 0 0,1 4 0 0,-6-3 0 16,8 1 0-16,-1 2 0 0,4-3 0 0,-5 1 1 16,5 0-1-16,0 0 0 0,0 1-1 0,6-8 1 15,-4-1 0-15,3 1 0 0,-1-1-1 0,2-1 1 16,-4-8-1-16,5-1 1 0,1 1-2 0,3-5 1 0,0-4 0 15,-2 2 0-15,2-5-2 0,0 3 0 0,4-1 0 16,2 3-1-16,-1-7-2 0,-1 3 0 0,0-1 1 16,3-4-1-16,1-4-2 0,1 2 2 0,-2-3-1 15,-3 1 1-15,-6-7 4 0,-1 2-1 0,1-5 1 16,-3-1 0-16,-1-9 1 0,-3-3 0 0,2-2 0 16,-4-2 0-16,6 0 0 0,-4-5 1 0,3 3-1 15,-6 2 1-15,-3-5-1 0,1 3 2 0,1 2-1 16,0-5 0-16,-1 3 1 0,1-2 0 0,-5-3 1 15,1 0 0-15,-6-4 1 0,1-5 1 0,2-2-1 0,-4-4 2 16,8 2 4-16,1-7 0 0,-1-2 0 0,-2 0 1 16,7 0 2-16,-4 3-1 0,-5-5 1 0,4 4-1 15,-4 0-4-15,0 3 1 0,2-1-1 0,-6 3 1 16,2 4-3-16,-5 0 2 0,1 2 0 0,-5-6 0 16,-3 2-4-16,1-2 2 0,-7-1 0 0,-2 8-1 0,3-3 1 15,-3 7-1-15,-1 0 1 0,-5-1 0 0,-1 8-1 16,-2-1 1-16,-6 7-1 0,2-2 1 0,-3 7-1 15,1 6 0-15,-3 3 1 0,-2-1-1 0,-9 5 0 0,7 0 0 16,-2 2 0-16,-7 2 1 0,3 3-2 0,-3 4 1 16,2 0-1-16,-4 0 2 0,0 7-3 0,-5 1 1 15,3-1 0-15,4 2 0 0,0 2 0 0,0 5-1 16,9-1 0-16,-2 1 1 0,0-1-3 0,4 1 0 16</inkml:trace>
  <inkml:trace contextRef="#ctx0" brushRef="#br0" timeOffset="85826.24">10598 3988 1318 0,'4'5'0'0,"-4"-5"0"15,5 4 0-15,-5-4 31 0,11 2 2 0,-11-2-2 16,6 5 2-16,-6-5 0 0,2 4 0 0,-2-4 0 16,-4 18 0-16,4-18-20 0,-13 40-1 0,2-13 0 15,0-1 1-15,-5 5-13 0,-4 7 0 0,1-5 0 16,-1 7 1-16,2 3-2 0,-2 1 1 0,0 12-1 15,-6-3 1-15,2 16-1 0,-9 4-1 0,8 7 1 16,1-5 0-16,0 3-1 0,6 0 0 0,-8 4-1 16,1 0 1-16,6-6 0 0,-6 6 1 0,3-9-1 0,2 3 0 15,1-8 2-15,1-5 0 0,0-3 0 0,1-5 0 16,3-6 3-16,8-7-1 0,-5-4 0 0,2-7 0 16,0-4 2-16,7-12-1 0,2-4 1 0,-4-2-1 0,4-7 0 15,0-4 1-15</inkml:trace>
  <inkml:trace contextRef="#ctx0" brushRef="#br0" timeOffset="86295.35">10525 3926 640 0,'7'-2'0'0,"-7"2"0"16,13-5 0-16,-13 5 16 0,13-11 1 0,-13 11-1 15,13-4 0-15,-13 4-3 0,3-11 0 0,-3 11 0 16,4-7 0-16,-4 7-6 0,0-2-1 0,0 2 1 15,4 0 0-15,-4 0-6 0,0 0 0 0,0 0 0 16,0 0 0-16,0 0-1 0,0 2 0 0,0-2 0 16,5 22 0-16,-5-22 0 0,6 47 0 0,3-14 0 15,-2-6 2-15,2 0 0 0,-1 4 1 0,1 0 1 16,2 0-1-16,3 0 2 0,1 2 1 0,0 3 0 0,3 6 0 16,4 0 12-16,-2 7 0 0,-2 0 0 0,1 2 1 15,1 7 8-15,5 2 1 0,-8 2-1 0,3 0 1 0,-2-4-2 16,4-5 1-16,-7 0 0 0,1 5 0 0,-1-5 4 15,-2 1 1-15,-2-3-1 0,0-5 2 0,-6 3 3 16,1-7 0-16,1 1-1 0,-3-6 1 0,-1-1-6 16,1-7-1-16,-4 0 0 0,0-7 1 0,0-2-7 15,-2-2 0-15,-3-3 0 0,1-4 0 0,2-2-7 0,-5-4 0 16,3-3-1-16,-1 2 2 0,-1-4-12 0,-3 5-1 16</inkml:trace>
  <inkml:trace contextRef="#ctx0" brushRef="#br0" timeOffset="86576.02">10188 5150 1130 0,'11'4'0'0,"-11"-4"0"15,15 5 0-15,-15-5 4 0,15-9 2 0,-15 9-1 16,20-3 1-16,-20 3 2 0,31 7 1 0,-4-2 0 0,1-5 0 16,14-5-4-16,9 5 2 0,-5-7-1 0,1 3 0 15,-1-3-5-15,-6 3 1 0,-1-9-1 16,10-1 1-16,-1-1 0 0,1-1 2 0,2 1-2 16,-1-5 1-16,1 2 2 0,0 2 0 0,-3-4 1 0,1 3-1 15,-3-3 3-15,0 0 0 0</inkml:trace>
  <inkml:trace contextRef="#ctx0" brushRef="#br0" timeOffset="87027.23">10979 3597 967 0,'2'0'0'0,"-2"0"0"0,3 0 0 16,-3 0 5-16,11 5 2 0,-11-5-1 0,13 15 1 15,-13-15 12-15,24 12 0 0,-24-12 0 0,40 26 1 16,-14-4-5-16,3 5 0 0,2 4 1 0,-5-4 0 0,-6-1-12 15,0 6 1-15,0-1-1 0,2 0 2 0,-7 0-5 16,5-2 1-16,-4-3 0 0,4-1 1 0,-5-3-2 16,0-2 1-16,3-2 0 0,-2-5 0 0,-3-2 1 15,-2-6-1-15</inkml:trace>
  <inkml:trace contextRef="#ctx0" brushRef="#br0" timeOffset="87259.22">11568 3256 878 0,'0'4'0'16,"0"-4"0"-16,0 20 0 0,0-20 9 0,0 15 0 0,0-15 0 16,-2 27 0-16,2-27 11 0,-13 29 0 0,6-5 1 15,-6 8 0-15,2 5 0 0,-5 12 2 0,-1 2-2 16,3 2 2-16,-10-6-9 0,2 2 1 0,7-2-1 15,-7-1 2-15,8-4-4 0,-8-4 1 0,9 0-1 16,2-3 0-16,-2-8-10 0,6 0 0 0,-4-1-1 16,0-6 1-16,-2 3-3 0,-5-1 1 0</inkml:trace>
  <inkml:trace contextRef="#ctx0" brushRef="#br0" timeOffset="87428.39">10743 3997 1004 0,'7'0'0'0,"-7"0"0"0,15-15 0 16,-15 15 0-16,31-27 1 0,-4 7 0 0,12 0 0 0,17 2-1 15,10-6 1-15,6 6 0 0,-3-2 1 0,6-2-2 16,-5 6 0-16</inkml:trace>
  <inkml:trace contextRef="#ctx0" brushRef="#br0" timeOffset="113725.79">13388 4863 124 0,'6'2'0'0,"-6"-2"0"0,5 14 0 16,-5-14 29-16,17 15 0 0,-17-15 1 0,11 11-1 16,-11-11 6-16,2 7 0 0,-2-7 0 0,5 13 1 0,-5-13 2 15,11 14 0-15,-11-14 1 0,15 13 0 0,-15-13-10 16,27 22 0-16,-27-22 0 0,42 27 2 0,-18-16-11 15,-2 5 0-15,2-5 0 0,-4 2 1 0,0 0 8 16,-5 1 0-16,-6-1 0 0,0 0 1 0,0-6 4 16,-5 2 1-16,-4 2 0 0,2-7-1 0,3 7 1 15,-1 3 1-15,-4 1-1 0,-4 5 1 0,-1 0-7 0,3 2 1 16,-7-2 1-16,-4 3-1 0,0 1-4 0,-2 1 1 16,-8-1 0-16,1-2-1 0,7 3 5 0,-7-3-1 15,0-4 0-15,-2-3 2 0,8-2-4 0,-4-1 1 16,5-1-1-16,-1-5 1 0,5-1 3 0,5-1 0 15,4-4 0-15,-5 5 0 0,5-5 0 0,0 0 0 16,2 0 0-16,0 0 0 0,0 0-14 0,2 0 1 0,7-5 0 16,2 1 0-16,13-1-6 0,7-1-1 0,4-3 0 15,-2 2 1-15,11-4-7 0,-4 0 2 0,8-5-1 16,1 5 1-16,-3-4-4 0,1 4 2 0,-1-5-2 16,-4 3 2-16,-3-1-1 0,1 1 0 0,-2 0 1 15,-5-1-1-15,-5 3 0 0,1 0-1 0,2-4 1 16,-7-1 0-16,0-2-1 0,-1 3 0 0,-4-5 0 15,-1-2 0-15,2-7-3 0,-5 0 0 0</inkml:trace>
  <inkml:trace contextRef="#ctx0" brushRef="#br0" timeOffset="114101.69">14376 4663 916 0,'4'5'0'0,"-4"-5"0"0,11 4 0 16,-11-4 10-16,24 7 2 0,-24-7-2 0,16 4 1 15,-16-4-2-15,6 11 0 0,-6-11 0 0,0 5 0 16,0-5-6-16,0 2 1 0,0-2-1 0,0 11 0 0,0-11-3 15,-4 20 0-15,4-20 0 0,-7 31 0 0,7-31 4 16,-6 36-1-16,6-36 0 0,-5 40 2 0,5-40 6 16,-6 35 2-16,6-35-2 0,-5 34 1 0,5-34 13 15,2 40-1-15,-2-18 1 0,-2 4 0 0,-2 10 5 16,4-3 2-16,0 3-2 0,0-5 1 0,0-4-2 0,0 4 2 16,-5-5-1-16,10-4 0 0,-3 3-4 0,5-3 1 15,1 0 0-15,6-2 0 0,-3 0-5 0,4-2 1 16,1-2-1-16,-1-1 2 0,0-4-4 0,-1-2 1 15,3 2 0-15,-1-6 0 0,-1 1-1 0,5-6 1 16,0 5 1-16,-7 1-1 0,3-6 0 0,-1 5 1 16,-4-5-1-16,2 2 0 0,5 0 0 0,-7 1-1 0,0 1 0 15,-2 0 0-15,-5-1-4 0,-2-1 1 0,1 0-2 16,-1 3 2-16,-2-3 2 0,0 2 2 0,-2 5-2 16,-3 2 1-16,-12 5 0 0,3-1 1 0,-8 3-1 15,5-2 2-15,-5 4-3 0,-1-3 1 0,-3-1-1 16,0-3 1-16,-1-11-16 0,3-2-1 0,-3-6 0 15,8-5 1-15,-4-5-8 0,10-6 1 0</inkml:trace>
  <inkml:trace contextRef="#ctx0" brushRef="#br0" timeOffset="114361.26">14312 4979 1269 0,'6'0'0'0,"-6"0"0"0,11 0 0 0,-11 0 12 15,24 0 2-15,-1-5-1 0,5 5 0 0,10-4 8 16,8-1-1-16,0 3 0 0,-4 2 1 0,-2 0-15 0,0 0 0 16,-5 2-1-16,-4-2 1 0,-7-2-6 0,2 2 0 15,-6-4 0-15,2 4 0 0,-6-5 0 0,-5 1 0 16,2 2 0-16,-2 2 0 0,-7 0 0 0,1 0 0 15,2 0 0-15,-3 0 0 0,-2-5-1 0,0 5 0 16</inkml:trace>
  <inkml:trace contextRef="#ctx0" brushRef="#br0" timeOffset="114646.82">15357 4810 715 0,'0'0'0'0,"0"0"0"0,4 11 0 16,-4-11 4-16,9 11-1 0,-9-11 1 0,7 20 0 16,-7-20 2-16,2 27-1 0,-2-27 1 0,0 22-1 15,0-22 0-15,-9 16-1 0,9-16 1 0,-24 26 1 0,13-4-4 16,-5 3 0-16,1 1 0 0,-3-3 1 0,5 1 6 15,-2 3 1-15,-1-1-1 0,3 1 1 16,-2 0 13-16,8-1 2 0,-11 1-1 0,5-3 0 16,-2 3 17-16,-5-5 0 0,9-2 0 0,-9-4 0 0,-2-1-3 15,0 3 0-15</inkml:trace>
  <inkml:trace contextRef="#ctx0" brushRef="#br0" timeOffset="114877.28">15044 4852 1155 0,'0'0'0'16,"0"0"0"-16,20 11 0 0,-20-11 14 0,37 31-1 0,-13-15 1 16,-8 2-1-16,4 2 13 0,-5-5 0 0,-4 7 0 15,2 1 1-15,5 3-7 0,2 3 1 0,-5-2-1 16,5-1 2-16,-7 1-16 0,9 0 2 0,-4-1-1 15,2-6 1-15,9-2-1 0,-3-5 0 0,0-2 0 16,1 1 1-16,2-8-6 0,-5-4 2 0</inkml:trace>
  <inkml:trace contextRef="#ctx0" brushRef="#br0" timeOffset="115199.47">15844 4583 1117 0,'2'3'0'0,"-2"-3"0"0,0 9 0 0,0-9 7 16,5 11 0-16,-5-11-1 0,-2 22 1 0,-3 2 3 0,-1 7 1 15,1 3 0-15,-4 1 0 0,-4-2-9 0,0 3 1 16,0 2 1-16,-3-3-1 0,1-4-4 0,-1 3 0 15,5-3 0-15,-4 0 1 0,4-4-7 0,2-1 1 16,-2 1 1-16,7-1-1 0,4-6 3 0,4-2-1 16,-4 2 1-16,4-4 1 0,3-5 2 0,-5 0 0 15,7 0 0-15,4 0 0 0,7 2 0 0,7-1 1 16,-5-1 0-16,4-5 0 0,1-1 6 0,6-1 0 16,2-4-1-16,0 5 2 0,3-5 1 0,1 0 1 0,-3-5-1 15,-5-1 1-15,0 1-4 0,-7-6 1 0</inkml:trace>
  <inkml:trace contextRef="#ctx0" brushRef="#br0" timeOffset="115399.5">16043 4774 1093 0,'-5'5'0'0,"5"-5"0"0,-15 15 0 16,15-15 5-16,-11 18 2 0,11-18 0 0,-9 36-1 15,-2-14 16-15,2 5-1 0,-4 8 0 0,2 1 1 0,-5 12-4 16,-1-1 0-16,-3 6-1 0,0-6 3 16,0 6-9-16,0 1 0 0,1-1 0 0,1-6 0 0,-2-1-3 15,0-1 1-15</inkml:trace>
  <inkml:trace contextRef="#ctx0" brushRef="#br0" timeOffset="116459.56">10657 6642 841 0,'7'4'0'16,"-7"-4"0"-16,15 16 0 0,-15-16 5 0,36 11 0 15,-36-11 1-15,24 11-1 0,-24-11 9 0,2 5-1 16,-2-5 1-16,2 4-1 0,-2-4-8 0,7 7 0 16,-7-7 0-16,4 0 1 0,-4 0-6 0,14 0 0 15,-14 0 0-15,33-5 0 0,-7 1-3 0,5-3 2 16,-2 0-1-16,-5-1 1 0,5 5-7 0,-5 1 1 16,2 0 0-16,1-3 1 0,-3 5 1 0,3 0 1 0,1-4-1 15,-1 2 1-15,-1 2 2 0,1 0-1 0,1-2 1 16,-1-1 1-16,1 3 1 0,1-4 0 0,0-1 0 15,2 5 0-15,2 0 4 0,2-2 1 0,0 2-1 16,3 0 1-16,4-4 15 0,-5-1 0 0,3 1 0 16,-3 2 2-16,-1 2 10 0,-3 2 2 0,0 0-1 15,2-2 0-15,0-2-1 0,-4 0 0 0,4 2 1 16,1 0-1-16,-1 0-1 0,0 4-1 0,-2 3 0 16,-2-7 2-16,2 4-7 0,0 3 2 0,1-3 0 15,-1-4 0-15,2 3-4 0,-4-1-1 0,0 4 1 0,-3-1 0 16,3-5-5-16,-4 4 1 0,4 3 0 0,-1-7 0 15,6 4 9-15,-1-4 2 0,-2 3-1 0,0 1 0 16,2 1 3-16,-2-3 1 0,-2 2 0 0,5 1-1 16,3 1-2-16,-6 3 1 0,3 2-1 0,-3-6 0 0,-2-3-5 15,-5 2 1-15,3 1 0 0,-1-1-1 0,1 3-4 16,0 2-1-16,4 2 0 0,-7-7 1 0,7 3-11 16,5 0 2-16,-3-3-2 0,0 1 1 0,1-3-5 15,1 0 0-15,3-2 0 0,-5 0 1 0,1 0 3 0,5 0 0 16,-3 0 0-16,6 0 0 0,-2 0-3 0,2 0-1 15,2 2 1-15,3 3 0 0,-1-1-1 0,1-2 0 16,-1 3 0-16,-6-1 1 0,-4 1-3 0,4-1 1 16,0 3-1-16,-5-5 2 0,3 0-1 0,-9 0 2 15,4 3-1-15,2-5 0 0,8 4 3 0,-8-4 0 16,1-4 0-16,6 4 0 0,-5-5 0 0,-1 3 1 16,6 2-1-16,-7-2 1 0,1 0-1 0,4 2 2 0,-5-5-1 15,5 3 0-15,0 0-1 0,0 0 1 0,4-3-1 16,-4 5 1-16,2-4 1 0,3 2 1 0,-10-1 0 15,7 1 0-15,-4 2-3 0,-3 2 0 0,-1 1 0 16,-3-3 0-16,2-3 1 0,0 1 1 0,1 2 0 16,-1-4 1-16,0 4-2 0,-4 4 1 0,-7-4-1 15,5 0 1-15,-5 0 1 0,1 0-1 0,-8 0 0 16,1 2 0-16,-5 1-2 0,0 3 1 0,-8-6 0 16,6 5 1-16,-7-5-4 0,-4 0 1 0,2 0 0 15,1 0 1-15,-1 0-3 0,0 0 0 0,-2 0 0 0,7 0 1 16,-7 0-3-16,2 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1:32:16.3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15752 13726 426 0,'2'2'0'0,"-2"-2"0"0,0 2 0 0,0-2 36 15,0 0 0-15,0 0 0 0,4-2 0 0,-4 2 7 16,9 0 2-16,-9 0 0 0,22-5 0 0,-22 5 12 16,44-9 0-16,-17 3 1 0,4-3 0 0,-1 2-20 0,6-4 1 15,-3 0 1-15,4-2-1 0,1-1-13 0,-1 1 1 16,7-2-1-16,-8-1 1 0,3 0-8 0,3-1 0 15,0-1 0-15,2 0 0 0,3 0-5 0,-3 1 1 16,9-1 0-16,-3 2 0 0,8 7-1 0,-3-2-1 16,-2 0 1-16,2 0 0 0,0 2 2 0,2-2 1 15,-2 0-1-15,-2 2 0 0,3 0 2 0,-1 3 1 16,2-1-1-16,-2 3 1 0,2-1 5 0,1 3 0 0,1 0-1 16,-3-1 2-16,1 3 2 0,-6 3 1 0,6-1-1 15,0 0 1-15,-2 0-1 0,5 1 1 0,-9 1-1 16,-1 0 1-16,-3 5-8 0,-3 0 0 0,7-2 0 15,-1-1 2-15,1 1-11 0,0-2 1 0,-3 1 1 16,5-4-1-16,2 3-6 0,-6-1 0 0,4 3 0 16,-5 2 1-16,-1 2-3 0,-3 0 1 0,4 0-1 15,1 0 2-15,-7 5-2 0,-3 2 1 0,-3 4-1 0,-1-4 1 16,0-1 1-16,3 1 1 0,-12 0 0 0,3 0 0 16,-3-1 5-16,-8 3 0 0,2-4 1 0,2 2-1 15,0-1 4-15,-2 1 1 0,4 0-1 0,-2-2 1 16,0-1 2-16,2 1 1 0,-4-1 0 0,0 5 0 15,4-2 1-15,0 2 0 0,1 0 1 0,-1-5-1 16,7 3-3-16,-7 2 1 0,3-2-1 0,-1 6 1 0,-6 3-2 16,2 0 0-16,2 4 0 0,-2-7-1 0,-2 3 1 15,-2 2 0-15,-1 0 0 0,3-1 0 0,-4 4-2 16,-5-6 1-16,2 1 0 0,0-1 0 0,3 1-3 16,-3 0 1-16,-7-5-1 0,10 2 0 0,-7 1 0 15,6-3 0-15,-6 5 1 0,2-5-1 0,-7 0-2 0,3 0 2 16,0 0-2-16,-3 1 1 0,-2-1-2 0,-2 0 2 15,7 0-1-15,-7 3 0 0,0-1-1 0,0-2 0 16,-7 1 0-16,7-3 1 0,-2-3-4 0,2-1 2 16,-2-1 0-16,0-1 0 0,-3-1-1 0,5 0 1 15,0-4 0-15,0 0 0 0,0 0-3 0,0-7-1 0,0 3 1 16,5-3 0-16,-5 0-3 0,2-2 0 0</inkml:trace>
  <inkml:trace contextRef="#ctx0" brushRef="#br0" timeOffset="585.26">19640 14734 1595 0,'4'0'0'0,"-4"0"0"0,9-5 0 0,-9 5 29 0,4-6 1 15,-4 6-1-15,0-3 0 0,0 3 9 0,2-2 0 16,-2 2 0-16,9-9 2 0,-9 9-40 0,7-15 0 15,-7 15 0-15,9-18 0 0,-9 18-38 0,20-29-1 16,-20 29 1-16,4-24 1 0,-4 24-93 0,7-14 1 16,-7 14 0-16,4-4 0 0,-4 4-10 0,4-7 0 15,-4 7-1-15,5-4 2 0,-5 4 88 0,2-2-1 16,-2 2 1-16,2 0 1 0,-2 0 17 0,7-7 1 0,-7 7-1 16,4 0 2-16,-4 0 30 0,7 0 0 15,-7 0 0-15,7 7 0 0,-7-7 40 0,19 15 2 0,-19-15-2 16,25 29 2-16,-14-5 69 0,2-4 1 0,0 3-1 15,0-3 1-15,1 4-23 0,3 0 0 0,-6 1-1 16,0-3 1-16,0 0-9 0,3-2-1 0,-3 0 1 16,-3 0 1-16,3-2-22 0,-4-2 1 0,0-3-1 15,-1 0 1-15,-1-2-22 0,1 0 1 0,-1 1-1 16,-5-1 2-16,2 0-12 0,-2-2 1 0,4-3 0 16,-1-1 0-16,-3-1-4 0,0-2 1 0,2 1 0 15,0-1-1-15,-2-2-4 0,4 0-1 0,-1-7 0 16,3-6 0-16,3-12-3 0,2-8 0 0,0-5 0 0,2-6 1 15,0-7-6-15,3-7 1 0,2 0 0 0,-1-6 0 16,3-5-4-16,4-2 0 0</inkml:trace>
  <inkml:trace contextRef="#ctx0" brushRef="#br0" timeOffset="3098.99">16078 13670 12 0,'7'0'0'0,"-7"0"0"15,0 0 0-15,0 0 12 0,0 0 1 0,0 0-1 16,2 0 1-16,-2 0 70 0,0 0 2 0,0 0-2 16,2 0 1-16,-2 0-56 0,2-4 1 0,-2 4 0 15,9-3 0-15,-9 3 13 0,9-13-1 0,-9 13 1 16,26-20-1-16,-26 20-9 0,31-29-1 0,-31 29 1 0,33-22 0 15,-33 22-8-15,36-18 0 0,-36 18 1 0,35-15 0 16,-35 15-6-16,37-18 1 0,-37 18 0 0,42-11 1 16,-15 9 0-16,-1-1 1 0,-2 1 1 0,7-2-1 15,-6 4-2-15,1-2 1 0,1-1-1 0,-3 1 0 16,7 0 0-16,-7 0 2 0,0 2-1 0,-6-5 0 0,2 3 3 16,2-2-1-16,-7 1 1 0,1 3-1 0,-1 0 0 15,0-2 0-15,1 2 0 0,-3 2 0 0,-2 3 2 16,0-1 0-16,0 1 0 0,2-1 0 0,-2 1 4 15,1 1 2-15,1-1-2 0,0 4 1 0,0-1-5 16,3 1 0-16,-8 2-1 0,8-4 1 0,-1 4-7 16,3 2 1-16,0 1 0 0,-1-1 0 0,3 0-4 0,2 1 1 15,0-1-2-15,-2 0 2 0,2 3-5 0,-2-5 0 16,2 0 0-16,-2 2 1 0,-5 1-1 0,5-3 0 16,0 2 0-16,-2 1 2 0,-7 1-3 0,2 3 1 15,-2 0-1-15,2-3 1 0,-2 1 2 0,0 1-1 16,-4 3 0-16,-1 3 2 0,5 1 3 0,0-2 0 0,-8 5-1 15,3 2 2-15,1 0 4 0,-3 2-1 0,7 0 0 16,-4-2 1-16,2 0-2 0,2-3 1 0,0 3-1 16,2 2 2-16,-8 5-4 0,6-5 1 0,-7 2-1 15,3 3 1-15,-1-7-7 0,-1 4 0 0,-3 0 1 16,4-2-1-16,-1-2-2 0,1 0 1 0,1 2-1 16,0 0 2-16,-1-2-2 0,1 0 1 0,2 0 0 15,-3-3 0-15,3 5 0 0,0-4-1 0,2 0 0 16,4-1 1-16,-4 1-2 0,5-3 0 0,-1 1 0 15,1-1 0-15,1 1 0 0,1-1 1 0,2 1 0 16,-7-3 0-16,5-2-2 0,-1 0 1 0,5 2 0 0,1-6 0 16,1 4-2-16,-2 2 1 0,2-9-1 0,-6 3 1 15,6-3-2-15,0-4 1 0,-2-3-1 0,5 1 1 16,1 0-1-16,1-1-1 0,-2 1 1 0,6-2 1 16,0-1-4-16,0 0 2 0,0 3-2 0,0 0 1 0,-2-3-1 15,2 1 0-15,-2 1 0 0,-3-1 1 0,1 4-2 16,0-3 0-16,-3 1 0 0,-1 0 2 0,5 1-3 15,-1-3 1-15,0 2 0 0,-5-1 1 0,2-1-2 16,1-1 1-16,-3-2-1 0,-2 3 1 0,3-1 0 16,1 1-1-16,-6-1 0 0,6-2 1 0,1 1-1 0,1-1 0 15,-8 0 0-15,5-2 0 0,-1 0 1 0,0 0-1 16,0 0 0-16,-2 0 1 0,-2 2-1 0,-4 3 1 16,-1 1 1-16,1-6-1 0,-3 3-1 0,-7-1 1 15,5 2-1-15,-2-2 2 0,2 3-1 0,-6-5 0 16,-1 2 0-16,-2 0 1 0,0 1-2 0,5-1 0 15,-5 0 0-15,3 0 1 0,-3 0-2 0,-2 1 1 16,7-1-1-16,-7 0 2 0,2 3-2 0,-2-1 0 0,0-2 0 16,0 0 0-16,0 1-2 0,0-1 2 0</inkml:trace>
  <inkml:trace contextRef="#ctx0" brushRef="#br0" timeOffset="3617.06">18952 14951 1444 0,'0'5'0'15,"0"-5"0"-15,6 6 0 0,-6-6 15 0,5 9 1 16,-5-9 0-16,17 18 1 0,-17-18 10 0,24 36 1 15,-24-36-1-15,23 26 1 0,-23-26-11 0,24 20 0 0,-24-20 0 16,20 22 1-16,-20-22-13 0,15 20 0 0,-15-20 1 16,20 18 0-16,-20-18-4 0,26 25 0 0,-26-25 0 15,22 24 1-15,-22-24-1 0,23 29 1 0,-23-29 1 16,22 22-1-16,-22-22 1 0,19 20 1 0,-19-20-1 16,16 16 2-16,-16-16 1 0,11 17-1 0,-11-17 1 15,6 18 1-15,-6-18 2 0,14 27 0 0,-14-27 0 16,0 33 2-16,0-33 4 0,-7 31 2 0,7-31-1 15,-13 29 1-15,13-29 2 0,-18 31 1 0,18-31-1 16,-24 31 0-16,24-31-3 0,-40 29 0 0,14-16-1 16,2 1 1-16,-3-1-4 0,-4 0 0 0,-4 1 1 15,-5-1-1-15,-6 0-5 0,-5 1 0 0</inkml:trace>
  <inkml:trace contextRef="#ctx0" brushRef="#br0" timeOffset="6398.89">19869 16015 1206 0,'2'2'0'0,"-2"-2"0"16,-6 14 0-16,6-14 17 0,0 15 1 0,0-15-2 16,0 27 2-16,0-27 19 0,-3 24 2 0,3-24-2 15,-8 33 1-15,8-33-2 0,-5 34 1 0,5-34 0 16,-2 40 0-16,-5-11-10 0,7-3 1 0,-2 3-1 0,2 0 1 16,2 2-16-16,5 2 2 0,-5 1-1 0,3-3 1 15,-1 2-3-15,0 3 0 0,-1 4 0 0,-3-3 0 16,4 3 0-16,-4 0-1 0,-4 0 0 0,1 2 0 15,-5-2 0-15,-6 3 0 0,6-1 0 0,-8-2 1 16,1 0 4-16,-1 0 1 0,-1-3-1 0,-1-1 1 16,-6 0 4-16,2-5 0 0,-3 0 1 0,-1-5-1 0,-3-1-1 15,5-3 1-15,-5 0 0 0,-6-2 1 0,-3-2-2 16,1-3 1-16,-5-1-1 0,-4-1 1 0,-5-2-3 16,-2-4 1-16,0 0-1 0,0-1 1 0,-4 1-5 15,2-3 2-15,-3 1-1 0,-1-3 1 0,-3 2-2 0,0-4 1 16,-2 0-1-16,12-4 2 0,-6-3-2 0,1-2 1 15,4 1-1-15,-2-1 1 0,-3 0-1 0,1 0 1 16,-5 0-1-16,3 0 1 0,2 0-3 0,-3 0 1 16,3 0 1-16,-3 3-1 0,7-1-1 0,-6 1 0 15,1 1 1-15,1 3-1 0,6 2-2 0,-4-7 0 0,0 3 0 16,2-1 1-16,2-1-3 0,1-1-1 0,3-2 1 16,1-2 0-16,0 0-2 0,-1-2 1 0,8-3 0 15,-1 0 0-15,7-1-1 0,0-3 0 0,2 0 1 16,2-5 0-16,5 1-1 0,-5-7 2 0,7-3-1 15,-4-1 0-15,2-3 0 0,-1 0 0 0,3 3-1 16,2-7 1-16,1 4-1 0,-1-2 1 0,0 0 0 16,2-2-1-16,3 0 0 0,4-3 0 0,2-1 1 15,-2-5 0-15,-2-3-2 0,2-3 2 0,-3-3-2 16,3 0 2-16,-2-7-3 0,0 3 2 0,2-1-1 16,-5-4 1-16,1-2-2 0,-5 0 1 0,5-4 0 15,-3 4 0-15,0-3 0 0,1 1-1 0,1-2 0 0,-1-1 1 16,-1-4-2-16,0-2 0 0,3-2 0 0,0 1 1 15,1-1-2-15,5-3 0 0,-4 1 0 0,2-1 1 16,0-2-1-16,2-2 1 0,3-2-1 0,-3 2 0 0,2 0-1 16,3-7 1-16,-1 3 0 0,3-1 0 0,0-1 0 15,2-1 0-15,2 2 1 0,0 1-1 0,1-5-1 16,-1 5 1-16,2-1 0 0,-4 1 0 0,3-1-1 16,1 3 1-16,0 0 0 0,1 2 0 0,-1 2-1 0,1 2 2 15,1-2-2-15,-1 1 1 0,1-1-1 0,3 2 0 16,-5 0 0-16,7 1 1 0,-2 1-1 0,2 8 0 15,0-3 0-15,0 0 1 0,0 0-1 0,3 7 0 16,-3-5 0-16,0 5 0 0,4 2 0 0,3-3 0 16,-3 5 0-16,1 3 1 0,1 1-1 0,1 1 1 15,0 0-1-15,1 2 1 0,-3 6-1 0,-3 3 1 16,9-3-1-16,-9 1 1 0,5-1-1 0,-3 1 2 16,1 6-2-16,-1-2 1 0,-6 4-1 0,2 3 1 15,0 4-1-15,-2 2 1 0,-5 5-1 0,5 2 1 0,-2-1-1 16,-1 6 1-16,-6 4-1 0,3 2 1 0,1 2 0 15,1 0 1-15,-1 3-1 0,0 1 0 0,1 3 0 16,1 0 0-16,-6 2 0 0,5 5 1 0,-3-1 1 16,2-1-1-16,1-1 0 0,-1 2 0 0,7-3 1 15,-2 1 0-15,2 0-1 0,-7 3 1 0,10-3-1 16,8 3 0-16,4-1-1 0,1 1 1 0,1 2-1 16,3-1 2-16,0 3-2 0,0 3 0 0,0 3 0 0,4 3 1 15,0 0-1-15,7 0 1 0,-4 2-1 0,2 5 0 16,-1 4-1-16,-6-5 1 0,5 1 0 0,4-3 0 15,0 0-1-15,2-2 1 0,-2 1 0 0,4-1 1 16,-4 0-2-16,2 0 1 0,2 0 0 0,-4-2 0 16,0 0-1-16,-4-3 1 0,3 3-1 0,-3 0 1 0,-5-2-1 15,-2 2 1-15,4 4-1 0,-4-2 1 0,-4-4-1 16,-10 2 2-16,-1-5-2 0,-3 3 1 0,-7-3-1 16,-1-4 0-16,-5 2 0 0,0 1 1 0,0-1-1 15,0 2 0-15</inkml:trace>
  <inkml:trace contextRef="#ctx0" brushRef="#br0" timeOffset="6899.94">17602 9700 1608 0,'0'0'0'0,"0"0"0"0,0 0 0 16,0 0 44-16,4 2 2 0,-4-2-1 0,5 11 1 0,-5-11-11 16,15 20 1-16,-15-20-1 0,33 22 1 15,-4-2-28-15,-5-2 0 0,5 2-1 0,0 0 1 16,1-5-9-16,1 3 1 0,-4 2 0 0,4-4 0 0,-3 1-9 16,3-1 0-16,-4 2 0 0,-1 0 0 0,5-7-12 15,2 2 1-15,-7 5-2 0,1-3 2 0,-3 12 8 16,-2-5-1-16,-4 5 1 0,2 2 1 0,-7 0 8 15,0-3-1-15,-2 5 1 0,-9 5-1 0,-2-5 4 16,-2 7 0-16,-9-5 0 0,-2 2 0 0,-2 3 3 0,-5 2-1 16,-2 0 0-16,-3 0 0 0,-3-2 8 0,-3-5 1 15,-2 3-1-15,0-1 0 0,-3-4 7 0,-3-2 1 16,-8-4 0-16,-6-3-1 0,-2-7 9 0,-6 1 1 16,-3-5-1-16,-9 5 1 0,-7-1-11 0,-3 1-1 15</inkml:trace>
  <inkml:trace contextRef="#ctx0" brushRef="#br0" timeOffset="17565.32">20345 11503 61 0,'0'2'0'0,"0"-2"0"15,0 11 0-15,0-11 18 0,7 2 0 0,-7-2 0 16,9 9 1-16,-9-9 52 0,9 9 1 0,-9-9 0 16,8 9-1-16,-8-9 16 0,9 4 0 0,-9-4 0 15,5 9 0-15,-5-9-22 0,6 11 0 0,-6-11 0 16,7 25 2-16,-7-25-27 0,4 26 2 0,-4-26-1 0,5 43 1 15,-5-14-14-15,0 2 0 0,0 4 0 0,2 3 1 16,0 4-7-16,0 2 2 0,1 5-2 0,3 2 2 16,-1 0 5-16,-3 7 0 0,2 2 1 0,1 2 0 0,-1 5-1 15,-4 0 1-15,4 1 1 0,1-3-1 0,1-5 7 16,1-2 1-16,0-7-1 0,-1-3 1 0,5-1-1 16,-4-3 0-16,2 3 0 0,0-2 2 0,2 3-4 15,-5 1 2-15,3-7 1 0,-7 1-1 0,-2-1-6 16,0-7 1-16,2-1 1 0,-2-3 0 0,-2-5-9 0,0 1 2 15,2-9 0-15,0-3 0 0,0-4-6 16,0-6 1-16</inkml:trace>
  <inkml:trace contextRef="#ctx0" brushRef="#br0" timeOffset="18286.86">20542 11600 1155 0,'4'0'0'0,"-4"0"0"16,2 0 0-16,-2 0 41 0,0 7 0 0,0-7 1 15,2 2-1-15,-2-2-8 0,0-4-1 0,0 4 1 16,0-5 1-16,0 5-28 0,0-4 2 0,0 4 0 16,-4-4 0-16,4 4-8 0,-9-5 0 0,9 5 0 15,-4-7 0-15,4 7-3 0,-2-6 0 0,2 6 1 16,-5-7 0-16,5 7-4 0,-6-6 2 0,6 6-2 16,-7-3 2-16,7 3 1 0,-2-6 1 0,2 6 0 15,-5-5 0-15,5 5 2 0,0-2 1 0,0 2-1 16,0 0 1-16,0 0 9 0,0 0 1 0,0 0-1 15,0 0 2-15,0 0 19 0,0 0 0 0,0 0 1 0,0 0 0 16,0 0 11-16,-6 2 0 0,6-2-1 0,-16 18 1 16,16-18 2-16,-31 40 0 0,16-16 0 0,0-4 1 0,1 3-8 15,3 1 0-15,-6 3 0 0,3 4 0 0,-1 4-5 16,0 3-1-16,-1 4 1 0,1-6 0 0,-3 1-7 16,0 1 0-16,3-4 0 0,-3 1 0 0,5-8-5 15,0-1 2-15,0-3-1 0,4-6 0 0,-4-3-10 16,2-5-1-16</inkml:trace>
  <inkml:trace contextRef="#ctx0" brushRef="#br0" timeOffset="18550.59">20548 11512 1695 0,'2'4'0'0,"-2"-4"0"16,5 7 0-16,-5-7 35 0,6 11 0 0,-6-11-1 15,7 18 2-15,-7-18 24 0,16 17-1 0,-16-17 1 16,17 31-1-16,-17-31-22 0,20 36 1 0,-5-14 0 16,1-2 0-16,6 5-25 0,2-1 2 0,3 3-1 15,-5 4 1-15,2-5-7 0,-2 1 1 0,7 0 0 16,-3-1 0-16,3-1-5 0,0-1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1:33:13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15685 13568 752 0,'3'2'0'0,"-3"-2"0"15,4 5 0-15,-4-5 13 0,2 0-1 0,-2 0 1 16,0 0-1-16,0 0 34 0,0 4 0 0,0-4 0 16,7 7 1-16,-7-7-3 0,11 4 0 0,-11-4-1 15,18 7 2-15,-18-7-23 0,33 9-1 0,-11-5 0 16,2 1 2-16,-2-3-4 0,7 2 1 0,-3-4-1 16,3 0 1-16,-1 0-5 0,3-6 0 0,2 3 0 15,1 1 1-15,-1 0-4 0,2 0 0 0,-2 2 1 16,-2 0 0-16,2 0 1 0,0 0 0 0,0 0 0 0,0 2 0 15,0 2 1-15,0 1 1 0,3-1-2 0,-3 1 2 16,2-1-1-16,5 3-1 0,-1-5 1 0,1 5 0 0,2 2 2 16,-5-1 1-16,3 1-1 0,0-2 1 0,2 0 2 15,-5-1 2-15,7-1-1 0,-2-1 0 16,2 1-3-16,3-5 1 0,3 0 0 0,-3 0 0 0,-1-5-2 16,-2 1 0-16,2 1 0 0,1-1 0 0,-1 0 3 15,-6-1 0-15,2 3 0 0,-5 2 2 0,3-5 0 16,0 5 1-16,1 5-1 0,-3-5 2 0,2 2-11 15,-1 0 0-15,-6 1 1 0,3 1-1 0,1 3-4 0,-2 2 1 16,-1-5-1-16,-4 3 2 0,1-1 2 0,0-1 0 16,-2-1 1-16,0-2-1 0,-1 1 2 0,1-1 0 15,0 0-1-15,1-2 2 0,1 0-3 0,0-2 1 16,-2 2-1-16,-1 2 1 0,-1 0-1 0,2 3 1 16,-1-5-1-16,-6 2 2 0,-2 0-4 0,0 3 1 15,0 1 1-15,0-1-1 0,-3-1-1 0,-3 1 0 0,-1-1 1 16,4 1-1-16,-1-1-1 0,-3 0 0 0,3 1 0 15,1 2 1-15,1 4-3 0,0-7 1 0,-1 1 0 16,1 1 0-16,-3-4-3 0,1 3 1 0,-1-1-1 16,1 1 1-16,-1-1-3 0,-6 3 2 0,2-7-1 15,4 2 0-15,3 0-1 0,0 0 0 0,-3 3-1 16,0-1 2-16,1 3-2 0,-1 2 1 0,-1 2-1 16,-3-7 2-16,0 8-3 0,0-4 0 0,0 4 0 15,-3-4 0-15,-1-1 0 0,2 0 0 0,-5-1 0 16,7 3 0-16,3-4 1 0,-3 4-1 0,0-1 0 0,-7-1 0 15,3 0-1-15,-1-1 2 0,1 1-2 0,-1 0 1 16,1 2 0-16,2 0 1 0,-5 2-1 0,3-7 0 16,-3 3 0-16,5-3 1 0,-2 1-1 0,-1 1 1 15,-3-3 0-15,3 1 1 0,-6 0-1 0,5 1 1 0,3-1-1 16,-1 3 1-16,0-5 0 0,2 3 0 0,-5-1 0 16,3 1-1-16,-1 1 0 0,1 3 1 0,-1 2-2 15,1-6 1-15,2 1 0 0,-5 3 0 0,-2 2-1 16,3 0 2-16,-1-2-1 0,1-2 0 0,-5 0 0 15,0-1 0-15,6 1 0 0,-1 0 1 0,-1 1-1 0,1 4 0 16,-1-4 1-16,3-1-1 0,-7 0-1 0,0-5 2 16,2 2-2-16,0 1 1 0,-2-1 1 0,4-4 0 15,-1 5 0-15,1-1 0 0,-4-2-1 0,2 3 2 16,-2-1-2-16,0-2 2 0,2 3-2 0,1-1 2 16,-1 1-1-16,0 1 1 0,0-3-2 0,-2 1 1 15,0 1 1-15,0-1-1 0,7 0 1 0,-7 3 1 0,0-5-1 16,0 1 1-16,2-1-1 0,-2 0 1 0,0 0 0 15,2 3 0-15,-2-5 0 0,0 0 0 0,2 4-1 16,3 1 2-16,-5-3 0 0,0 0-1 0,0 2 1 16,0 1 0-16,0-1-3 0,4 1 2 0,-4-1 0 15,0-2-1-15,0 3 1 0,0-5-1 0,0 2 1 16,2 0 1-16,-2 1-3 0,0-1 1 0,0 2-1 16,5 1 2-16,-5-3-2 0,0 0 1 0,0 2-1 15,2 1 1-15,0-1-1 0,3 3 1 0,-5-5-1 16,2 3 1-16,0-1-1 0,0 1 1 0,1-1-1 0,-1 3 1 15,2-5-1-15,-4 2 1 0,2 1-1 0,1-1 1 16,-1 3-1-16,-2 2 1 0,4 2-1 0,1-9 1 16,-5 3-1-16,4-1 1 0,-4 0-1 0,4 1 1 15,3-1-2-15,-7 1 0 0,4-3 1 0,-1 0 0 0,1 0-1 16,0 1 2-16,-4 1-2 0,5 0 2 0,-1-1-3 16,3 1 0-16,-3 3 1 0,-1 2 0 0,-1 0-1 15,0-3 0-15,2 1 1 0,-1 2 0 0,3-5-1 16,-1 3 1-16,-3-5-1 0,2 0 0 0,-4 1-1 0,0-1 1 15,0 0 1-15,0 2-1 0,0-4 0 16,0 3 0-16,0-1 1 0,2 0-1 0,1 0-1 16,-1 1 1-16,-2 1 0 0,4 0 1 0,-4 1-1 0,0-1 0 15,0 1 0-15,5-1 1 0,-5 1-2 0,0-1 1 16,0 1 0-16,0 1 1 0,0-4-2 0,0 1 1 16,0 3-1-16,2 1 1 0,-2 2-1 0,0-5 1 15,4 7-1-15,-2-4 0 0,-2 0 0 0,0-1 0 0,0 3 0 16,0-2 0-16,0 2 0 0,3 0 0 0,1 0 1 15,-4-1-1-15,0 4 0 0,4 1 0 0,-1-6 0 16,-1 1 0-16,0 1 0 0,3 0 0 0,-5 0 1 16,0 0-1-16,0 0 0 0,0 0 0 0,0 0 0 15,4-1 0-15,-4 6 0 0,0-5 0 0,0 0 1 16,0-1 0-16,0 1-1 0,0 0 0 0,0 2 0 16,0 3 1-16,0-6 0 0,0 4-1 0,0-4 0 15,0 1 1-15,-4-2-1 0,4 2 0 0,0-5 0 16,0 1 1-16,0-1-1 0,0 1 0 0,0-3 0 0,0 0 0 15,0 0-1-15,0 1 1 0,0 1 0 0,0-4 0 16,0 2-1-16,0 0 1 0,0 1 1 16,0-1-1-16,0 0-1 0,0-2 1 0</inkml:trace>
  <inkml:trace contextRef="#ctx0" brushRef="#br0" timeOffset="1130.36">19119 14723 1784 0,'0'0'0'0,"0"0"0"0,0 2 0 15,0-2 45-15,0 0 1 0,0 0-1 0,0 0 1 16,0 0-28-16,0 0 1 0,0 0 0 0,0 0 0 0,0 0-19 16,-6 6 0-16,6-6 0 0,-7 7 0 0,7-7-26 15,-4 11 0-15,4-11 0 0,-7 11 1 0,7-11-37 16,-2 5 0-16,2-5 0 0,-2 6 1 0,2-6 33 15,0 7 1-15,0-7 0 0,2 9 0 0,-2-9 14 0,2 9 2 16,-2-9-1-16,7 18 1 0,-7-18 8 16,8 22 2-16,-8-22 0 0,16 22 0 0,-16-22 1 0,17 22 0 15,-17-22 0-15,20 25 1 0,-20-25 3 0,16 26 0 16,-16-26-1-16,20 34 2 0,-20-34 5 0,17 33 0 16,-17-33 0-16,22 29 1 0,-22-29 5 0,13 22 0 15,-13-22 0-15,23 18-1 0,-23-18 8 0,22 18-1 16,-22-18 1-16,15 15-1 0,-15-15 6 0,20 13 1 15,-20-13 0-15,22 18 1 0,-22-18 4 0,24 20 1 16,-24-20 0-16,16 16 0 0,-16-16-2 0,15 20 1 0,-15-20 0 16,16 22 1-16,-16-22-10 0,6 11 2 0,-6-11 0 15,9 11 0-15,-9-11-6 0,9 5 1 0,-9-5-1 16,11 4 0-16,-11-4-3 0,6 4 0 0,-6-4 0 16,9 7 0-16,-9-7-2 0,9-4 0 0,-9 4-1 15,13-5 2-15,-13 5-3 0,18-4-1 0,-18 4 1 16,20-18-1-16,-20 18-1 0,33-27 2 0,-33 27-1 15,33-46 1-15,-11 17-3 0,0-4 1 0,-2 1 0 16,0-1 0-16,-5-2-1 0,5-3 2 0,-7 0-1 16,9 0 0-16,-2-4-5 0,7-7 0 0</inkml:trace>
  <inkml:trace contextRef="#ctx0" brushRef="#br0" timeOffset="5679.62">20570 13905 12 0,'0'3'0'0,"0"-3"0"0,2 9 0 0,-2-9 0 16,7 8 0-16,-7-8 0 0,5 18 1 0,-5-18 47 15,8 16 0-15,-8-16 1 0,3 17 0 0,-3-17 36 16,2 34 2-16,-2-34-1 0,0 38 1 0,0-16-5 0,0 2 1 16,-2 3 0-16,-1-1 0 0,-5-1-43 0,1-1 2 15,2 3-1-15,1 0 1 0,-3-3-8 0,3 0 2 16,-5 3-1-16,3 4 1 0,-1 0-10 0,3 5 1 16,-1-3-1-16,-1 5 1 0,-1 4-4 0,7 2 1 15,-2 3-1-15,2 2 2 0,-5-2-6 0,3 1 0 16,-2-1 0-16,-1 6 1 0,-1-4-2 0,3 2 1 0,-1 3-1 15,0-8 1-15,1 8 3 0,-1-8-1 0,2 1 0 16,2-3 2-16,2-2-2 0,0-2 2 0,0-2-2 16,1-5 1-16,-3 3-4 0,4 2 1 0,-2-7 0 15,0-2 1-15,-2-5-4 0,0-4 1 0,3-2 0 16,-3-5 1-16,0-4-6 0,0-5 1 0,-3 1-1 16,3-5 1-16,0-5-5 0,0 3 0 0</inkml:trace>
  <inkml:trace contextRef="#ctx0" brushRef="#br0" timeOffset="6218.69">20610 13976 1093 0,'0'-2'0'0,"0"2"0"16,0 2 0-16,0-2 19 0,7 9 0 0,-7-9 0 16,2 5 0-16,-2-5 18 0,0 2 0 0,0-2 0 15,0 0 1-15,0 0-14 0,0 0 0 0,0 0 0 16,0 0 1-16,0 0-12 0,0-2 1 0,0 2-1 15,-9 0 2-15,9 0-6 0,-7 0 1 0,7 0-1 16,-8 0 1-16,8 0-4 0,-18 0 1 0,18 0 0 0,-20 6 0 16,20-6-1-16,-20 16 2 0,20-16 0 0,-20 22 0 15,20-22 10-15,-22 25 1 0,22-25-1 0,-22 35 1 16,9-13 9-16,2 3 1 0,-4-3 0 0,1 0 1 16,-1 0 8-16,-1 1 0 0,1 1 0 0,-3-4 0 0,3 2-4 15,-5 0 0-15,7-2-1 0,-3-2 1 0,3 0-6 16,4-5 1-16,-4 3 0 0,2-3 0 0,2-2-7 15,7-2 0-15</inkml:trace>
  <inkml:trace contextRef="#ctx0" brushRef="#br0" timeOffset="6515.56">20725 13968 1595 0,'0'2'0'0,"0"-2"0"16,0 15 0-16,0-15 35 0,2 18 1 0,-2-18 0 16,9 25 0-16,-9-25 19 0,9 22 0 0,-9-22 0 15,4 20 0-15,-4-20-17 0,4 6 0 0,-4-6 0 16,18 9 0-16,-18-9-24 0,24 11-1 0,3-2 1 15,-3 0-1-15,9 0-5 0,7 0 0 0,-1-2 0 16,3-1 0-16,5-1-4 0,-3-1 2 0,0 3-1 16,-4 2 1-16,-5 4-3 0,-4 0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1:34:06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16662 13526 12 0,'5'2'0'0,"-5"-2"0"15,4 2 0-15,-4-2 7 0,9 0-1 0,-9 0 1 16,18 0 1-16,-18 0 58 0,17 0 1 0,-17 0 0 15,22 2 0-15,-22-2-32 0,27 9 1 0,-27-9-2 16,35 5 2-16,-15-3 14 0,6-2 0 0,-3 0 0 16,5-2 0-16,-4-1-15 0,7 1 1 0,-2 0-1 15,2 0 1-15,2 2 2 0,0-5 1 0,2 3 0 0,1 2 1 16,-1 2-6-16,0 3 2 0,0-1-1 0,-1 1 1 16,-1 1-1-16,0 3 1 0,2 0-2 0,-2 0 2 15,0 0-11-15,2 0 1 0,1 0 0 0,-1 0-1 16,-2 2 5-16,2 0-1 0,3 0 0 0,-3-2 1 0,0-3-10 15,3 1 2-15,-5 2-1 0,2-5 0 16,1 5 0-16,-1-2 0 0,0 2 0 0,-8 0 1 0,-3 2-1 16,-2 2 0-16,2 3 1 0,-2-1 0 0,0-1 3 15,-2-1 0-15,4 5 0 0,1-3 1 0,-5 1-6 16,2-3 2-16,-5 3-2 0,7-1 1 0,1 3-5 16,-1 4 1-16,0-4-1 0,0 0 1 0,1-1 0 0,-1 1 0 15,-2 0 0-15,2 0 0 0,-4 4-1 0,-2 2 1 16,2-6 0-16,4 0 0 0,-4 2-4 0,0 0 2 15,2 0 0-15,-2 0-1 0,-5 2 0 0,-2 2-1 16,0 1 1-16,7-1 0 0,-4 3 1 0,-3-3-1 16,5 5 1-16,-3-2 1 0,-4 0-1 0,2 1 1 0,3 6 0 15,-1-5 1-15,-4 4-3 0,2 5 2 0,3-5 0 16,-3 2-1-16,0 1 0 0,1-3-1 0,-1 3 1 16,-2-1 1-16,-2 1-3 0,-1 2 2 0,3 2-1 15,-4-7 1-15,2 2-3 0,0-6 1 0,-3 0-1 16,5-2 1-16,-2 4 0 0,2 0-1 0,-6 0 1 15,1 2 0-15,1-4-2 0,2 5 0 0,-1-1 1 16,-3-2 0-16,-3-2-3 0,3 0 1 0,-5-3-1 16,0-3 1-16,-5-1-1 0,-2-2 0 0,3-5 0 15,2-6 1-15,2-4-2 0,0-5 0 0,0 0 0 16,0 0 0-16,0 0-2 0,0 0 1 0</inkml:trace>
  <inkml:trace contextRef="#ctx0" brushRef="#br0" timeOffset="682.84">18603 15025 1569 0,'0'0'0'0,"0"0"0"0,0 0 0 0,0 0 46 15,9 0 0-15,-9 0 0 0,2 4 2 0,-2-4 3 16,0 4 2-16,0-4 0 0,0 7-1 0,0-7-44 16,0 2 0-16,0-2 0 0,0 3 0 0,0-3-9 15,0 0 0-15,0 0 0 0,7 8 1 0,-7-8-16 0,6 18 1 16,-6-18 0-16,11 45 0 0,0-10-14 0,3 1 1 15,-6 4-1-15,4-3 0 0,-1 1 16 0,0-2 0 16,2-3-1-16,-2 0 1 0,4-6 7 0,1 0 0 16,-1-1 1-16,1-4 0 0,-3-4 3 0,2-2 1 15,1-3-1-15,-3-2 1 0,-2-2 1 0,2-2 0 0,-6-1 0 16,6-1 1-16,-9-3 4 0,7 0 2 0,-4-2-1 16,6-2 0-16,5 0 12 0,0 0 1 0,6-7 0 15,-2-5 1-15,4-3 14 0,-1-8 2 0,3-4 0 16,3-4 0-16,2-5 3 0,-2-2 2 0,0-9-1 15,0-4 1-15,0-5-10 0,4-4 1 0</inkml:trace>
  <inkml:trace contextRef="#ctx0" brushRef="#br0" timeOffset="12317.31">18974 16241 665 0,'-5'7'0'0,"5"-7"0"15,-6 18 0-15,6-18 8 0,0 20 0 0,0-20 0 16,0 27 1-16,0-27 48 0,11 22 1 0,-11-22 0 15,2 24 1-15,-2-24-9 0,4 18 1 0,-4-18-1 16,0 27 1-16,0-27-14 0,5 40 0 0,-5-18 0 16,0-2 1-16,2 2-13 0,-2 2-1 0,-2-1 1 15,-1-3 0-15,1-3-8 0,0-1 1 0,-2-3 0 16,-1 1-1-16,5-1-5 0,-6 0-1 0,1 3 0 16,-4 4 0-16,-2 2-2 0,-2 2 0 0,-2-1 0 15,-3-6 0-15,-2 1-2 0,0-2 1 0,-2-1-1 0,-4 3 0 16,-3-5-2-16,-6 1 1 0,4-3-1 0,-7 0 1 15,1-2-1-15,-7-3 1 0,0 3 0 0,-3 2 0 16,-10 0 1-16,2 1 1 0,-7-1 0 0,-4 0 0 16,-4 2 1-16,-3 0 0 0,2 1 0 0,-2-1 0 0,-2 3-5 15,-2 1 2-15,2 1-1 0,7-2 1 0,-7-1-2 16,2-4 2-16,0 0-2 0,3 0 2 0,-1-2-4 16,5-2 1-16,-2 2-1 0,-1 2 1 0,1 0 2 15,2-2 0-15,-7 0 1 0,2 0 0 0,1 0-2 0,-3-7 2 16,7 5-1-16,-5-1 1 0,1 1 1 0,-1 0 0 15,1-1 1-15,-1 1 0 0,-2-3-1 0,9 1 1 16,-6-1-2-16,-1 1 2 0,3-1 4 0,-3-2 0 16,-1 3 0-16,3-1 1 0,5-2-4 0,-2 1 1 15,2 1-1-15,-2-4 1 0,4-4 3 0,-2 1 2 16,2-1-1-16,7-1 1 0,-2 1 1 0,6 0-1 0,-2 1 1 16,0 1 1-16,3-2 3 0,-8-1 0 0,10 1 1 15,-1-1-1-15,3 1 3 0,2-3 1 0,2-2-1 16,0 1 1-16,0-1-3 0,2-2 1 0,1 2-1 15,-5 0 1-15,0 0 0 0,4 4 0 0,0-1 1 16,-2 1-1-16,7 1-4 0,0 2 1 0,-3-1 0 16,10-1 0-16,-3 2-1 0,6 0 0 0,-1-1 0 15,2 1 1-15,2 2-9 0,0 0 1 0,2 2 1 16,0 1-1-16,-2 1-4 0,9 0 1 0,-9 1-1 16,6-1 1-16,-4 3-2 0,5 2-1 0,-3 0 1 15,3-3 0-15,-1 3-3 0,1 0 2 0,4 0-2 0,-5-2 1 16,5-1-1-16,0 1-1 0,3 0 0 0,3-1 1 15,1 1-1-15,4-2-1 0,-2-3 0 0,2 0 1 0,2 0-2 16,-2 0 1-16</inkml:trace>
  <inkml:trace contextRef="#ctx0" brushRef="#br0" timeOffset="12883.29">14151 16959 1557 0,'-7'2'0'0,"7"-2"0"16,-4 7 0-16,4-7 36 0,0 4 1 0,0-4-1 15,0 5 1-15,0-5-2 0,-5 4 0 0,5-4-1 0,-9 4 2 16,9-4-26-16,-6 5 2 0,6-5-1 0,-16 9 0 15,16-9-12-15,-28 11 0 0,28-11 0 0,-34 15 1 16,34-15-16-16,-35 14 1 0,35-14 0 0,-44 15 0 16,20-4-17-16,0 0-1 0,4 1 0 0,-7-4 2 15,7 1 0-15,1-2 0 0,-3 2 0 0,-1 0 1 0,1 6 4 16,-4-6 0-16,6 4 0 0,-4 3 1 16,4 2 7-16,2 0 2 0,3-1-1 0,-1 1 0 0,3 0 6 15,2 2 0-15,0 2-1 0,7-4 1 0,-5-3 8 16,7-1-1-16,-3-3 1 0,5 0 0 0,-4-2 3 0,4 0 0 15,4 0 0-15,-4 2 0 0,5 2 1 0,-5 0 0 16,4-2 0-16,3-2 0 0,-1 0 4 0,8-2 0 16,5-1 0-16,4-1 0 0,3-3 9 0,5 0-1 15,2 1 1-15,9-3-1 0,-2-5 17 0,6 1 2 16,-6-1-2-16,6-1 2 0,0-1-2 0,0 0 1 16,-6 5 0-16,2 2 0 0,2 0 0 0,5 4 2 0</inkml:trace>
  <inkml:trace contextRef="#ctx0" brushRef="#br0" timeOffset="27083.05">13026 14416 1017 0,'0'2'0'16,"0"-2"0"-16,11 14 0 0,-11-14 0 0,2 17 0 0,-2-17 0 16,11 20 0-16,-11-20 15 0,11 23 0 0,-11-23-1 15,11 20 2-15,-11-20 10 0,2 13-1 0,-2-13 1 16,9 24 0-16,-9-24-1 0,9 31-1 0,-9-31 1 16,11 34 1-16,-11-34-7 0,18 40 1 0,-10-18 0 15,1-2 1-15,0 2-9 0,2-6 1 0,0 4 0 16,0 0 0-16,-2 2-2 0,-2 0 1 0,-1 0-1 15,3 1 0-15,-5 1 0 0,3 3 1 0,-2-1-1 16,-1 1 0-16,-4 4 0 0,4 2 0 0,-1 3 1 16,1-7 0-16,0 8 0 0,-1 3 1 0,1 0-1 15,-2-2 0-15,5-5 13 0,-3 3 1 0,1-1 0 0,1 1-1 16,-1-5 6-16,1 2 0 0,3 1 1 0,-4-1-1 16,1 0 2-16,1 1-1 0,2-1 1 0,-5 2-1 15,3-3-1-15,1 1-1 0,-3 0 0 0,1 3 2 16,-1 1-4-16,-1 3 1 0,-4 3 0 0,0-6 0 0,0 6-5 15,0 3-1-15,0-4 1 0,0-2 1 0,-4 0-6 16,-5 0 1-16,7-2-1 0,-3 0 1 0,5-5-3 16,-4 3 0-16,0-1 0 0,-1-2 1 0,3-1-4 15,2 1 2-15,-4 0 0 0,4 0-1 0,-5 3 0 0,1 0-1 16,4-3 1-16,-2 0 0 0,2 0-3 16,-5 1 0-16,5-1 1 0,-4-4 0 0,-1-2-1 0,3-1 2 15,-5 3-2-15,7-4 2 0,0-1-3 0,0-4 0 16,0-2 0-16,-2-3 2 0,2-1-4 0,0-3 1 15,0-7-1-15,0 5 1 0,0 0-2 0,0 0 0 16,-2 2-1-16,-2-4 2 0,-1 1-3 0,5-1 1 16,0 0-2-16,0-1 2 0,0 1-4 0,0-7 2 0</inkml:trace>
  <inkml:trace contextRef="#ctx0" brushRef="#br0" timeOffset="27565.83">12880 16710 1356 0,'0'2'0'0,"0"-2"0"0,2 7 0 0,-2-7 31 15,7 13 0-15,-7-13 0 0,0 7 1 0,0-7 3 16,-11 0 0-16,11 0 0 0,-2 0 1 0,2 0-13 16,0 0-1-16,0 0 1 0,0 0-1 0,0 0-15 0,0 0 1 15,0 0-2-15,0 0 2 0,0 0-2 0,0 0 0 16,0 0 1-16,0 2 0 0,0-2 9 0,2 16 0 15,-2-16 0-15,11 35 1 0,-2-6 9 0,0 7 1 16,2-1 0-16,2-2 0 0,-4-1 5 16,-3-1 1-16,3-5-1 0,-2-1 2 0,2-3-7 0,0-7 1 15,2 1-1-15,-5-3 1 0,3-2-5 0,-5-4 1 16,1 0 0-16,6-1-1 0,0 3 0 0,-5-7-1 0,1 3 1 16,0 2 0-16,-1 1-5 0,3-1 1 0,-7-2 0 15,7-1 0-15,-4 0 3 0,1-4-1 0,3 3 0 16,-5-3 1-16,3-3-2 0,2 3 0 0,2-13 0 15,11-7 0-15,2-9-5 0,7-8 0 0,0-10-1 16,-2-6 2-16,4-10-8 0,0-5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396" max="6840" units="cm"/>
          <inkml:channel name="Y" type="integer" min="-2160" max="2160" units="cm"/>
          <inkml:channel name="T" type="integer" max="2.14748E9" units="dev"/>
        </inkml:traceFormat>
        <inkml:channelProperties>
          <inkml:channelProperty channel="X" name="resolution" value="253.89473" units="1/cm"/>
          <inkml:channelProperty channel="Y" name="resolution" value="227.36842" units="1/cm"/>
          <inkml:channelProperty channel="T" name="resolution" value="1" units="1/dev"/>
        </inkml:channelProperties>
      </inkml:inkSource>
      <inkml:timestamp xml:id="ts0" timeString="2024-04-15T02:41:19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21325 8496 0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396" max="6840" units="cm"/>
          <inkml:channel name="Y" type="integer" min="-2160" max="2160" units="cm"/>
          <inkml:channel name="T" type="integer" max="2.14748E9" units="dev"/>
        </inkml:traceFormat>
        <inkml:channelProperties>
          <inkml:channelProperty channel="X" name="resolution" value="253.89473" units="1/cm"/>
          <inkml:channelProperty channel="Y" name="resolution" value="227.36842" units="1/cm"/>
          <inkml:channelProperty channel="T" name="resolution" value="1" units="1/dev"/>
        </inkml:channelProperties>
      </inkml:inkSource>
      <inkml:timestamp xml:id="ts0" timeString="2024-04-15T02:35:02.6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17571 6399 0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4-16T12:08:10.3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21526 4756 0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492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4-15T12:09:34.0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14083 11582 0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2:17:40.32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408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9.57895" units="1/cm"/>
          <inkml:channelProperty channel="Y" name="resolution" value="118.73684" units="1/cm"/>
          <inkml:channelProperty channel="T" name="resolution" value="1" units="1/dev"/>
        </inkml:channelProperties>
      </inkml:inkSource>
      <inkml:timestamp xml:id="ts1" timeString="2024-04-16T12:17:43.298"/>
    </inkml:context>
  </inkml:definitions>
  <inkml:trace contextRef="#ctx0" brushRef="#br0">19997 5312 12 0,'-2'0'0'16,"2"0"0"-16,0 4 0 0,0-4 41 0,2 7 2 0,-2-7 0 15,4 7-1-15,-4-7 63 0,0 0 0 0,0 0 0 16,-6 0 0-16,6 0-21 0,-16 0 0 0,16 0 0 16,-11 0 1-16,11 0-29 0,-4-3 1 0,4 3-1 15,-5 3 1-15,5-3-23 0,-4 4 1 0,4-4-2 16,-7 4 2-16,7-4 1 0,-2 5 1 0,2-5 0 16,-2 7 0-16,2-7-4 0,-11 20-1 0,11-20 1 0,-4 31 1 15,4-31 1-15,-5 37 1 0,3-17 0 16,0-2 1-16,2 2-5 0,2-4 0 0,0 6 0 15,3 0 0-15,-5 5-8 0,4 4-1 0,-2 0 1 0,-2 0 1 16,2 0-7-16,5 0 0 0,-7 2-1 0,0-1 3 16,0-6-7-16,2 5 2 0,-2 0-1 0,-2 0 1 0,2 3-5 15,-4 1 1-15,1-1 0 0,1-3 1 0,0 0-6 16,0-2 2-16,0-1 0 0,2-1 0 0,2 4-1 16,0 7-1-16,2-7 1 0,3 0 0 0,-5-2-2 15,0-2 1-15,3-1 0 0,-3-1 0 0,2 1 0 16,-4-3 1-16,3-1-2 0,-1 2 2 0,-2-8 1 0,0 4 0 15,2-2 0-15,0-3-1 0,0 1 1 0,1-1 1 16,3-4-1-16,-6 5 1 0,5-5 0 0,-1 4 0 16,3 1 0-16,2 0 0 0,-1 1 1 15,1-1 0-15,0-1 0 0,2-1 0 0,-4-3 3 0,1 0-1 16,1-4 0-16,2 1 1 0,-6 4-1 0,1-6 2 16,3 3-2-16,0 2 1 0,0-4 2 0,0 4 0 15,-3-2-1-15,-1 2 2 0,-1-2-4 0,-2-2 2 16,5-1-1-16,-1 3 1 0,1-5-3 0,-2 1 1 0,3 2 1 15,-1-3-1-15,2 0-2 0,0 3 1 0,-1-2 0 16,-1 1 1-16,4-1-2 0,0-5 0 0,-4 4 0 16,6 3 0-16,2-7-2 0,1 4 1 0,-1 1 0 15,1-3 0-15,-1 2-2 0,-4 1 0 0,2-3 1 16,1 2 0-16,8-4-2 0,0 0 1 0,0 0-1 16,2 0 1-16,5-4 0 0,2 2-1 0,-1 0 1 15,-1-1 1-15,-5 3-2 0,-6 0 0 0,4 0 0 0,0 0 1 16,2 0-2-16,-4-4 1 0,-4 4 0 0,-1 0 0 15,-2 4 0-15,5-4 0 0,-3 0-1 0,1 0 1 16,6 0-2-16,4 3 2 0,1 1-1 0,-1 0 1 0,1-4-1 16,-3 5 0-16,2-5 0 0,-1 0 0 0,8 0-1 15,2-5 0-15,-2 5 1 0,-2-4-1 0,0 0-1 16,0 1 1-16,0-3-1 0,-3 1 1 0,-6 1-2 16,-4-5 1-16,2 2-1 0,2 3 2 0,0 2-2 15,-2 2 0-15,0-3 1 0,4 1-1 0,5 2-1 16,2-4 1-16,-5 1 0 0,3 1 1 15,-1 0-2-15,1 2 0 0,0 0 0 0,-1 0 1 0,1 4-1 16,2 3 0-16,-7-7 1 0,0-4 0 0,5 1-1 16,-9-1 0-16,-5 4 0 0,5-4 0 0,2-1 0 0,-2 1 1 15,-2 1-1-15,6-1 1 0,0-3-1 0,7 3 0 16,-4-5 0-16,-1 7 2 0,-2-3-2 0,1 5 0 16,-6-4 0-16,3 2 0 0,-4 2 0 0,2 2 0 15,-2 2 0-15,-3-4 1 0,0-4-1 0,-4 2 0 0,1 2 0 16,-1 0 1-16,2 0-1 0,0-2 0 0,-2 2 0 15,0 0 1-15,0-3-2 0,-2 3 1 0,-2 0 0 16,-3 0 0-16,-4-4-1 0,4 4 0 0,1-5 0 16,-3 3 1-16,-2 0-1 0,0 0 0 0</inkml:trace>
  <inkml:trace contextRef="#ctx0" brushRef="#br0" timeOffset="449.16">22079 6435 1670 0,'0'0'0'16,"0"0"0"-16,0 7 0 0,0-7 32 0,2 9 0 16,-2-9 0-16,7 0 0 0,-7 0-1 0,0 0-1 15,0 0 0-15,8 2 1 0,-8-2-18 0,11 9 1 16,-11-9-1-16,33 11 0 0,-4-2-11 0,4 2 0 16,-4 0 0-16,2-4 0 0,-7 2-2 0,-2 2 0 15,-2-2 0-15,-2 4 0 0,-1 0 0 0,5-1 0 0,-4-1 0 16,-5 0 0-16,-4 0 3 0,-2 0-1 0,1 2 0 15,-1-6 1-15,0 2 7 0,-1 2 2 0,-6 0-2 16,9 0 1-16,-2 0 6 0,-3 0 0 0,-2 3 0 16,1-8-1-16,-3 3 3 0,6 2 1 0,-6-6-1 15,2 1 0-15,-2 1 1 0,0 2 1 0,0-5 1 16,0 3-1-16,-2 0-3 0,-4 2 0 0,-1-3 0 16,-4 8 1-16,-5 1-4 0,-3 3 2 0,-1-3-1 15,2 1 1-15,-6-5-4 0,2 5 1 0,2-5-1 16,-4 4 2-16,-3-4-6 0,1 0 1 0,-1 1-1 0,3 1 1 15,-7-2-7-15,2-2 2 0</inkml:trace>
  <inkml:trace contextRef="#ctx1" brushRef="#br0">23681 12113 0,'0'0'0,"0"0"0,0 0 15,0 0 1,0 0-1,0 0 1,0 0 0,0 0-1,0 0-15,23 0 16,1 0 0,-1 0-1,1 0 1,-1 0-1,1 0-15,-13 0 32</inkml:trace>
  <inkml:trace contextRef="#ctx0" brushRef="#br0" timeOffset="4316.41">20923 5343 12 0,'0'0'0'0,"0"0"0"16,5 4 0-16,-5-4 0 0,13 18 0 0,-13-18 0 16,11 16 0-16,-11-16 0 0,-2 4 0 0,2-4 0 15,0 11 0-15,0-11 1 0,0 5 0 0,0-5 0 16,0 11 0-16,0-11 54 0,0 15 0 0,0-15 0 16,0 14 0-16,0-14-23 0,0 31 0 0,0-11 1 0,2 2-1 15,0 2 4-15,2 3 1 0,3 4-1 0,-3-4 1 16,3-1 7-16,2 5 0 0,-2-2 0 0,-5 7 0 0,4-3-2 15,-3 3 1-15,1-1-1 0,0-2 1 0,1 5-6 16,-5 2 0-16,-5 2 0 0,1 1 1 0,0 1-5 16,-5 3-1-16,2-1 1 0,0 3-1 0,-4 2-6 15,7-4 0-15,-7 2 0 0,7-7 0 0,-3 0-3 16,3-6 1-16,-1-3-1 0,5 0 2 16,0-2-4-16,0-4 1 0,0 0-1 0,5 1 0 0,-3 4-3 15,2 1 0-15,1-2 0 0,-1-2 0 0,0 2-3 16,3 0-1-16,-5 4 1 0,0-6 0 0,3 0-1 15,-5 0 1-15,2-2-2 0,2 2 2 0,-4-3-3 0,5 1 0 16,-5 0 1-16,2-5-1 0,0 2-1 0,1-6 0 16,-1 2 1-16,-2-2-1 0,6 2-1 0,-6 0 0 15,5 2 0-15,-1 0 1 0,3 3 2 0,-5-3-1 16,2 2 0-16,1-6 1 0,-1 2-2 0,1-5 0 0,-3 1 0 16,0-3 2-16,0 3-2 0,3-3 1 0,-5 0 1 15,2 1-1-15,2 1-1 0,1-8 0 0,-1 9 1 16,0-5-1-16,8 2 5 0,-4 5-1 0,3-3 1 15,-6-4 1-15,6 5-7 0,-2-5 0 0,-1 0 0 16,1 0 0-16,0 3-3 0,2-3 1 0,-6-2 0 16,1 2 0-16,3 0-2 0,-7 0 2 0,3 0 0 15,-1 0 0-15,3 2 1 0,-1 1 1 0,1-3-1 0,-1 2 1 16,3-2 0-16,-4-2 1 0,-1 2 1 16,5 0-1-16,-2 0 0 0,-1-4 1 0,1 2 1 0,-1-2-1 15,1 2 0-15,-7 2 1 0,2-7-1 0,3 3 2 16,-1 2-2-16,0 2 1 0,-1-5 0 0,3 3 0 15,1-4 2-15,-1 1-1 0,3 1 1 0,-4 2 0 0,1-2-3 16,1 1 1-16,0-1 0 0,-1 0 0 0,1 2-3 16,-1-5 1-16,3-2 0 0,4 3 0 0,-2-1-3 15,5 1 1-15,4-1 0 0,-5 3 0 0,1-7-3 16,-1 2 2-16,1 0-1 0,-1 0 1 0,0 3-3 16,1-5 2-16,-1 4 0 0,10-4 0 0,-6 3-1 0,6-1 1 15,-1 0 0-15,0 2 1 0,-2-4-4 0,-4 5 2 16,2-3-1-16,-5 0 1 0,-2 1-3 0,-4 1 2 15,0-4-1-15,4 2 1 0,0 0-3 0,1 1 1 16,3 1 0-16,-1-4 0 0,-1 4-1 0,-2 1 2 16,7 2-2-16,-2-5 1 0,2 2-1 0,2-2 1 15,-5 5-1-15,6-5 0 0,1 3-1 0,2-1 2 16,-1 1-1-16,1-1 0 0,0 3-1 0,1-3 1 16,2 3 0-16,-5-3 0 0,2 1-1 0,1 1 1 15,-3-6 0-15,-2 5 1 0,-2-5-2 0,-2 2 1 0,-1 0-1 16,-4 1 1-16,-2-3-1 0,-2 0 2 0,-2 0-1 15,2 0 0-15,6 0-1 0,-2 0 2 0,1 0-2 16,-1 0 1-16,-2 0-1 0,2 0 1 0,-2 0-1 16,2 0 2-16,1 0-2 0,1 0 0 0,1 0 0 15,-3 0 1-15,-4 0-1 0,-3 0 1 0,3 0-1 16,-2 0 0-16,4 0-1 0,-3 4 1 0,1-2 0 16,0 0 0-16,2-2-1 0,0-2 0 0,0 2 0 0,0 0 0 15,-6-2-3-15,1 2-1 0,-1-4 1 0,3 1 1 16,-1 1-16-16,-3 0 1 0</inkml:trace>
  <inkml:trace contextRef="#ctx0" brushRef="#br0" timeOffset="4781.07">22593 7654 1206 0,'0'0'0'0,"0"0"0"16,4 12 0-16,-4-12 13 0,2 8 2 0,-2-8-1 15,0 7 1-15,0-7 4 0,0 5 0 0,0-5 0 16,0 2 0-16,0-2-5 0,0 13 0 0,0-13 0 16,5 22 1-16,-5-22-7 0,11 36 1 0,-3-9 0 15,3-5 0-15,1-2 0 0,1 2 1 0,2-2 1 16,3-7-1-16,2 1 3 0,4 1 1 0,-6-4-1 16,-1 5 1-16,3-1 10 0,-2 1 2 0,2 2 0 0,-5-3 0 15,-2 1 6-15,3 4 2 0,-8-5 0 16,1-1-1-16,-2-6-4 0,-5-3 1 0,0 2-1 0,3 1 1 15,-3 3-5-15,0 1-1 0,3-1 1 0,-5 0 1 0,0 0-1 16,0 0 0-16,0 2 1 0,0 3 0 0,-11-3-5 16,0 3 2-16,-3 2-1 0,-1-3 1 15,-5 3-5-15,0 0 1 0,-4-3 0 0,0 1 0 0,-3-3-5 16,-4-2 2-16,0 0-1 0,3 5 0 0,1-5-3 16,-1 4-1-16,-1-8 0 0,5 2 1 0,2-7-7 15,0-2 1-15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2:21:30.8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9561 12895 12 0,'0'-2'0'16,"0"2"0"-16,0 2 0 0,0-2 14 0,-6 2 2 16,6-2 0-16,-5 0 0 0,5 0 69 0,0 0 0 0,0 0 0 15,5 0 1-15,-5 0 2 0,0 0 2 0,0 0 0 16,0 0 0-16,0 0-23 0,0 0 0 0,0 0 1 16,0 0-1-16,0 0-22 0,0 0 0 0,0 0 0 15,0 3 0-15,0-3-13 0,0 15 2 0,0-15-1 16,0 20 1-16,0-20-10 0,2 27-1 0,-2-27 1 15,4 29 0-15,-4-29-3 0,5 28 0 0,-5-28-1 16,4 34 2-16,-2-12-2 0,3 0 1 0,-1-2-1 16,-4-2 2-16,-4-3 2 0,4-1 1 0,-5 1 0 15,5 5 0-15,0-4 1 0,0 2 0 0,0 2 0 0,0 2 0 16,0 2-2-16,0 3 1 0,5-5 0 0,-5 0-1 16,0 3-2-16,0-1 0 0,0-2 1 0,4 1-1 15,-4-1-4-15,5 2 1 0,-5-4 0 0,2 2 0 16,0-6 0-16,-2-1 2 0,7 3-2 0,-7 2 1 0,4 2-3 15,-4 1 1-15,0-3-2 0,4 0 2 0,-1 0-3 16,1 2 0-16,-4-2-1 0,4-2 1 0,-4-3-3 16,3 1 0-16,-1-5 1 0,2 2 0 0,3 0-3 15,4 1 0-15,-5-1 1 0,3 0-1 0,0 1-4 16,2-1 2-16,5 0-1 0,-1-2 1 0,-2-2-3 16,9-2 2-16,-2 0-1 0,-2 1 1 0,10 4 0 0,3 1 2 15,-6-6 0-15,5 1 0 0,-1-1-1 0,6 4 1 16,-4-2 0-16,-2 0 0 0,-3 0-1 0,-1 0 0 15,6 0 0-15,-5 0 1 0,5-1-3 0,0 1 2 16,0 0-1-16,2 0 1 0,4 0-3 0,3 0 1 16,0 0 0-16,2-3-1 0,-5 1 0 0,5 0 0 0,-2-1 0 15,2-1 0-15,2-1 0 0,-5 1-1 0,8 1 1 16,-1-3 1-16,0 3-1 0,5 3 1 0,0 0-1 16,-5-2 1-16,5 2-2 0,-3-7 2 0,1 4 0 15,-1 3-1-15,1 0 0 0,-3-2 0 0,0 2 1 16,1-3 0-16,-1 5-2 0,3-2 2 0,-1 0-2 15,-2 0 2-15,-2 0-2 0,-2 0 1 0,3 2-1 16,-1 0 2-16,0 0-2 0,-7-2 1 0,7 2-1 16,-2 0 2-16,5 0-2 0,3 1 1 0,-1-1-1 15,4 0 2-15,-3-2-3 0,3-1 2 0,0 1-2 16,0 0 2-16,-2 0-2 0,0 2 1 0,2-6-1 16,2 1 0-16,0 1-2 0,0-3 2 0,0 1-1 0,5-1 0 15,-1 3-1-15,3 0 1 0,-7-3 0 0,2 1 0 0,-1-1-2 16,3 0 1-16,-4 3 0 0,5-5 0 0,-5 3 0 15,2 4 0-15,-2-3 1 0,1 3-1 0,1-2 0 16,-6-1 0-16,6 1 0 0,-2 2 1 0,7 2-1 16,0-2 2-16,-3-2-2 0,1-1 1 0,-1 1 0 15,1-3 1-15,-1 1-1 0,1-1 0 0,-5 1 0 16,4-3 1-16,5 0-1 0,-6 3 1 0,1-5-1 16,-4 0 2-16,3 0-1 0,4 0 0 0,-7 0 1 0,2 2-1 15,-2 2 1-15,0-1-1 0,-2-1 0 0,0-2 1 16,-2 0-1-16,-3 4 2 0,-1 1-3 0,-1 1 1 15,-9-1 0-15,1-1 1 0,-3-2-1 0,3 3 1 16,-7-3-1-16,-3 0 0 0,5 3 1 0,-6-3-1 16,2 2 0-16,-3-4 1 0,-4 0-2 0,-2 0 1 15,-5 3 0-15,-1-1 0 0,-3-2-1 0,-7 0 2 16,-2 0-1-16,-2 0 0 0,5 0-2 0,-5 0 2 0,0 0-2 16,0 0 1-16,0-2-2 0,0-1 1 0</inkml:trace>
  <inkml:trace contextRef="#ctx0" brushRef="#br0" timeOffset="355.07">15004 14207 2023 0,'2'5'0'0,"-2"-5"0"0,7 0 0 0,-7 0 13 16,6 0 2-16,-6 0-1 0,25 0 1 0,-25 0 7 16,37 7 2-16,-8-1-2 0,-5 1 2 0,5 0-16 15,-3 1 1-15,3 4 0 0,-3 1 0 0,-1 0-9 16,-8 0 0-16,5 3 0 0,0 2 0 0,3 0-1 16,1-3 0-16,-2 1-1 0,7-3 1 0,-9 3-3 15,3-1-1-15,-1 3 1 0,2 0 1 0,-6-1 1 0,0 1 1 16,-2 0 0-16,-3 2 1 0,1-5 0 0,-3-1 0 15,-2 3 0-15,-7 3 1 0,-2 0 6 0,-2 0 1 16,-2 3-1-16,-2-1 0 0,-7 2 9 0,-5-2 0 16,-4 3 0-16,-6-1 0 0,-5 1 5 0,-4-1 0 15,-5 3 0-15,-6-5 1 0,-5 2-2 0,-6-1 1 0,2-3-1 16,-7-3 2-16,0-1-13 0,-2-3 1 0</inkml:trace>
  <inkml:trace contextRef="#ctx0" brushRef="#br0" timeOffset="1842.42">10459 13150 1318 0,'2'7'0'16,"-2"-7"0"-16,4 16 0 0,-4-16 28 0,5 15 0 15,-5-15 0-15,0 11 0 0,0-11-5 0,0 18 0 16,0-18 0-16,0 16 0 0,0-16-22 0,0 17 1 16,0-17-1-16,4 16 0 0,-4-16-9 0,5 22 1 15,-5-22-1-15,6 31 2 0,-1-9-18 0,-5-2 2 0,4 5-2 16,3 1 2-16,-5 6-1 0,5 1 1 0,-3 2-1 15,3 1 1-15,-1-1 13 0,3 3 0 0,-7 4 0 16,5 1 1-16,-5-1 6 0,2 4 0 0,-4 8-1 16,5-5 1-16,-1 4 2 0,3 5 0 0,-3-3 0 15,-4 1 0-15,0-1 2 0,0 3 2 0,0 0-2 16,0-1 1-16,0-1 4 0,0 2 1 0,0-1-1 16,0 1 0-16,0 0 4 0,0 0-1 0,0-5 0 15,3 2 0-15,-1 1 4 0,0-7 1 0,-2 4 0 0,0 0-1 16,0-2 1-16,0 0-1 0,4 3 1 0,-4-5 1 15,5-3-1-15,-5 1 1 0,0-3 0 0,0-2 1 16,0-2-3-16,0 3 2 0,4-1 0 0,-4-2-1 16,7 0 0-16,-3 2 0 0,1-7-1 0,-1 3 1 0,3-2-3 15,-1-3 2-15,3 0-2 0,2 3 1 0,5-7 5 16,-1 0 1-16,3-3 0 0,-1-4 1 0,3 3-3 16,0-3 3-16,2 0-1 0,7 1 0 0,-3-3-2 15,-2-3-1-15,7 1 1 0,-2 2 1 0,6 2-2 0,0-6 0 16,1 2-1-16,-1-1 2 0,5 1-3 0,2 0-1 15,-3 0 1-15,3-1-1 0,0 3 0 0,2 0 1 16,3-2-1-16,3-2 1 0,1-1-3 0,0-4 1 16,-3 0 0-16,7 0 0 0,-4 1-3 0,-5-1 1 15,1-2-1-15,1-1 1 0,-1-1-3 0,-1 2 1 16,-2 0-2-16,5 0 2 0,-1 0-1 0,5 2 1 16,-5 0-1-16,1-2 1 0,-3-3 2 0,-2 1 1 0,9 2-1 15,-6-5 1-15,-5 3 0 0,2-3 2 0,4 1-2 16,3 2 1-16,-3-5 2 0,3 0 0 0,-2 0 1 15,6 0 0-15,-2 1-2 0,0 1 2 0,-3-4-1 16,-1 2 1-16,-1 1-2 0,3-1 2 0,-5 2-1 16,1 1 1-16,-1-1-3 0,3 3 1 0,-8-5-1 15,4 0 1-15,-6 0-2 0,1 1-1 0,2-1 0 16,-2 2 0-16,6-4-2 0,-4 3 1 0,-3 1-1 16,8 0 1-16,-1-1-2 0,5 1 1 0,0 1 0 15,-5-1 1-15,0-4-2 0,-4 0 1 0,2 0-2 0,2 2 2 16,-4 3-2-16,0-1 1 0,0 1-1 0,0-5 1 15,0 2 0-15,4 0 0 0,-2 0-1 0,-2 0 2 16,7 3-2-16,-1-1-1 0,-1-1 1 0,-1 3 0 16,-4-4-1-16,2 3 1 0,-2-1-1 0,4 1 2 15,3-5-2-15,-1 2-1 0,-4 2 1 0,3 1 0 0,-5 1 1 16,-1 3-1-16,4-2 1 0,-6 2 0 0,3-5-1 16,-2 1 2-16,2-1-1 0,0 1 0 0,-3 4 0 15,-1-5 0-15,6 3-1 0,-7-3 2 0,3-2-1 16,0 3-1-16,-5 1 1 0,-6 3 0 0,-5 2-1 0,-2 3 1 15,-4-3-1-15,2-5 1 0,-5 1-2 0,7-5 2 16,-9 1 0-16,1-1-1 0,-6 0 0 0,-5-2 0 16,5 0 0-16,1-2 0 0,-7 0-2 0,-2-1 0 15,0-1-1-15,0-1 2 0,0-1-4 0,-2-3 1 16</inkml:trace>
  <inkml:trace contextRef="#ctx0" brushRef="#br0" timeOffset="2250.01">15103 16381 2035 0,'-4'7'0'0,"4"-7"0"16,0 7 0-16,0-7 28 0,2 0 0 0,-2 0 0 0,9 0 0 15,-9 0 15-15,6 0 1 0,-6 0 0 16,14 2-1-16,-14-2-19 0,35 11-1 0,-11-4 1 0,1-1 0 16,3 1-19-16,3 0 2 0,-7 2-1 0,7-1 0 15,-2 6-3-15,4 1-1 0,-2 1 0 0,0-5 1 0,-5 0-2 16,-2 0 1-16,1 0-1 0,1 3 0 0,1-3 0 16,-5 2 0-16,-2 0 0 0,4 1 0 0,-4 1 0 15,-1 3 1-15,-3 0-1 0,-3-3 1 0,-4 1 1 16,-2-1 1-16,-3 1-1 0,-2-1 2 0,-2 3 1 15,-2 2 1-15,-5 0 0 0,-4 5 1 0,-6 3 1 16,-1 6 0-16,-11-1 0 0,3 0 1 0,-9 1 1 0,-3-1 0 16,-6-4 0-16,-4 0 1 0,-8 0-2 0,1-5 1 15,-2 3 0-15,2-3 0 0,-5-2 1 0,7-2 0 16,-4-4-1-16,-5-5 1 0,-2-7-3 0,-2-4 1 16</inkml:trace>
  <inkml:trace contextRef="#ctx0" brushRef="#br0" timeOffset="66850.13">17586 15598 12 0,'5'2'0'0,"-5"-2"0"0,-5 9 0 16,5-9 0-16,-2 11 0 0,2-11 0 0,0 9 0 16,0-9 0-16,0 4 0 0,0-4 0 0,0 4 0 0,0-4 0 15,0 5 0-15,0-5 0 0,0 4 0 0,0-4 0 16,0 5 0-16,0-5 0 0,2 6 0 0,-2-6 0 15,0 3 0-15,0-3 0 0,5 4 0 0,-5-4 0 16,2 7 0-16,-2-7 0 0,9 9 0 0,-9-9 12 16,11 9 2-16,-11-9-2 0,20 6 1 0,-20-6 35 15,28 5 0-15,-28-5-1 0,34 4 1 0,-34-4 12 0,28 9-1 16,-28-9 1-16,31 9 0 0,-31-9 4 0,31 9 1 16,-31-9 0-16,20 13 0 0,-20-13-13 0,26 9 0 15,-26-9-1-15,27 9 2 0,-27-9-15 0,28 7 0 16,-28-7 1-16,31 2 0 0,-31-2 2 0,36 9 2 15,-36-9-1-15,37 4 0 0,-37-4-6 0,44 4 0 0,-22-4 0 16,2-2 0-16,-6 0-7 0,11 2 0 16,-7 0 0-16,2 0 2 0,0 0-3 0,-4 0 0 0,4 0 0 15,1 4 0-15,-1-1-8 0,-2-1 0 0,2 0 0 16,-4 0 1-16,2 1 0 0,-2-1 1 0,0 0 1 16,-5 0-1-16,5 3-10 0,-4-1-1 0,1 1 0 15,1 1 1-15,-3-4-2 0,1 5 1 0,-5 0-1 16,-2-3 1-16,2 3-2 0,2-5 1 0,-2 3-1 15,2-1 1-15,3 0-6 0,-3 1 2 0,2 2-1 16,-4-1 0-16,2-1-3 0,1-1 2 0,-1 1-1 16,-2-1 1-16,0 3-3 0,0 2 1 0,2-3-1 0,3-1 1 15,-5 1 3-15,2-4 0 0,-2 5 0 0,4 2 0 16,1-2 1-16,-5-1 1 0,2 1-2 0,0 0 2 16,1-1-1-16,-3 3 1 0,0 0-1 0,0-2 1 0,2 2 0 15,-4-5 1-15,2 3-1 0,-2-1 1 0,2 3-1 16,-5 2 1-16,3 1 0 0,0-4 0 0,0 1-1 15,-1-2 1-15,4 4 0 0,1 5 1 0,0 4-2 16,0 2 1-16,3 0-2 0,-5-2 2 0,0 0-1 16,-2 0 0-16,-5 2-1 0,3 3 1 0,-1-1-1 15,1 0 1-15,-1 1-2 0,1-3 2 0,2 0-3 0,-5 0 1 16,-2-4-1-16,3 2 2 0,-1 0-3 0,1 0 2 16,-5 2-2-16,0 1 2 0,6 1-4 0,-1 0 0 15,-1 1 0-15,-4 2 1 0,2-7-2 0,1 2 0 16,-1 0 0-16,0 0 1 0,-2 3-1 0,7-3 0 15,-7 2 0-15,0 3 0 0,0 2 0 0,2 0 0 0,-2-3 0 16,0 1 0-16,0 0-1 0,0-3 1 0,0 0-1 16,0 1 1-16,0-3-1 0,2 0 0 0,-2 0 0 15,-2-2 0-15,0 3 0 0,-5-1-1 0,7 0 1 16,-4 0 0-16,-1 0 0 0,1 3 0 0,-3-5 0 16,-2 2 0-16,0 0-2 0,3-2 1 0,-3 2 0 15,2 1 1-15,-6-1-3 0,7 2 2 0,-3-4 0 16,0 2 0-16,0-2 0 0,0 0 0 0,-2 3 1 15,0-3 0-15,0 2 0 0,2 0 1 0,-4-2 0 16,2 0 0-16,0-2 0 0,2-3 0 0,0 1 0 16,1-1 0-16,-8 1 0 0,3 2 0 0,0-1 0 15,4-1 1-15,-7-3-1 0,3-2 1 0,-2 3 0 0,4-1 1 16,-2 0 0-16,-1 3 0 0,-1 0 0 0,-1-3 2 16,-3 0 2-16,3 0 2 0,1-1 0 0,-1-1 0 15,1 0 2-15,2 0 0 0,-5-2 0 0,5 0 0 0,-3 0 0 16,1-3 2-16,-1 3-2 0,1 0 1 0,0-2-1 15,-3-1 0-15,5 1 0 0,-3 0 1 0,5-1 0 16,-4 1-1-16,-1 0 0 0,1-1 0 0,-7 1-1 16,-2-3 1-16,4 3-1 0,-5 4 1 0,3-4 0 15,-2-1 1-15,2 1-1 0,2 0 2 0,0-3-2 0,-2 1 0 16,3-1 0-16,-4 1 0 0,6-3 0 0,-5 0 0 16,0 0 0-16,4 3 0 0,-2-1-2 0,-2 3 1 15,0-1-1-15,4-1 1 0,-1-3-3 0,-1 0 0 16,-2-2 1-16,2 0 0 0,-2 0-1 0,0-2-1 15,0 2 1-15,2 0-1 0,0-2-2 0,5 0 0 16,-5-1 0-16,2 1 1 0,-2 2-3 0,-4 0 1 16,2-2-1-16,-5 2 1 0,3 0 0 0,0 0-1 15,-3 2 0-15,3-2 1 0,-2 2-1 0,1 1 0 0,-3-1 0 16,-1 0 1-16,3 0-2 0,-5 3 1 0,4-1-1 16,3-2 1-16,-7 3-1 0,7-1 0 0,-3 3 0 15,-3-3 1-15,-1 3-1 0,-2-3 0 0,4 3 0 16,-2-2 1-16,7 1-1 0,-7 1 1 0,-4 0-1 15,4-3 1-15,-4 3-1 0,4-1 1 0,-5-1-1 16,6-1 2-16,-8-2-2 0,5 1 1 0,0 6-1 16,0-3 1-16,-3 8-1 0,3-1 1 0,-6-2 0 0,-3 0 0 15,7-4-1-15,-7-3 1 0,6 3-1 0,1-1 1 16,-5 3-1-16,5 0 0 0,2-2 0 0,-2-3 2 16,2-1-2-16,0-3 1 0,-1 2-1 0,1 0 1 15,-2 0-1-15,4 0 0 0,-8 1 0 0,3 1 1 0,-1-4-1 16,1 0 0-16,-3 2 0 0,3-2 1 0,1 3-1 15,2-3 0-15,-4 0 0 0,1 0 1 0,1 0-1 16,-2 0 0-16,-5 0 0 0,4 2 0 0,-6 0 0 16,0 0 0-16,0 0 0 0,0 3 0 0,0-1 0 15,4 1 0-15,-6-1 0 0,6-2 0 0,-6 1 0 16,2-1 0-16,-5 2 0 0,9-4 0 0,-6 5 0 16,0-3 0-16,-1 0 0 0,1 0 0 0,-5 1 0 0,3-3 0 15,6 0 0-15,-4-3 0 0,2 1 0 0,-1 0 0 16,6 0 0-16,-3 0 1 0,0-1-1 0,0 3 0 15,-2-4 0-15,-2 2 1 0,6-1-1 0,-6 1 2 16,-1-2-2-16,8-1 1 0,-6-1-1 0,8-3 1 16,-7 2-1-16,2 0 1 0,0 5-1 0,-9 0 1 0,-15-5-1 15,4 1 1-15,3-1-1 0,2-2 1 0,12 7-1 16,4-3 1-16,-6 1 0 0,1 0 1 0,-14-3-1 16,7 0 0-16,1 5 0 0,-1-2 1 0,-27-5 0 15,14 2 1-15,0-2-2 0,4 0 1 0,22 5-1 16,-6-1 1-16,-2-1 0 0,-3-1-1 0,-42-2 0 15,25 5 1-15,-5 2-1 0,5 2 0 0,32-3 0 16,-5 1 1-16,-10 0-2 0,0 0 1 0,-46-1 0 16,24 1 0-16,-2 0-1 0,7-2 1 0,15 4-1 15,-7-3 1-15,1 3-1 0,2 0 0 0,-10 0 0 0,6 0 1 16,-8-2-1-16,10 0 0 0,-5 0 0 0,0-3 1 16,-2 1-1-16,0-1 0 0,-1 1 0 0,6-1 2 15,-1 1-2-15,2 0 0 0,-8-1 0 0,4 1 0 16,-4-1 0-16,2 3 0 0,-1-2 0 0,6-1 0 15,-3 1 0-15,2-1 0 0,-9 5 0 0,3-2 0 0,-3 2 0 16,-4 0 0-16,14 0 0 0,-6-2 0 0,6 0 0 16,-1-3 0-16,-11 3 0 0,3-2 0 0,-3-1 0 15,2 1 0-15,12-1 0 0,-3 3 0 0,0-2 0 16,5-1 0-16,-18 1 0 0,4-1 0 0,3-1 0 0,-5-1 0 16,18 2 0-16,-11 1 1 0,6 4-1 0,1 0 0 15,-10-4 0-15,3-1 1 0,-4-2-1 0,6 1 0 16,-5 1 0-16,5 3 1 0,-4 2-1 0,9 0 0 15,-3 0 0-15,-4-2 1 0,2 2-1 0,0-2 0 16,-5 4 0-16,5 0 1 0,-4 3-1 0,4 1 1 16,2-1-1-16,-4-5 1 0,2 0-1 0,2 0 1 15,-1-3 1-15,-1-1-1 0,2 0-1 0,0-1 1 0,18 3 0 16,-5 0 0-16,3 2-1 0,-9 0 1 0,-38-3 0 16,16 1 0-16,9 0-1 0,-1-2 2 0,34 4-1 15,-7-3 0-15,-8 3-1 0,-6-2 1 0,-30 2 0 16,18-2 0-16,2 2-1 0,6 0 1 0,25 0-1 15,-2-5 1-15,-10 3-1 0,-3 0 2 0,-28-2-2 16,14-1 1-16,9 5-1 0,7-2 1 0,8 0 0 16,-4-3 0-16,-5-1-1 0,3-1 1 0,-5 0 0 15,1 1 0-15,3-1-1 0,5 0 2 0,-4 1-1 0,2-1 0 16,-2 3-1-16,-1-8 1 0,-1 4-1 16,4-1 1-16,0 0-1 0,0 0 1 0,4 2-1 0,0 1 1 15,-2-1-1-15,7 0 1 0,0 1 1 0,-3 1-1 16,3-4 0-16,0 0 1 0,-3 1-1 0,3-1 1 0,2 2 0 15,-7-4 0-15,5 2 0 0,2 0 0 16,-3-2 0-16,1 2 1 0,4 0-1 0,0 0 0 16,1-2 0-16,-4 0 1 0,12 0-1 0,-4 0 1 0,-1 2 0 15,-1 2-1-15,-1-6 0 0,0 2 0 0,-1-2 1 16,5-1-1-16,-6-1 0 0,3-1 1 0,4 1 0 16,-1-3 0-16,1-2-1 0,0 0 2 0,2 0-2 0,-5-2 1 15,3 0 1-15,2-3-1 0,2 3-1 0,0-5 2 16,-2-2-2-16,2 1 1 0,0-4-1 0,5 1 2 15,-5-4-1-15,5-1 1 0,-1 1-2 0,1-1 0 16,-1-4 0-16,-1 3 2 0,4-3-2 0,-3-3 1 16,5-1-1-16,-4 0 2 0,6-3-2 0,-2 0 0 15,2 7 1-15,2 0 0 0,-1 0-1 0,1 3 2 16,-8-8-2-16,10 1 1 0,-6-3-1 0,2 3 1 0,-2-3-1 16,7 3 0-16,-1-1-1 0,-1 1 0 0,1-3 1 15,1 1 0-15,-3-1-1 0,7 0 0 0,-4 7 0 16,4-6 0-16,0 1-1 0,0 1 1 0,0 11 0 15,4-7 1-15,-4 4-2 0,3 1 1 0,1 6-1 16,-4 2 1-16,4 0-1 0,-4 1 0 0,5 4 0 16,-5-1 1-16,2 1-1 0,2 0 0 0,1 4 0 15,-1 0 1-15,-4 1-1 0,7-1 0 0,-3 7 0 16,1 0 0-16,-3 0 0 0,2 2 0 0,5-11 0 16,2 2 0-16,-2 0 0 0,-2 5 0 0,1-7 0 0,3 0 0 15,5 2 0-15,-1-2 0 0,1 2 0 0,4 3 0 16,-7-1 0-16,9 3 0 0,-2-5 0 0,6 3 0 0,-4-1 0 15,7 1 0-15,2-1 0 0,0 5 0 0,0 2-1 16,-3 2 1-16,5 1 0 0,3-1 0 0,-6-2-1 16,6 0 1-16,-5 3 0 0,-5-3 0 0,5 2-1 15,-2 0 1-15,12-1 0 0,-1 1 0 0,2 0-1 16,0 1 1-16,29-6 0 0,-10 6 0 0,-6-3 0 16,1 0 0-16,-26 5 0 0,4-1 0 0,5 5 0 15,3-4 0-15,7-1 0 0,-3 1 0 0,-4 2 0 0,0-3 0 16,6 3 0-16,-1 0 0 0,-1 0 0 0,5 2 0 15,-14 0 0-15,7 0 0 0,-6 2 0 0,1 0 0 16,3-2 0-16,0 0 0 0,2 0 0 0,-4 0 1 16,6-2-1-16,1 2 1 0,-8 0-1 0,8 0 1 15,-5 0 0-15,2 0 0 0,0 2 0 0,0 0 0 0,-9 3 1 16,0-5-1-16,3 4 0 0,-3 0 1 16,-4 3 0-16,4 0 1 0,-4-1-1 0,0 1 0 0,0 0 0 15,0-7 2-15,0 4-1 0,-3 1 0 0,-1 1 1 16,-3-3 0-16,3 1 0 0,-5-2 0 0,-9 0-1 15,-2 1 2-15,4-1-2 0,-4 0 1 0,3 0-1 16,1 1 2-16,-4 1-3 0,2-4 1 0,-2 2 1 16,0 0-1-16,0 1-1 0,0-1 0 0,-2 0 1 15,2 3 0-15,-2-5-2 0,-2 2 1 0,2 0 1 16,-1 0-1-16,-1 0-2 0,-3 1 1 0</inkml:trace>
  <inkml:trace contextRef="#ctx0" brushRef="#br0" timeOffset="67583.47">6253 14507 1871 0,'-4'-11'0'0,"4"11"0"16,-11-4 0-16,11 4 35 0,4 0 0 0,-4 0 0 15,0 6 1-15,0-6-2 0,2-4 2 0,-2 4-1 16,0-2 1-16,0 2-24 0,0 0 2 0,0 0-2 0,0 0 2 15,0 0-14-15,0 0 1 0,0 0 0 0,0 0 0 16,0 0-2-16,0 0 0 0,0 0 0 0,5 0 1 16,-5 0-4-16,4 0 1 0,-4 0 0 0,7 6-1 0,-7-6-1 15,18 18 0-15,-18-18 1 0,30 20-1 0,-5-7 2 16,-1 3-1-16,0 2 1 0,0-3 0 0,3 1 0 16,-1-1 1-16,3 3 0 0,-3 2 0 0,-1 2 0 15,1 1 2-15,-6-4 0 0,4 4 0 0,1 1 0 0,-1 1 0 16,0 1 0-16,-2-4 2 0,-2 1 0 0,-2 1 0 15,-1-4 0-15,-1 2 2 0,-1 0 2 0,-4-2 2 16,0-2-1-16,2 0 1 0,-2-5 3 16,-2-2 0-16,2-2 1 0,-6-2 0 0,-3 2 2 0,7-3 1 15,-7 3 0-15,7-4-1 0,0 4 0 0,-5 0-1 16,3-3 1-16,-7-1-1 0,4-1 3 0,0 1 0 16,-4-1-1-16,0-2 2 0,0 3 0 0,0-1 0 15,3 1 0-15,-3-3 1 0,-3 2-3 0,3-4 1 0,-4 5 0 16,0 1 1-16,-7 3-4 0,-7 2 0 0,-6 5 1 15,-1-1 0-15,-5 1-2 0,-1-1 0 0,-5 1 0 16,1 2 1-16,0-3-4 0,-3-1 1 0,3 1 0 16,-5 1 0-16,-4-3-2 0,7 0 0 0,-3 3 0 15,7-1 1-15,0-1-3 0,0 1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2:24:48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18453 4526 577 0,'0'-5'0'0,"0"5"0"0,5-6 0 0,-5 6 7 16,11-14 1-16,-11 14 0 0,2-18 0 0,-2 18 43 0,0-26 2 15,0 26-1-15,0-27 0 0,0 27 28 0,6-13 1 16,-6 13 0-16,5-18 0 0,-5 18-44 0,0-20 0 15,0 20 0-15,0-33 0 0,0 33-15 0,0-36 1 16,0 36-1-16,4-26 0 0,-4 26-4 0,5-23 1 0,-5 23-1 16,0-15 1-16,0 15-4 0,0-9 1 15,0 9 0-15,0-7-1 0,0 7 1 0,0 0 0 16,0 0-1-16,0-6 1 0,0 6-2 0,0-5-1 0,0 5 0 16,0 2 1-16,0-2-1 0,0 3 1 0,0-3-1 15,-9 2 1-15,9-2 3 0,-18 31 1 0,7-9 0 16,0 7-1-16,2 9 6 0,-2 4 0 0,-2 2 0 15,6 3 1-15,1 6-1 0,4 3 1 0,-1-1-1 16,1-4 1-16,0-2 4 0,2-2 1 0,0 0 0 16,2-3 0-16,5-2-1 0,4 0 2 0,-5-2-2 0,3-2 1 15,2-7-3-15,-4 0-1 0,0-9 1 0,4-2 1 16,0-2-4-16,-5-4-1 0,1-3 1 0,4-5 0 16,-5-1-7-16,-1-5 0 0,-3-5-1 0,7 1 2 15,0 2-7-15,2-3 1 0,-2-6-1 0,2-9 2 0,0-2-8 16,2-9 2-16,-2-5-1 0,2 3 1 0,-2-5-6 15,-2 3 1-15</inkml:trace>
  <inkml:trace contextRef="#ctx0" brushRef="#br0" timeOffset="236.59">18588 3702 1520 0,'0'0'0'16,"0"0"0"-16,2 7 0 0,-2-7 14 0,0 4-1 16,0-4 0-16,0 2 1 0,0-2 10 0,7 5 0 15,-7-5 1-15,0 4 0 0,0-4-10 0,0 4 1 0,0-4 0 16,6 12 1-16,-6-12-15 0,11 20 1 0,-11-20 1 16,22 22-1-16,-22-22-3 0,27 20 0 0,-27-20 0 15,35 18 1-15,-11-10-2 0,0 4 1 0</inkml:trace>
  <inkml:trace contextRef="#ctx0" brushRef="#br0" timeOffset="535.89">19139 4726 916 0,'4'0'0'0,"-4"0"0"0,20 6 0 0,-20-6 1 16,36 5 2-16,-14-1-1 0,2-2 0 0,7 3 4 16,4-5 1-16,-4 4-1 0,4-4 1 0,0 0 6 15,1-4 2-15,-3 4 0 0,-2 0-1 0,-3 0 1 0,-1 0 1 16,-3 0-2-16,-2 0 2 0,-2-5 4 0,0 3 1 15,-5 2 1-15,1-4-1 0,4 4 5 0,-5-5 1 16,-2-1-1-16,5 1 0 0,-11 1-8 0,4-3 0 16</inkml:trace>
  <inkml:trace contextRef="#ctx0" brushRef="#br0" timeOffset="1268.82">19618 4361 766 0,'0'0'0'0,"0"0"0"0,0 7 0 16,0-7 16-16,0 4 1 0,0-4-1 0,0 0 1 0,0 0 0 15,-9 0 0-15,9 0 0 0,-2 0 1 0,2 0-9 16,-7 0 0-16,7 0 0 0,0 0 1 16,0 0-5-16,0 0 2 0,0 0-1 0,0 0 0 0,0 0-1 15,0 0-1-15,0 0 1 0,0 0-1 16,0 0 3-16,0 0 0 0,0 0-1 0,0 0 2 0,0 0 5 16,0 0-1-16,0 0 0 0,0 0 1 0,0 0 5 0,-4 5 0 15,4-5 0-15,-5 7 1 0,5-7 1 0,-4 4 1 16,4-4-1-16,-5 2 2 0,5-2-4 0,-2 2 1 15,2-2 0-15,0 0 0 0,0 0-5 0,0 0 2 16,0 0 0-16,0 0 0 0,0 0-4 0,-9 0 1 16,9 0 1-16,-11 0-1 0,11 0-3 0,-9 0 1 15,9 0-1-15,-17 0 0 0,17 0-2 0,-24 0 1 0,24 0-2 16,-25-2 2-16,25 2-2 0,-26-2 1 0,26 2-1 16,-31-11 1-16,31 11 2 0,-27-9 1 0,27 9-1 15,-22-7 1-15,22 7 5 0,-22-4 0 0,22 4-1 16,-22-9 2-16,22 9 3 0,-9-2 1 0,9 2-1 15,-15-5 1-15,15 5 3 0,-20-6-1 0,20 6 1 16,-20-5 1-16,20 5-2 0,-15-4 1 0,15 4-1 16,-11-5 2-16,11 5-5 0,-18 0 0 0,18 0 1 15,-11-2-1-15,11 2-3 0,-13 0 0 0,13 0 0 16,-13-4 1-16,13 4-1 0,-13 0 1 0,13 0-1 0,-9 0 1 16,9 0-6-16,-5 0 2 0,5 0-2 15,-9 0 1-15,9 0-1 0,-2 0-1 0,2 0 0 0,2 0 1 16,-2 0-1-16,20 0-1 0,-20 0 0 0,40 0 1 15,-14 0-4-15,3 0 1 0,2 0-1 0,0 0 1 16,-2 4 5-16,4-2-1 0,2 3 0 0,-4-5 1 0,-5 4 0 16,3-4 2-16,-3 2-1 0,1 1 1 0,-1-1 0 15,-1-2-1-15,-3 0 1 0,-3-2-1 0,6-1-3 16,-5 1 2-16,-1 2-1 0,1-4 1 16,2 4-2-16,0 4 1 0,-2-4 0 0,-4 0 1 0,-3 0-3 15,-2 2 1-15,-7 3 0 0,1-1 1 0,-3-4-3 16,2 0-1-16,-4 0 1 0,3 0 2 0,-3 0-6 0,0 0 1 15,0 0-1-15,0 0 2 0,0 0-3 16,0 0-1-16</inkml:trace>
  <inkml:trace contextRef="#ctx0" brushRef="#br0" timeOffset="2268.44">20416 4568 1431 0,'0'0'0'0,"0"0"0"0,0 0 0 16,0 0 22-16,2 0 0 0,-2 0 1 0,-2 0-1 15,2 0 6-15,-7 0 1 0,7 0-1 0,-4 0 2 16,4 0-15-16,0 0 2 0,0 0-1 0,9-5 1 0,-9 5-13 16,2-4 1-16,-2 4-1 0,13-18 2 0,3-6-5 15,3-3 1-15,-1 1 0 0,-2 3 1 0,-1 3 1 16,3 3 1-16,-3-3-1 0,-4-3 2 0,-2 8 4 16,-3 4 0-16,-1 2 0 0,-1-7 0 0,1 5 5 15,1 0 0-15,-3 0 0 0,-1-5 1 0,4 3 6 16,-1 0 1-16,-3-1-1 0,-2 1 0 0,0 4-8 0,0-2-1 15,4 0 1-15,-1 7 0 0,-1-3-6 0,0 3 1 16,-2-1 0-16,0 1 0 0,0 1-3 0,0 3 1 16,0-4-2-16,0 4 2 0,0-4 0 0,0 1-1 15,0 3 1-15,0 3 0 0,0 1 1 0,0 0 0 16,0 3-1-16,7 13 2 0,-7 11 3 0,2 9-1 16,0 5 0-16,0 3 0 0,0 1 4 0,1 7-1 15,-3-3 1-15,0 5 1 0,0 0-3 0,0 6 1 0,0-2-1 16,0-4 2-16,-5-3-1 0,-1-1 2 0,-3-3-1 15,-2 2 0-15,0 0 0 0,0-2-1 0,-5-6 1 16,1-3 1-16,-3-7-4 0,7-3 2 0,-4-10-2 16,-1 2 1-16,3-8-1 0,0-1 0 0,-3-4-1 15,5 1 2-15,3-10-3 0,-6 0 1 0,3-2-1 16,0-2 1-16,-2 0-1 0,-2-3 0 0,1-6 0 16,-3-11 1-16,-3-7-1 0,2-9 1 0,3-8 0 15,2-3 0-15,10-14 1 0,-5-5-1 0,8-3 0 16,8 0 1-16,-1-1-4 0,8 4 1 0,3-3 0 0,0 0 0 15,-1 2-3-15,1 6 0 0,0 6 1 0,1-1 0 16,1 11-5-16,0 3 0 0</inkml:trace>
  <inkml:trace contextRef="#ctx0" brushRef="#br0" timeOffset="2486.3">20650 3593 1545 0,'-5'0'0'0,"5"0"0"0,-2 4 0 0,2-4 8 0,2 5-1 16,-2-5 1-16,0 4 1 0,0-4 10 0,0 0 2 16,0 0-2-16,0-2 1 0,0 2-3 0,0 0 0 15,0 0-1-15,0 0 1 0,0 0-1 0,0 0 1 16,0 0 0-16,9 2-1 0,-9-2 1 0,16 18 1 16,-16-18-1-16,28 22 1 0,-28-22 0 0,31 40 0 0,-31-40 0 15,31 29 1-15,-31-29-4 0,29 25 0 0</inkml:trace>
  <inkml:trace contextRef="#ctx0" brushRef="#br0" timeOffset="2959.6">21091 4601 1444 0,'0'0'0'16,"0"0"0"-16,0 0 0 0,0 0 17 0,6 0 1 16,-6 0 0-16,3 0-1 0,-3 0 3 0,2 0 0 15,-2 0-1-15,6 0 1 0,-6 0-12 0,5 0 1 0,-5 0 0 16,24 0 0-16,3 0-9 0,3 0 1 0,1-2-1 15,-4 2 1-15,-3-4-2 0,-2 4 1 0,2-5 0 16,1 3 0-16,5-3-1 0,4 1 1 0,-6 0 0 16,3-3 0-16,-2 0 1 0,-1 3 1 0,1-5-1 15,2 2 2-15,0 3 10 0,0-7 0 0,0 2 1 16,-7 2-1-16,2-2 13 0,-8 3 0 0,-3-1 0 16,3 2 1-16,-7-1-10 0,-4 6-1 0</inkml:trace>
  <inkml:trace contextRef="#ctx0" brushRef="#br0" timeOffset="3293.06">21532 4230 1180 0,'0'0'0'0,"0"0"0"0,-9 7 0 0,9-7 18 0,-4 9 0 16,4-9 0-16,-3 2 1 0,3-2 8 0,0-2 1 16,0 2-1-16,0 0 1 0,0 0-7 0,0 0 1 15,0 0-1-15,0 0 1 0,0 0-8 0,0 0-1 16,0 0 1-16,-6 7-1 0,6-7-2 0,-16 15 2 16,16-15-1-16,-15 36 0 0,8-10 5 0,1 5 1 15,1 3 0-15,1 1 0 0,2 3 0 0,2 9 0 16,-5-5 0-16,3 0 1 0,0-4 2 0,0-1 2 0,2-1-1 15,2-5 1-15,0-4-3 0,5-5 1 0,-5-7 1 16,2 1-1-16,1-5-2 0,-1-4 1 0,-2-3-1 16,0 1 2-16,3-1-7 0,2-4 1 0</inkml:trace>
  <inkml:trace contextRef="#ctx0" brushRef="#br0" timeOffset="3649.9">22328 4139 1407 0,'7'3'0'0,"-7"-3"0"0,2 4 0 0,-2-4 30 0,0 0 1 16,0 0 0-16,0 0 0 0,0 0 12 0,-2 4 1 16,2-4-2-16,-7 7 2 0,7-7-7 0,-4 5 1 15,4-5-1-15,-5 4 1 0,5-4-15 0,-4 11 0 16,4-11 0-16,-2 11 0 0,2-11 0 0,-12 22-1 16,12-22 1-16,-8 40 0 0,1-11 3 0,-2 2 0 15,0 5 0-15,3-3 1 0,-3 7-3 0,-2 2 1 16,0 7 0-16,-5-2 1 0,3 2-3 0,0 2 2 0,0-2-2 15,2-3 2-15,-7-4-3 0,5 1 2 0,-3-6 0 16,5-3-1-16,7-3-7 0,-3-2 1 0</inkml:trace>
  <inkml:trace contextRef="#ctx0" brushRef="#br0" timeOffset="34233.24">9649 10626 389 0,'0'0'0'15,"0"0"0"-15,5 0 0 0,-5 0-1 0,9 9 1 16,-9-9 0-16,11 4 0 0,-11-4 0 0,4 2 0 15,-4-2 0-15,0 0 1 0,0 0 2 0,5 0 2 16,-5 0-2-16,6 7 2 0,-6-7 7 0,5 7 1 16,-5-7 0-16,0 11 0 0,0-11-4 0,0 15 0 0,0-15 0 15,-9 13 1-15,9-13-2 0,-7 20 1 0,7-20-1 16,-9 25 1-16,9-25 6 0,-15 38-1 0,8-16 1 16,-2 0-1-16,3 0 15 0,-1 0 2 0,1 1-2 15,3-3 1-15,-1-3 6 0,0-1 1 0,1-5-1 16,-1 0 1-16,4 2-4 0,0 1 0 0,-4-1 1 15,4 0 0-15,-7 1 7 0,7-1 2 0,0 0-2 16,0 3 2-16,7 2-3 0,-7 2 1 0,4-5-1 16,-4 1 2-16,0 6-11 0,4-2 1 0,-1 2-1 0,1 0 2 15,0 3 5-15,3 1 0 0,2 1 0 16,-5 0 1-16,3-1-8 0,-3-1-1 0,-2-1 0 0,3 1 0 16,-1 1-1-16,1-6 0 0,1 3 0 0,3-1 0 15,2 0-5-15,2 0 0 0,-2 3 0 0,-2-1 1 16,9-2-3-16,-7 0 2 0,2 5-2 0,-6 0 2 15,2 2-8-15,2-3 2 0,-5 5 0 0,3 0 0 0,-5 3-2 16,-4-1 0-16,5 0-1 0,1 3 1 0,-1-3-6 16,-3 5 1-16,0-5 1 0,-2 3-1 0,7-1-3 15,-7 1 1-15,4-3 0 0,-4 0 0 0,5-1 0 16,1-6 0-16,-1 1 0 0,-1-3 1 0,-2 3-1 16,1-3 0-16,8 1 0 0,-5-3 1 0,1 0 1 0,6-2 0 15,-4 0 0-15,4 0 2 0,0 2 0 0,3-4 1 16,-7 2-1-16,2 2 2 0,-5 3-2 0,3-8 2 15,-2-1-2-15,2 0 2 0,2-1-3 0,-5-2 1 16,3 1-1-16,0 1 1 0,2 5 0 0,0-4 0 16,-2-1-1-16,6 1 2 0,-4-1-4 0,-2 1 0 0,4 2 0 15,-2 0 1-15,7-3-2 0,-3 1 2 0,1-1-1 16,-1-2 0-16,1-4-4 0,-1-2 2 0,-2 0-1 16,5-3 1-16,0 1-2 0,6 1 0 0,0-1 0 15,-4 4 1-15,6-3-4 0,1 1 1 0,-3 0 1 16,0-3-1-16,-4 3 0 0,7 2 0 0,-7-5 0 15,2 3 0-15,2-1-2 0,-4-1 2 0,6 4-1 16,-4-3 1-16,7 3-2 0,-3 2 1 0,1-6 0 16,1 1 1-16,-1-1-2 0,-3-1 0 0,7-2 1 15,0 3-1-15,-2-5-1 0,10 2 0 0,-3 0 0 16,-3 1 0-16,0-1 0 0,2 0 1 0,0 2-1 16,1-1 0-16,-1 1-1 0,0 1 1 0,3-1 0 0,-10 0 0 15,5 3-1-15,-2-5 0 0,2 5 0 0,3 0 1 16,1-1-1-16,-2 3 1 0,1-4-1 0,1 1 2 0,-1 1-2 15,-1 2 1-15,-4-7 0 0,4 3 0 0,0-1 0 16,-4 0 0-16,2 1 0 0,2-3 0 0,-1 2 1 16,-4 1-1-16,8-3 0 0,2-2 1 0,-3-2-1 15,3-3 0-15,-3 5 0 0,3 0 0 0,0 0 1 16,-1-4-1-16,3 4 0 0,-4 0 0 0,1 0 0 0,1 0 0 16,-7 0 0-16,3 4 2 0,3-1-2 0,-3 1 0 15,-1 1 0-15,7-1 0 0,-7 0 0 0,2 1 1 16,3 2 0-16,0-5 0 0,2 2-1 0,-3 1 0 15,-1-3 0-15,2 0 1 0,-1 0 0 0,3-2 0 16,-6-2 0-16,5 0 0 0,1 0 1 0,-2 2-1 16,2-5 0-16,2 5 0 0,-2 5 1 0,-2-5 0 15,2 2 0-15,-3-2 1 0,3 0-2 0,-2-2 0 16,-7 2 0-16,0 2 1 0,0 0-1 0,0 0 0 0,0 1 0 16,3-1 2-16,-1 2-2 0,5-4 1 0,-5 2 0 15,2 1 0-15,1-1-1 0,-1 0 0 0,-1-2 1 16,-1 0 0-16,2 0-1 0,-1-2 0 0,-1 2 1 15,-2 0-1-15,-2-2-1 0,2 2 1 0,2 0 1 16,7-3-1-16,-4 1-1 0,1 2 1 0,-1 0 0 16,6 0 1-16,-9 2-1 0,3 1 0 0,-3-3 0 15,-2 0 1-15,-2 0-1 0,-2-3 0 0,1 3 0 16,4 0 1-16,-1-2-2 0,2 2 1 0,0-4 0 16,-2 2 0-16,9 2 1 0,-7 0-1 0,14 0 0 0,-9-5 0 15,-3 1 1-15,1-1-1 0,-16 3 0 0,4 0 0 16,3 0 1-16,-3 2-1 0,-10-5 0 0,4 5 0 15,-1 0 1-15,1 0-1 0,-6 0 0 0,3 0 2 0,-1 0-2 16,-1 0 1-16,3 0-1 0,-1-2 2 0,-1 0-2 16,1-3 0-16,3 3 0 0,0 2 2 0,0-4-2 15,0 1 1-15,-7 1 0 0,0 0 0 0,-2 0-1 16,0-1 1-16,-2 3-1 0,-4 0 0 0,1-4 0 16,3 2 2-16,-7 0-1 0,7-1 0 0,-5 3 0 15,7-4-1-15,-6 2 0 0,-3 0 0 0,2-1-1 16,-1 1 1-16</inkml:trace>
  <inkml:trace contextRef="#ctx0" brushRef="#br0" timeOffset="34729.48">15079 12724 1871 0,'0'0'0'0,"0"0"0"0,-7 5 0 16,7-5 40-16,0 6-1 0,0-6 0 0,3 5 2 15,-3-5-2-15,4 2 1 0,-4-2-1 0,9 0 2 16,-9 0-21-16,11 0 0 0,-11 0 0 0,26-2 2 16,-6 2-19-16,11 0 1 0,0 0-1 0,-7 0 1 0,3 2-4 15,1 2 0-15,1 3 0 0,0 0 0 0,2-1 0 16,-5 1 0-16,3 4 0 0,-1 2 2 0,1 3-1 16,2 2 1-16,0 2-1 0,0-5 1 15,-1 3 3-15,6 2-1 0,-1-4 1 0,-4 1 0 0,0 1 2 0,0-2 1 16,-3 1 0-16,5-1 0 0,-6-7 5 0,2 4 1 15,-5 3-1-15,-4-1 2 0,-7 1 1 0,-2-1 2 16,-2-4 0-16,-9 5 0 0,0-5 0 0,-9 2 0 16,2 5 0-16,-4 0 1 0,-9 6-2 0,-2-1 0 15,-2 3 0-15,-7 1 1 0,-2-1-5 0,0 3 2 16,-9 0-1-16,-2 2 1 0,-2 0-6 0,-5 0 0 16,-6 3 0-16,2-1 0 0,-12 0-4 0,-5-4 2 0,1 2-1 15,-4 0 1-15,2 0-3 0,-6-4 1 0</inkml:trace>
  <inkml:trace contextRef="#ctx0" brushRef="#br0" timeOffset="54569.18">8692 16888 882 0,'0'0'46'0,"20"6"0"16,-20-6 11-16,7 5 0 0,-7-5 0 0,6 4 0 0,-6-4-16 16,9 9 0-16,-9-9 0 0,11 9 0 15,-11-9-14-15,25 18 1 0,-25-18 0 0,26 22 0 0,-26-22-10 16,35 22 1-16,-35-22-1 0,25 20 1 0,-25-20-6 15,30 16 0-15,-30-16 1 0,34 15-1 0,-34-15-4 16,44 18 0-16,-44-18 0 0,35 24 0 0,-9-8 8 16,-1 2 1-16,-6-5-1 0,4-2 1 0,-1 0 14 0,2-6 2 15,0 4-2-15,3-1 2 0,1 1 4 0,5 2 0 16,-2 3 1-16,0-3-1 0,0 0-2 0,-2-2 1 16,1-2-1-16,1-1 1 0,0 1-8 0,-4 0 1 15,4-1 0-15,-1 3 1 0,4 2-5 0,-4 0 0 16,3 0 0-16,7 0 1 0,-7 1-7 0,9-1 2 15,0 0-2-15,-2 0 1 0,2 2-2 0,4 1 0 0,-6-1 0 16,2 0 2-16,-3 3-7 0,-6-1 2 0,7 1 0 16,-2-5-1-16,1 2-1 0,5 1 0 0,-2-3 1 15,-2-2 0-15,0-1-3 0,4-1 0 0,0 2 1 16,-2 0 0-16,-5-2-3 0,12-1 0 0,-7 1 0 16,0-3 1-16,6-1-1 0,-2-1 1 0,1-2-1 15,3 0 1-15,-3 0 0 0,3 0 1 0,-3 0-1 16,-5-2 0-16,2-1-1 0,2 1 1 0,-8 0 1 15,6 0-1-15,-5-1 0 0,3-1 0 0,0-3 0 16,0 1 2-16,2-3-4 0,2-2 1 0,1 0 0 0,-3-1 0 16,2 1-2-16,-4 0 0 0,-4 0 0 0,6 0 1 15,-7-5-1-15,3 1-1 0,0-1 1 0,-1-1 1 16,1-1-2-16,-3 0 1 0,5 0-1 0,-4-2 0 0,2 0-1 16,-1 0 1-16,1-2-1 0,2 0 1 0,-7-2-2 15,3-3 0-15,1 2 0 0,1 3 0 0,0-4 0 16,-1-1-1-16,1 0 1 0,0 1 0 0,6-1-1 15,-4 0 0-15,0-1 0 0,2-1 0 0,-4 0 0 16,-1 0 0-16,6 0-1 0,-6 0 2 0,3 3-2 16,-2 6 2-16,-3-7-2 0,7-2 2 0,-4 2-3 15,2 1 1-15,0-3 1 0,-5 2-1 0,8 3 0 0,-6 2 1 16,3-5-1-16,-2-2 0 0,-7 2 0 0,0 1 0 16,0 1-1-16,2-4 2 0,1-2-2 0,-1 0 1 15,0 2 1-15,0 3-1 0,3-5-1 0,2 2 0 16,-1 4 1-16,3-1 0 0,-6 1-1 0,1-1 1 15,3 1-1-15,-7 1 0 0,7-3 0 0,-1 3 1 16,-4-3-1-16,-6 0 1 0,4-1-2 0,3-1 2 0,1 0-1 16,3 0 0-16,-5 2-1 0,11 3 1 0,-8 0 1 15,-1-3-1-15,-1-4-1 0,5 4 1 0,-3-4-1 16,2 2 2-16,-5 0-2 0,2 3 1 0,-1 1-1 16,1 1 1-16,5-3-1 0,0 1 1 0,4-1-1 15,-4 0 0-15,2 5 0 0,3-2 0 0,-1-3 0 16,-6 0 1-16,2 1 0 0,-3-1 0 0,-1 3-1 15,-1-8 1-15,3 6-1 0,0-1 2 0,-1 1-2 16,5 1 1-16,1 3-1 0,-1 2 0 0,0-2 0 16,0 0 1-16,0-1 0 0,-2-1-1 0,0 2 0 0,-7 4 1 15,3 5-1-15,-5-3 1 0,0 3 0 0,2-1 0 16,0-1-1-16,1-3 0 0,-1 3 0 0,-2-1 1 16,2 3 1-16,-2 2-1 0,-2-1 0 0,-2 1 0 15,0 2 1-15,-5 3 0 0,-2 1-1 0,-2 1 2 0,-3-1-2 16,1 3 0-16,-7-4 0 0,0 6 2 0,-2 0-2 15,-5 0 1-15,1 0 0 0,1 0 0 0,1 0-1 16,2 0 0-16,-7 0 1 0,-2 0 0 0,2 0-2 16,3 0 1-16,-3 0 0 0,2 0 0 0,-4 0-2 0,5 0 0 15,-5 0 0-15,0 0 1 0,0 0-1 0,0 0 0 16</inkml:trace>
  <inkml:trace contextRef="#ctx0" brushRef="#br0" timeOffset="55024.87">15712 14401 1796 0,'0'-5'0'0,"0"5"0"16,-4-2 0-16,4 2 34 0,0 0 1 0,0 0-2 0,0 0 2 16,0 0-11-16,-3-2-1 0,3 2 1 15,-4-2 0-15,4 2-18 0,-7-3 0 0,7 3-1 0,0-4 1 16,0 4-7-16,7-2 1 0,-7 2 0 0,4-5 0 16,-4 5-8-16,14-11 1 0,-14 11-1 0,35-20 2 15,-6 9 2-15,1 0 1 0,3 4-1 0,1 3 1 0,-4 4 3 16,6 2 0-16,-1 2 0 0,2 1 0 15,3-5 3-15,2 2 2 0,-4 0-1 0,-3 1 1 0,0 1 7 16,0 0 2-16,-4 3-2 0,2 2 2 0,0 2 5 16,3 0 0-16,-10-2 0 0,-2 2 0 0,-4 0 6 15,-2 0-1-15,-3 3 1 0,-1-1 1 0,-3 0 0 16,-7 1 0-16,-2 1 0 0,-2 5 1 0,-2 7-5 0,-7-5-1 16,-2 5 0-16,-4 4 1 0,-7 2-5 0,-3 0 3 15,-1 5-3-15,-7-2 3 0,-2 10-6 0,2 1 1 16,-12 0-1-16,-1 1 2 0,-5 8-4 0,-4-5 1 15,2 2-1-15,-2 7 2 0,4 2-3 0,-1 3 0 16,-4-3 0-16,10-6 0 0,0-12-2 0,6-2 0 0</inkml:trace>
  <inkml:trace contextRef="#ctx0" brushRef="#br0" timeOffset="136518.79">17858 13766 941 0,'0'2'0'0,"0"-2"0"0,0 9 0 0,0-9 25 16,4 4 1-16,-4-4-2 0,5 5 2 0,-5-5 60 0,2 4 1 15,-2-4-1-15,13 4 1 0,-13-4-35 0,4 5 2 16,-4-5-1-16,7 7 1 0,-7-7-7 0,20 6 0 16,-20-6 0-16,26 9 0 0,-26-9-17 0,38 13-1 15,-38-13 0-15,40 7 1 0,-40-7-3 0,33 7 1 16,-33-7 0-16,39 2 0 0,-14-2-5 0,3-2 0 16,-1 2 1-16,1 0-1 0,3 0-3 0,0 0-1 0,0 0 0 15,4 0 0-15,3 2 2 0,-3-2 0 0,0 0 1 16,1 0 0-16,1 0 0 0,1-2 0 0,-3 2 0 15,7 0 1-15,0 0-7 0,-3-5-1 0,3 5 1 16,-2 0 0-16,2-2-3 0,-5 2 1 0,1 0-1 16,-1-2 1-16,-6 0-5 0,-2-1-1 0,2 3 1 15,-3 0 2-15,1 0-5 0,2 3 2 0,-7 1 0 16,3 3 0-16,-3-5-3 0,5 2 1 0,-5 3 0 16,-4 6-1-16,0-4-1 0,-1 2 0 0,3 3 1 15,-2-1-1-15,-2 0 0 0,2 3-1 0,-3 4 0 16,-1 0 1-16,-3 0-1 0,0 2 1 0,3 5 0 0,-7 2 0 15,-1 2 0-15,1 4 0 0,-2-4 1 0,2 3-1 16,0 1-2-16,-5 3 1 0,3 4-1 0,-7 0 0 16,4 0-2-16,-2 7 1 0,-2 5-1 0,5 1 1 0,-1 3-1 15,0 4 0-15,-4 2 0 0,0 1 0 0,0 8 0 16,5 3 0-16,-5 1 0 0,0 1 0 0,0 6-1 16,0 3 1-16,0 0 0 0,0-5 0 0,2 4-1 15,0 3 1-15,0-2 0 0,3-7 0 0,-5-3-1 16,0-1 1-16,0-1 0 0,2-4 0 0,0 1 0 0,0-1 0 15,-2-3 0-15,-2-1 0 0,-2-5 0 0,-5 0 0 16,2 3 0-16,1-1 0 0,-1-2 0 0,1 1 0 16,-3-6 0-16,-2 1 0 0,0-5 0 0,-5-2 1 15,3-4-1-15,0-5 1 0,-3-4 0 0,-1-5 1 16,-3-4-1-16,4 0 0 0,-3 0 1 0,-6-2 0 16,1-3 0-16,0-4 1 0,4-2-1 0,-2-1 1 15,2 1 0-15,-4-7 0 0,-5 3 0 0,-4-1 2 16,0 0-2-16,-2 1 2 0,-1-1-3 0,1 0 1 0,-5 1 1 15,-2-3-1-15,1 2-1 0,-8 0 0 0,3 1 1 16,2-1 0-16,4 0-2 0,-4 1 0 0,-2 1 0 16,-3 1 2-16,-4-1-3 0,5 3 1 0,-3 2 0 15,0-7 0-15,-6 1-1 0,-1 1 1 0,6-1-1 16,-4 1 1-16,8-2-1 0,-3 3 1 0,0-1-1 16,1 1 2-16,-1 2-2 0,-6 2 1 0,2-2-1 15,-5-1 1-15,7 1-1 0,-4 2 0 0,2 2 0 16,-5 0 1-16,3-2-1 0,-1 3 0 0,-1 1 0 0,-3-2 1 15,0 1-1-15,1 1 0 0,-6-4 0 0,6 2 0 16,1 0 0-16,3 1 0 0,-7-3 0 0,2 0 0 16,-2 2 0-16,9 0 0 0,-9-2 0 0,4 0 0 15,-1 0 0-15,6 0 0 0,-9-2 0 0,6-1 0 0,1 1 0 16,-3 0 0-16,3 0 0 0,-5-1 0 0,1 1 0 16,-6 0 0-16,6 0 0 0,1-3 1 0,-2-1-1 15,3 1 1-15,1 1-1 0,-10-3 1 0,0 3-1 16,-1-1 2-16,-1-2-1 0,4 1 0 0,4-1 0 0,0-2 0 15,-4 0 0-15,0 0 1 0,-11 0 0 16,-1 1-1-16,1-1 0 0,9 0 1 0,0-2-2 0,-1 0 1 16,5-1 0-16,-6 1 0 0,-1 0-1 0,1-2 2 15,1 0-1-15,-4-1 0 0,7-1-1 0,-4-1 0 16,-1 3 0-16,-2 2 1 0,-2 2-1 0,-2 0 0 16,0-5 0-16,6 1 0 0,-1 0 0 0,5-3 0 0,-10 3 0 15,4-3 0-15,-6 3-1 0,-3 0 1 16,3-3 0-16,4 1 0 0,0-1-1 0,2-2 1 0,-4 0-1 15,2 1 1-15,-2-1-2 0,0 0 2 0,2 0-1 16,2 1 1-16,-2-3 0 0,2 0 0 0,-2 0 0 16,-2-3 0-16,0 1 0 0,-5 0 0 0,5 0 0 15,-2-1 0-15,6 3 0 0,-4 0 0 0,2-2 0 16,2-2 1-16,-2-3-1 0,-2 0 2 0,0 1-1 16,4-1 0-16,-4-2-1 0,4 0 0 0,-2-2 0 15,4 0 1-15,-4 0-1 0,3 0 1 0,-1 0 0 16,2 0 0-16,-4-3 0 0,3 1 0 0,-6 0 1 15,6-1-1-15,3 1 0 0,1 0 0 0,-7-1 0 16,2 1 0-16,-4 2 1 0,2-4 1 0,-4 1-1 0,10 1 0 16,-4-7-1-16,-2 0 2 0,3 2-1 0,-3 3 0 15,-3 3-1-15,-3-1 1 0,4 4 1 0,-1-4-1 0,4 0-1 16,5 2 1-16,-6-1-1 0,-2 1 2 0,-5 0-2 16,1 0 0-16,-1 2 0 0,5 0 1 0,6-2-1 15,-1 0 0-15,1 2 1 0,-6 0-1 0,4 1 0 16,-2-1 0-16,-2 0 0 0,2 0 0 0,2 0 0 15,-6 0 0-15,2 0 1 0,4 0 0 0,-4 3-1 16,6 1 1-16,-4 1-1 0,2-5 2 0,1 0-2 16,-3 0 0-16,2 0 0 0,0 0 0 0,2-2 0 0,-1 0 0 15,3-2 0-15,-3 0 2 0,1-1-3 0,0 3 1 16,3 0 0-16,-3 0 0 0,1 0 0 0,2 4 0 16,-3-4 0-16,5 0 1 0,0 0-1 0,-1 2 0 15,6-4 0-15,-1-1 0 0,-6-1 0 0,4-3 0 0,2 2 0 16,0 1 2-16,3-1-3 0,1 1 1 15,-1-3 0-15,1-2 0 0,-1-2-1 0,1 0 1 0,1-3-1 16,2 3 1-16,4-5-1 0,-2-2 0 0,3 1 0 16,-1-3 1-16,-4-1-1 0,0-1 0 0,2 0 0 15,2-5 0-15,0 0 0 0,1-2 0 0,3 3 0 16,1-3 0-16,4 0-1 0,0 0 1 0,5-5 0 16,-5-1 0-16,0-3-1 0,2-2 1 0,-2-3 0 15,5-3 0-15,-1-8 0 0,3 3 0 0,4-7 0 16,0 3 0-16,5-5 0 0,2 0 0 0,1-3 0 0,4 1 0 15,3 2 0-15,1-5 0 0,2 1 0 0,1-3 0 16,6 3 0-16,-5-5 0 0,6 4 0 0,-1-4 0 16,4 7 0-16,-3 0 0 0,3-1 0 0,2 1 0 15,2 0 0-15,3 2 0 0,-5-2 0 0,2-1 0 16,-2 1 0-16,6 0 0 0,-1 4 0 0,1 0 0 0,-1 2-1 16,-3 1 1-16,7-1 0 0,-7 1 0 0,7-1-1 15,0 3 1-15,-3 1 0 0,-1 1 0 0,-1 2-1 16,-4 5 0-16,5-1 0 0,1-1-1 0,-1-1 0 15,-1 5 0-15,-2-1 0 0,3 10-1 0,-1-1 1 16,-4 3 0-16,4 4 0 0,1 3-1 0,1 2 0 0,-1 2 1 16,-5 2 0-16,11 0-1 0,-7 2-1 0,5 0-1 15,2 3 1-15,0 2-1 0,0 0-2 0,5-1 0 16,-1 1-1-16,1 2 1 0,1 2 0 0,5 3 1 16,-2-1-1-16,7 1 1 0,-3-1 2 0,2 3 1 15,5 4-1-15,0 2 1 0,0 1-1 0,9 1 2 16,-3-1-1-16,7 1 1 0,3 1-2 0,3-3 2 0,1 0-1 15,6 1 0-15,5 1 0 0,4 3 0 0,0 2-1 16,1-7 1-16,3 1 1 0,-4-1-1 0,7 0 1 16,-2 3 1-16,1-7 0 0,-1 4 0 0,4 1 0 15,-2 3 1-15,-7-1 0 0,0 4 0 0,-6 0 0 16,4-2 0-16,-3 2 0 0,-6 2 0 0,1 2 0 16,-4-4 0-16,-5-4 0 0,-3 2 1 0,-2 0 0 15,-3-1 0-15,-5 1-1 0,-1 0 1 0,-2 2 0 16,-1-5 0-16,-5 3 1 0,8-2-1 0,-9-1 0 15,2 1 0-15,-3-1 0 0,1 3 0 0,-4-2 0 16,-3 2 1-16,3-3-2 0,-2 3 2 0</inkml:trace>
  <inkml:trace contextRef="#ctx0" brushRef="#br0" timeOffset="136987.29">6222 12742 1721 0,'-8'2'0'16,"8"-2"0"-16,-3 9 0 0,3-9 18 0,7 13 1 15,-7-13-1-15,4 9 1 0,-4-9 3 0,0 2 1 16,0-2-1-16,0 0 2 0,0 0-15 0,-4 0 0 15,4 0 0-15,-18 0 1 0,18 0-10 0,-4 0 1 0,4 0-1 16,-9 0 1-16,9 0-1 0,-7 0 0 0,7 0 0 16,-4 3 0-16,4-3 0 0,4 8 0 0,-4-8 0 15,27 20 0-15,-3-4 1 0,9 4 2 0,3 0-1 16,-3 0 0-16,2 2 6 0,2 3 1 0,5-1 0 16,-2 0 0-16,2 1 11 0,-2-3 1 0,-1 3 0 15,5-3 0-15,1 0 6 0,-4-2 1 0,-1 0 0 16,-5 2 0-16,7-6-2 0,-11-1 1 0,0 1 0 15,-2 2 0-15,2 1-3 0,-3 1 2 0,1 3-1 16,-9-6 1-16,-3 3-5 0,-3 0 1 0,-10-4 1 0,3 6-1 16,-7 5-2-16,-7-1 1 0,3 1-1 0,-10 4 0 15,-3 5-1-15,-7 1 0 0,-7 3 0 0,0 0 0 16,-5-2-4-16,1-2 1 0,-2 1-1 0,1 1 1 16,-3-2-4-16,1-1 2 0,3-1-1 0,-5-6 1 0,1-1-6 15,3-3 0-15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2:30:22.15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408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9.57895" units="1/cm"/>
          <inkml:channelProperty channel="Y" name="resolution" value="118.73684" units="1/cm"/>
          <inkml:channelProperty channel="T" name="resolution" value="1" units="1/dev"/>
        </inkml:channelProperties>
      </inkml:inkSource>
      <inkml:timestamp xml:id="ts1" timeString="2024-04-16T12:30:25.774"/>
    </inkml:context>
  </inkml:definitions>
  <inkml:trace contextRef="#ctx0" brushRef="#br0">9469 3575 12 0,'-5'-4'0'0,"5"4"0"0,0 6 0 0,0-6 0 16,11 16 0-16,-11-16 0 0,7 11 0 0,-7-11 5 16,-9-2 2-16,9 2-1 0,-24 0 1 0,24 0 34 15,-27-5 2-15,27 5-1 0,-28-4 1 0,28 4 36 0,-38-11 0 16,38 11 1-16,-35-11 0 0,35 11-39 0,-31-9 2 16,31 9-2-16,-37-7 2 0,12-2-11 0,5 3 1 15,1-1 0-15,-6 3 0 0,3 4 0 0,0-7 0 16,-2 3 1-16,0-1 0 0,2 5 3 0,-7 0 1 15,2 0 0-15,-3 0 0 0,5 0 6 0,-1 5 0 16,-1-3 0-16,3 0-1 0,-7-2 10 0,0-2 0 16,1 2 0-16,1 2-1 0,0 0-11 0,9 3-1 0,-4-5 0 15,-5 4 2-15,12-4-11 0,-7 2 2 0,1 3-1 16,4 1 1-16,-8 3-9 0,3 2-1 0,2 0 1 16,-2 1 0-16,-1 1-7 0,-1 2 1 0,-1 3 0 15,-3-2 0-15,-1-1-11 0,-2-4 0 0,2 5-1 16,4-5 2-16,-4 5-7 0,5-1 2 0,-5 1-1 15,7-1 0-15,-3 5-2 0,-1 2 0 0,6 1 0 16,-3 1 1-16,5 3-1 0,5-1 0 0,0 1 0 16,-1 4 0-16,-1-4-1 0,1-1 0 0,1 1 0 0,1 0 1 15,3 4 0-15,-6-5 0 0,8 6 0 0,0-6 0 16,-2 5 0-16,4 3 1 0,1 1-1 0,4 3 1 16,-3-3 1-16,-1 8 2 0,1-1-2 0,5-9 1 15,5 5 2-15,1 2-1 0,-1-2 1 0,3-5 0 0,10 2 0 16,-2-4 0-16,3 3 1 0,1 1 0 15,-2-4-2-15,6-2 1 0,-4 2-1 0,4 0 1 0,3 1-2 16,4-1 0-16,-7-5 1 0,9 5 0 0,-7-4-2 16,7 0 2-16,-6-1-1 0,4 1 1 0,-7-7-4 15,3 7 1-15,-3-5-1 0,2 0 1 0,-1-2-1 16,5 0 0-16,-1-5 0 0,0 3 0 0,-9-2-1 0,10-1 1 16,-3 1 0-16,-3-5 0 0,7 0-1 0,-5 2 1 15,3-6 0-15,4-2 0 0,3-5-2 0,-1-5 2 16,0-2 0-16,0-4 0 0,-4 2 0 0,5 1 0 15,1-4 0-15,-2-3 2 0,1-1-1 0,1-1 1 16,3 1-1-16,-1-6 1 0,1 2 2 0,4 0-1 16,-4 2 0-16,-3-2 1 0,8-2 1 0,-6 2 2 0,-3-2-1 15,-3 2 0-15,-2 0 0 0,-1 2 1 0,-3-4-2 16,2 2 2-16,-3 4-1 0,-2-4 0 0,-4 2 0 16,0-1 1-16,-2-1-2 0,1 2 1 0,1 2 0 15,0-6-1-15,0 2 2 0,2 0 1 0,2 2-1 16,-4-2 0-16,2-6 1 0,2-1 0 0,-8-4 0 15,-1 4 0-15,-4-4 1 0,-2-2 1 0,2 2-1 16,-4-7 1-16,2 2-3 0,-1 1 1 0,-1 4-1 16,-3 2 1-16,-4-2-1 0,0 0 1 0,-4-2 0 15,-3 1 0-15,1-3-3 0,4 2 1 0,-9 2-1 16,0-1 2-16,6 6-1 0,-4-5 1 0,-2 4-2 0,-4-4 2 16,-1 4 2-16,1 5 0 0,-5 2 0 0,3-2 0 15,-1 2 2-15,0 0 0 0,-2 7 0 0,3-3 2 16,-1 7-4-16,0 3 0 0,5 1 0 0,-2 1 1 15,-1 1-2-15,1-1 0 0,2 0-1 0,-3 4 1 0,-6 4-4 16,0 0-1-16</inkml:trace>
  <inkml:trace contextRef="#ctx0" brushRef="#br0" timeOffset="1349.82">13246 3824 12 0,'0'0'0'15,"0"0"0"-15,0 0 0 0,0 0 37 0,0 0 1 16,0 0 0-16,-8 7 0 0,8-7 49 0,-23-7 0 16,23 7 0-16,-39-16 0 0,10 8-21 0,3 1 2 15,-3 0-1-15,5 3 0 0,-5-1 0 0,5 1-1 0,-5 2 0 16,-2 2 0-16,-6-5-26 0,1 5-1 0,-1 0 0 16,0 0 1-16,-10 5-11 0,8-5 0 0,-6 6 0 15,6-1 0-15,-1-1-3 0,-2-2 0 0,-4 3 0 16,6-1-1-16,-6-4-3 0,-1 0-1 0,3 0 0 15,-2 0 2-15,-5 0-5 0,1 3 0 0,-1 1 0 16,0 0 1-16,3 3-6 0,-3 2 1 0,-4 2-1 16,-3 0 1-16,10 0-5 0,2 3 1 0,-5 1-1 15,-2 3 1-15,-4-3-2 0,-3 1 1 0,3 0-1 16,6 1 1-16,0 3 0 0,1-4 2 0,-1 4-2 16,0 2 1-16,5-2 0 0,4 2 0 0,0-2 0 0,2-6 1 15,-4 3 5-15,7 1 0 0,-3 2-1 0,0-4 1 16,7 1 0-16,0 3-1 0,2-4 1 0,3 2 0 15,3 2 0-15,-1 0 0 0,2-3 1 0,2 3 0 16,0 3 0-16,4 1 1 0,-2-2-1 0,5-2 1 0,-1 2-4 16,1-2 1-16,2 7-1 0,6-5 1 0,-2 0-3 15,7 3 1-15,-3-3-1 0,5 3 1 0,5 1-1 16,-3-4-1-16,2 1 0 0,5 1 0 0,-2-2-2 16,2-2 0-16,2 2 0 0,2-2 1 0,9 3-3 15,-2-1 0-15,-2-2 0 0,10 0 0 0,3-5-1 0,0-4 1 16,4 5-2-16,5-5 2 0,6 5-2 0,5-5 0 15,0 4 1-15,6-4-1 0,-6-4 1 0,8 2 1 16,-1-2-2-16,3 1 2 0,6-3-1 0,1-3-1 16,7 3 1-16,-7-1 0 0,12 0-5 0,1 3 1 15,-1-2 0-15,1-5 0 0,1 2-2 0,2 0 2 16,-7 5-2-16,7-3 1 0,-3-4-1 0,-1 2 0 0,-1 3 0 16,5 1 0-16,-3 3-1 0,8 0-1 0,-8 2 1 15,5-4 1-15,-4-3-4 0,2 3-1 0,-3 2 1 16,3-7 0-16,0 7-3 0,2-5 0 0,2 3-1 15,2-2 1-15,-4-3-2 0,7 0 0 0,-5 0 0 16,3 3 2-16,-1-5-1 0,-4 4 0 0,2-4 0 16,5 5 0-16,-5 1-1 0,3 1 1 0,-5 2 0 15,-3-5 1-15,-5 3-1 0,1 2 1 0,-6 2-1 16,2 0 1-16,-2-7 5 0,-5 3 0 0,5 0 0 16,-5-3 1-16,3 1-2 0,-7-1 1 0,0 3 0 0,2-7 1 15,0 4-2-15,0-4 1 0,-4-4 0 0,-5 4 1 16,3-7-1-16,-5 3 0 0,2-3 1 0,-6 2 0 15,-3-3-1-15,1 1 1 0,-5-4 0 0,5 0 0 16,-14 2-1-16,2-7 1 0,-4 1 0 0,0-3 0 16,-4 2 0-16,-5-4 1 0,1 0-1 0,-1-2 1 15,0 0-1-15,-2-5 1 0,-2 1 0 0,-2-3 0 0,6-2 0 16,0 2 0-16,-4-7 0 0,-4 3 0 0,1 2 0 16,1-5 0-16,-5-1 0 0,5-1 0 0,-7-4 0 15,4 0 1-15,-4-5 0 0,-2 5 0 0,-2 4 0 16,1-4 1-16,-3 4 0 0,-5-2 0 0,-5 2 0 0,-1-4 1 15,-3 4 1-15,-2 7-1 0,-2-4 1 0,-3 2 0 16,-4 1 1-16,-2-1-1 0,-4 2 1 0,-3-5-1 16,-6 3 0-16,2 2 2 0,-7 0 1 0,-2 4 1 15,-4 1 0-15,-3-1-1 0,-6 7 3 0,-2-2 2 16,-7 6-2-16,-7 1 1 0,-4 4 4 0,-2 2-1 0,-9 2 1 16,-2 3 1-16,-2 4-1 0,-7 0 2 0,-5 0 0 15,-4 4 0-15,-4 3-6 0,-9 2 1 0,-7 6 0 16,-15 1 0-16,-4 6-8 0,-8 5 1 0</inkml:trace>
  <inkml:trace contextRef="#ctx1" brushRef="#br0">23410 9330 0,'0'0'0,"-12"0"16,-58-24 0,70 24-1,0 0-15,0-12 16,0 12 0,0-12-16,0 12 15,0 0-15,0 0 16,0 0-1,0-12-15,0 12 16,0 0 0,0 0-16,0-12 15,0 1 1,0-1 0,11 0-1,-11 12 1</inkml:trace>
  <inkml:trace contextRef="#ctx0" brushRef="#br0" timeOffset="4601.92">19126 3904 527 0,'0'0'0'16,"0"0"0"-16,2 4 0 0,-2-4 44 0,4 5 1 16,-4-5-2-16,0 2 2 0,0-2 26 0,-4 0 1 15,4 0-2-15,-4 0 2 0,4 0-19 0,0 0 0 0,0 0 0 16,0 0 0-16,0 0-21 0,0 0 0 0,0 0 1 16,0 0-1-16,0 0-9 0,0 0 0 0,0 0 0 15,0 4 0-15,0-4-5 0,-7 20 0 0,3 3 0 16,1 8 1-16,3 6-2 0,0 10 1 0,0-9 0 15,3 4 0-15,1-6-1 0,-2-3 1 0,3 2-1 16,-1 3 1-16,0-5-2 0,-1 7 2 0,-3-2-1 16,2-2 1-16,0-5-2 0,-2 2 1 0,-2 0-2 0,0-1 2 15,-1-6 1-15,3-1 0 0,-4-3 0 0,2-2 1 16,0-5 0-16,-3-4 2 0,5-4-1 0,-2-2 0 16,2-1-5-16,-4-2-1 0,1 0 1 0,3 1 0 15,0 1-6-15,0-4 0 0,0 0 0 0,0 0 1 16,0 0-5-16,0 0-1 0</inkml:trace>
  <inkml:trace contextRef="#ctx0" brushRef="#br0" timeOffset="5103.06">19110 3846 1004 0,'7'-2'0'0,"-7"2"0"0,9 2 0 0,-9-2 18 0,15 9 1 16,-15-9-1-16,22 0 1 0,-22 0 13 0,22-9 1 15,-22 9 0-15,36-6 0 0,-12 1-11 0,-2 5 0 16,7-4 0-16,1 4 1 0,4 4-11 0,1 1 2 16,0-5-2-16,-2 2 1 0,-4 2 8 0,0 1-1 0,-10 1 0 15,1 8 0-15,-4-3 5 0,1 4 0 16,-3-4-1-16,-3-4 1 0,-7 2 0 0,-2-5-1 0,-2 7 1 16,5 1 0-16,-3 3-3 0,-2 1 1 0,-7 1-1 15,5 8 2-15,-13 1-7 0,-3 6 0 0,-4-4 0 16,0-1 1-16,-2-2-7 0,-5-8 1 0,2 3-1 15,-1-4 1-15,-1-5-5 0,0 0 0 0,1-2-1 16,3-2 2-16,-3-3-4 0,4-4 0 0,1 0 1 16,6 0-1-16,1 0-3 0,5 0 2 0,5 0-2 15,4 0 1-15,-5 0-2 0,7 0 1 0,0 0 0 0,0 0 0 16,0 0-1-16,0 0 1 0,7 4 1 0,-3-1-1 16,11 1 0-16,5 1 0 0,7 1 0 0,6 5 0 0,4 3 4 15,12 1-1-15,-5-4 1 0,-9 5 0 16,-6-5 5-16,0 4 2 0,-5 1-1 0,-2 0 0 0,-2-1 1 15,0 7 2-15,-5-6-1 0,-2-1 1 0,0 3-1 16,-2 2 2-16,-2-4-2 0,-2 1 2 0,-3 1-3 16,-4 0 1-16,-2 2-1 0,-2-4 1 0,-5 6-3 15,-2 0 1-15,-9 2-1 0,0-1 1 0,0-1-4 0,0 2 0 16,-4-6 1-16,-4-3 0 0,-10-3-4 0,-2 1 0 16,1-2-1-16,-1-9 2 0,2-2-4 0,-6-2 1 15,7-9-1-15,2-2 2 0,2-3-3 0,4-6 0 16</inkml:trace>
  <inkml:trace contextRef="#ctx0" brushRef="#br0" timeOffset="5369.32">20061 4193 1318 0,'0'0'0'0,"0"0"0"0,0 6 0 16,0-6 19-16,0 5 0 0,0-5 0 15,0 2 0-15,0-2 7 0,4 2 1 0,-4-2-1 16,7-2 1-16,-7 2-11 0,20-2 0 0,-20 2 0 0,37-16 1 16,-8 5-13-16,2 0 2 0,0 2-1 0,-3 5 0 15,3 1-3-15,0 3 2 0,-2-4-2 0,-5 4 1 16,-6 0 0-16,1 4-1 0,-3-1 0 0,-3 1 1 0,-8-4-1 15,-5 5-1-15</inkml:trace>
  <inkml:trace contextRef="#ctx0" brushRef="#br0" timeOffset="5553.02">20101 4495 766 0,'4'4'0'16,"-4"-4"0"-16,9 11 0 0,-9-11 7 0,9 5-1 15,-9-5 1-15,15 0 0 0,-15 0 9 0,27 0 0 16,-3 0 0-16,0-5 1 0,7 1-4 0,2-3 2 16,2-2 0-16,-2 2-1 0,3 1-10 0,1 1 0 0,-2-6-1 15,7 2 2-15,-4 3-4 0,1-5 0 0</inkml:trace>
  <inkml:trace contextRef="#ctx0" brushRef="#br0" timeOffset="5809.53">21133 3955 640 0,'-7'0'0'0,"7"0"0"16,-9 0 0-16,9 0 7 0,-4 0 0 0,4 0-1 0,-22 0 1 15,22 0 17-15,-27 11 0 0,27-11 1 0,-42 16 0 16,20-1 4-16,-9 7 1 0,7-2-1 0,0 7 2 0,2 0 2 15,0 2 1-15,2 6 0 0,0 3-1 0,5 4 8 16,-1 5 0-16,-4-1 1 0,7-4-1 0,0 3-2 16,0-3 0-16,-1 0-1 0,6-2 1 0,-3-9-17 15,6-4-1-15,-4 0 0 0,7-10 2 0,-2 3-10 16,4-4 2-16,0-5-2 0,0-7 2 0,0 1-11 0,0-5 2 16</inkml:trace>
  <inkml:trace contextRef="#ctx0" brushRef="#br0" timeOffset="6143.66">20883 4062 752 0,'9'-12'0'0,"-9"12"0"0,16-20 0 0,-16 20 7 0,2-6 1 15,-2 6 0-15,13-9 0 0,-13 9 18 0,20-7-1 16,-20 7 1-16,15 0 0 0,-15 0 2 0,9 11 1 0,-9-11 0 16,13 20 1-16,-13-20 0 0,14 45 0 0,-3-21 1 15,-5 5 0-15,-1 7-5 0,-3-3 1 0,2 2-2 16,-4 1 2-16,-4 2-2 0,2-5 0 0,2 3-1 15,-5-3 1-15,3-2-4 0,0 4 2 0,0-3-1 16,2-6 1-16,0 1-5 0,0-9 1 0,0-3-1 16,0-1 1-16,0-8-5 0,0-1 1 0,0-5 0 15,0 2 0-15,0-2-6 0,0 0 0 0,0 0 0 16,-2 0 1-16,-1-2-10 0,-3 2 2 0,-1-5-1 0,-4-6 0 16,-7-4-2-16,-6-8 0 0,4-3-1 0,0-3 1 15,3-5-7-15,-1-1 1 0,5 4-1 0,4 4 0 16,5 5 1-16,2 4 2 0,2 9-1 0,2 0 0 15,2 9 4-15,-4 3 1 0,7-1-1 0,-1 2 1 0,5-4 1 16,7 5 0-16,2-5 0 0,4 2 0 0,3 0 1 16,3-2 0-16</inkml:trace>
  <inkml:trace contextRef="#ctx0" brushRef="#br0" timeOffset="6544.25">21684 3999 653 0,'0'0'0'15,"0"0"0"-15,0 0 0 0,0 0 24 0,-4 5 2 0,4-5-1 16,-16 4 1-16,16-4 15 0,-13-4 1 0,13 4-1 16,-31-7 2-16,5 3-10 0,-5-1 2 0,2-1 0 15,11-3 0-15,-1 4-15 0,8 3 0 0,-3 2 0 16,3 0 1-16,5 0-8 0,-3 0 1 0,2 0-1 15,3 0 1-15,-5 0-1 0,2 0 0 0,1 0 1 16,1 5 0-16,-1 1 2 0,6-6 1 0,-3 5-1 16,1-3 1-16,0 2-2 0,-2 1 1 0,4 1 0 15,-3 8-1-15,3 8 0 0,0 0 1 0,0 5-2 16,0-3 2-16,0 3-4 0,0 2 2 0,-6 2-1 16,1 0 1-16,1 0-3 0,-7 0 1 0,7 2 0 15,-5 3 0-15,2-5-1 0,3 2 1 0,-3-2 1 0,5 0-1 16,0 1-1-16,2-6 2 0,2-4-1 0,0-2 0 15,0-4 1-15,3 0-1 0,-5-5 0 0,2-5 2 0,0 3-3 16,3-2 1-16,1-3 0 0,3 3 0 0,2 2-3 16,4 2 1-16,-1 0-1 0,3-7 1 0,3 1-5 15,-2-3 0-15,-1-2 1 0,6-2 0 0,-8 2-5 16,-4 0 0-16</inkml:trace>
  <inkml:trace contextRef="#ctx0" brushRef="#br0" timeOffset="6941.34">21838 4219 878 0,'5'0'0'0,"-5"0"0"15,4 2 0-15,-4-2 13 0,11 9-1 0,-11-9 0 16,9 11 1-16,-9-11 9 0,4 5 2 0,-4-5-2 16,5 2 2-16,-5-2-8 0,4 9 1 0,-4-9 0 15,2 9 0-15,-2-9-9 0,0 22 1 0,0-22-1 16,-11 31 1-16,9-9-2 0,-2 1 1 0,-3 1 0 16,-4-2 1-16,-2 0 1 0,0 3 0 0,4-7 0 15,-4 2 2-15,6-5-2 0,0-4 0 0,3-2 0 0,-3-7 0 16,7 3-4-16,-2-5-1 0,0 4 1 0,0-4 1 15,2 2-4-15,0 1 1 0,0-1 0 0,2-2 0 16,-2 0 0-16,0 0-1 0,4 0 0 0,1 0 1 16,4-2-3-16,2-1 1 0,4 1 0 0,5-7 1 0,4-2-3 15,0 0 1-15,-1-4-1 0,-1-3 1 0,0 2 0 16,2 1 0-16,-2-1 0 0,-2 3 0 0,4 6 2 16,-4-4 0-16</inkml:trace>
  <inkml:trace contextRef="#ctx0" brushRef="#br0" timeOffset="7294.68">22350 3984 778 0,'0'0'0'16,"0"0"0"-16,0 0 0 0,0 0 14 0,0 0 0 0,0 0 0 15,-2 0 0-15,2 0 13 0,-9 0 0 0,9 0 0 16,-4 0 1-16,4 0 10 0,-7 0 1 0,7 0-1 15,0 9 0-15,0-9-8 0,-9 18 0 0,9-18 1 16,-11 31-1-16,0-5-1 0,-2 5 2 0,2-4-1 16,4 0 0-16,-4-3 0 0,7-2 2 0,-3-2-2 15,5-2 2-15,2-2-4 0,2-3 1 0,-2-2 0 16,5 0 0-16,1 0-6 0,5 0-1 0,-4-2 1 16,4 2 0-16,2-4-9 0,-6 2 0 0,6-3 1 15,-2 3-1-15,4-2-4 0,-6 0 2 0,2 2-1 16,-4-5 0-16,-3 3-2 0,-2-3 1 0,-2 1-1 0,0 1 1 15,0-1-2-15,0 6 0 0,0-5 0 0,0 8 0 16,-6-3 0-16,-5 7-1 0,-2 2 1 0,-5-5 1 16,3 1 7-16,-12-1 0 0,3 3-1 0,-7-5 1 0,7-2 3 15,-3 1 0-15,3-1 0 0,4-7 0 16,7 1-1-16,2-10 0 0</inkml:trace>
  <inkml:trace contextRef="#ctx0" brushRef="#br0" timeOffset="7954.99">22383 3946 1344 0,'0'0'0'16,"0"0"0"-16,4 0 0 0,-4 0 14 0,18 5 1 0,-18-5 0 15,24-5 0-15,-24 5 10 0,27-11 0 16,-27 11-1-16,26-20 2 0,-26 20-11 0,27-18-1 0,-27 18 1 15,59-42 2-15,-34 27-14 0,-1-1-1 16,-2 0 2-16,-4 8-4 0,-3 1 0 0,-2 0 0 16,-6 3 0-16,-3-1-1 0,1 1 0 0,-5 2-1 15,6-3 1-15,-1 1-17 0,-1-3 0 0,0 3 0 16,1-3 2-16,2 3-40 0,-3-1-1 0,5 5 1 16,-5 0 1-16,-4 0-15 0,0-4 0 0,5 4 0 15,-3 0 1-15,0-3-4 0,0 3 0 0,-2 0 0 16,7 0 0-16,-5 0 63 0,2 0 0 0,1-4 0 15,1 4 0-15,8 0 10 0,-6 0 0 0,6 0 0 0,-1 0 0 16,-4 0 11-16,2 0 1 0,0 4 1 0,-2-1-1 16,-3 1 44-16,-6 1 1 0,2-1 1 0,3-2-1 15,-1 3 18-15,-1-1 0 0,5-2 0 0,-1 3 2 16,0-1-16-16,-1 1 1 0,3-3 0 0,-5 2 0 0,3 1-23 16,0-1 1-16,-3 3 1 0,5-3-1 0,-5-1-13 15,3-1 1-15,-7 4-1 0,4-1 1 0,-4-5-12 16,0 2 1-16,7 3-2 0,-3-1 2 0,1 0-7 15,-1 3 0-15,-2-2 0 0,-2-3 2 0,0 2-7 0,3 5 2 16,-3-2-1-16,0 2 0 0,0 2 0 0,0-5-1 16,0 3 1-16,0 2 1 0,0 0-3 0,0 1 1 15,0 3-1-15,0 5 1 0,0-2 5 0,0 6 0 16,0-2 0-16,-7-2 1 0,-2 7 4 0,0 0-1 16,5-1 1-16,-3 1 1 0,3 0-7 0,-5-1 0 15,2 5 0-15,1 1 0 0,-3-1-3 0,0-3 1 0,3 4 0 16,-1-1 0-16,0 0-4 0,3 0 1 0,0-5 1 15,1 1-1-15,1 0-2 0,0-7 0 0,2-5 0 16,0-1 0-16,0-5-1 0,0-5 1 0,0 3-1 16,0-3 0-16,0 1 0 0,0 1 0 0,0 1 0 15,0 2 1-15,0 2 0 0,0 4 0 0,-2-4-1 16,-3 1 1-16,-6-4 4 0,0-1-1 0,-2 2 1 16,2 2 0-16,-13-4 3 0,-1 2 0 0,-1-3 0 15,-7-1 1-15,2-1 2 0,-2-4 1 0</inkml:trace>
  <inkml:trace contextRef="#ctx0" brushRef="#br0" timeOffset="24719.78">6039 7601 12 0,'0'0'0'0,"0"0"0"15,9 11 0-15,-9-11 0 0,16 23 0 0,-16-23 0 16,15 31 0-16,-15-31 34 0,4 26-1 0,-4-26 1 16,0 22 0-16,0-22 10 0,0 16 1 0,0-16 0 15,0 24 1-15,0-24 15 0,0 38 0 0,0-16 1 16,0 3 0-16,0-5-19 0,0 2-1 0,0 5 1 16,0-5 0-16,0 2-12 0,0-2 1 0,0 3 1 0,3-1 0 15,1 1-10-15,-2 1 1 0,5-3-1 16,-5 1 1-16,2 3-7 0,5-5 1 0,-2 2-2 0,-3-1 2 15,-4-3-5-15,3 2-1 0,5-2 0 0,-3 2 2 16,1-4-4-16,3 2 1 0,0 0 0 0,2 2 1 0,-4-2-1 16,2 6 0-16,-1-6 0 0,3 3 1 0,-4-3-1 15,-3 2 1-15,3-4-1 0,2 2 2 0,-5 0 0 16,3 2 1-16,-3-2-1 0,1 2 2 0,-5 0-1 16,2 3 2-16,2-5 0 0,1 2-1 0,-5 0 0 15,4-2 0-15,-4 0-1 0,5 2 2 0,-5-4-5 16,0 2 1-16,0-2 1 0,2-1-1 0,2-1-2 0,1-3 1 15,-1 3 1-15,-2-1-1 0,3 1 0 0,-5 0 0 16,4-1 1-16,0 1-1 0,3-1-1 0,-3 1 0 16,1 1 0-16,4 3 1 0,-1-4-1 0,6 2 1 15,-3 0-1-15,-2-1 0 0,2 1-1 0,-7 0 1 16,-2 0 0-16,3 2 0 0,3-5 0 0,-1-2 1 16,2 3-1-16,2 0 2 0,-2-1-3 0,6-2 0 0,-6-2 0 15,9 1 1-15,-3-1-2 0,0 0-1 0,1-2 1 16,4-5 0-16,0-2 0 0,2 3 0 0,-5-3 0 15,5 2-1-15,-2 1 2 0,-2-1 0 0,2 1 0 16,4 1 2-16,-6-1-2 0,1-3-1 0,1 3 1 16,0-1 2-16,0 3 1 0,-9 2 1 0,4 2 0 15,-1-7 0-15,8 7-5 0,0-4 1 0,-2 2 0 16,4-5 0-16,0 3 4 0,5-5 1 0,0 2-1 16,-7-1 1-16,2 3 2 0,-4-3 0 0,6-1 1 0,1 0 0 15,1 2 2-15,-1-4 0 0,-3 5 0 16,2-5 0-16,1 2 0 0,-3 0 1 0,-2 1-1 0,2 1 1 15,3-4-3-15,2 0 1 0,-3 0-2 0,-4 2 2 16,7 3-5-16,-3-1 0 0,3 1 1 0,2-1-1 16,-7 3-3-16,9-1 0 0,-6 3 0 0,1-4 2 15,3 1-8-15,-7 1 2 0,1-3-1 0,3 5 1 0,-1-6-4 16,-3-1 0-16,-2 4 1 0,2-3 0 0,3-1 0 16,2 0 1-16,-7 0-1 0,4 0 2 0,3 3-2 15,-3-5 0-15,1 2 1 0,1 0 0 0,5 5 0 16,3-3 0-16,-1 3-1 0,0-2 2 0,1-5-2 15,-6 2 1-15,6 0-1 0,-5 0 0 0,-1 0 0 16,-1 1 0-16,-2 1-1 0,8-4 2 0,-2 2-3 0,2-2 1 16,5 0-1-16,-5 0 1 0,3 0-1 0,1 0 1 15,-1-2-1-15,2 2 0 0,-1-4-1 0,8-1 1 16,-1 1-1-16,-6 2 1 0,-5-5-1 0,7 2 1 16,-7 1 0-16,7 0 0 0,0-1-1 0,2 3 2 0,-2-5-1 15,0 3 0-15,6 2 0 0,-6-1 0 0,0 3 0 16,2-6 0-16,-6 4 0 0,1-1 2 0,1 3-2 15,2-4 1-15,4 4 1 0,-2 0 1 0,1 0-1 16,-1 0 1-16,-5-5-2 0,8 5 1 0,-1 0 0 16,-6 0 1-16,2 0-1 0,-1 0 2 0,4-2-1 15,1 0 1-15,-4 0-1 0,4-5 2 0,-4 0-1 16,2 1 1-16,2-1 0 0,1-4 0 0,-3 2 0 16,2 0 1-16,-2 0-2 0,5 0 2 0,-3 3-1 15,-4 1 0-15,2 5 1 0,-9-4 0 0,12-1 0 16,-5 1-1-16,2 2 0 0,2-5 0 0,0 3-1 15,1-1 1-15,-5 1-1 0,-3 2 1 0,1 2 0 0,2 0 0 16,-7-3-1-16,7 3-1 0,-7 0 1 0,1-2 0 16,-1 2 0-16,2-4-1 0,3 2 1 0,-5-3 0 15,3 3-1-15,-3 0 0 0,0 2 0 0,1 0 0 0,-8 2 0 16,8 2-1-16,-3-1 0 0,-2-1 2 0,-5 2-2 16,0-4 2-16,3 0-2 0,2 0 1 0,-7 0 0 15,3 5 0-15,4 1 0 0,-5-6 0 0,1 5 0 16,-1-1-1-16,-6-2 0 0,2 3 1 0,0-3-1 0,-2 0 0 15,-5 0 1-15,5 1-1 0,-2-1-1 0,-1 2 2 16,-3-4-2-16,-1 3 1 0,-2-1 0 0,0-2 0 16,-2 2 0-16,0-2 1 0,2 4-2 0,-5-4 0 15,3 5 0-15,-5-5 2 0,3 0-2 0,0 0 0 16,1 0 1-16,-1 0-1 0,2 0-1 0,-5 0 0 16,1 0 0-16,-3 0 1 0,-2 0-2 0,4 0 2 15</inkml:trace>
  <inkml:trace contextRef="#ctx0" brushRef="#br0" timeOffset="25191.33">11879 9020 1909 0,'4'5'0'0,"-4"-5"0"0,5 11 0 0,-5-11 30 15,6 4 0-15,-6-4 0 0,9 7 1 0,-9-7-1 0,7 15 1 16,-7-15 1-16,20 27-1 0,-20-27-28 0,26 42 1 16,-8-20-1-16,0 1 2 0,1 1-14 0,-3-4 1 15,4 2 0-15,-5-2 0 0,5 2-28 0,-5-6 0 16,5-1 0-16,0 1 1 0,4 0 0 0,5-3 1 16,-5 0 0-16,-2 1 1 0,-2-1 15 0,0-2 0 15,-2 0 0-15,-1-2 1 0,1 2 11 0,-3 0 2 16,-1 0-2-16,-3 0 2 0,-7-2 3 0,0-2 1 0,-4 2-1 15,0 2 1-15,0 4 0 0,0 1 0 0,-2 2 0 16,-9 2 1-16,-6 0 5 0,-5 4 1 0,-1 1 0 16,-3-8 1-16,0 1 6 0,-3-2 2 0,-6 1-1 15,-1-5 0-15,-1 1 8 0,-5 0 0 0,0 0 1 16,5-1 0-16,-5-1-4 0,0 0 1 0,2-2-1 16,-6-3 2-16,-1-6-13 0,1 3 0 0</inkml:trace>
  <inkml:trace contextRef="#ctx0" brushRef="#br0" timeOffset="32435.75">5318 13790 12 0,'-6'0'0'0,"6"0"0"15,0 7 0-15,0-7 0 0,6 9 0 0,-6-9 0 16,2 0 0-16,-2 0 1 0,-2 0 0 0,2 0 0 16,-6 0 0-16,6 0 32 0,0 0 1 0,0 0-2 15,0 0 2-15,0 0 60 0,0 0 1 0,0 0 1 16,0 0-1-16,0 0-58 0,6 0 0 0,-6 0 0 15,5 2 0-15,-5-2 17 0,17 9 1 0,-17-9-1 16,36 9 1-16,-12-3-10 0,2 3 0 0,-1-2 0 16,-3-3 0-16,-3-2-11 0,6 3 1 0,1-5 0 0,-6 2 0 15,4 0-6-15,1 0 0 0,3 1 0 0,3-1 2 16,-7 2 17-16,9-4 0 0,3 3 0 0,-8-3 1 16,8 0 1-16,1 0 1 0,-6 0-1 0,4 0 2 0,-6 0-7 15,8 0-1-15,-6 2 1 0,5 2 1 0,-8 3-7 16,1-7 0-16,0 2 0 0,1 0 0 0,1 5-11 15,0-5 2-15,0 3-2 0,0-1 1 0,-2 1-11 16,6 1 1-16,-2 3-1 0,2-7 1 0,-6 3-6 16,6-1 1-16,-2-2-1 0,3 1 1 0,-8-1-3 0,8-2 0 15,-1 0 0-15,2 0 1 0,5 0-2 0,0 0 0 16,-2 0 0-16,4 0 0 0,0-2 0 0,7-1 1 16,0 1 1-16,-5 2-1 0,-4 0 1 0,2 0 0 15,2 0 1-15,-4 0 0 0,2 0-2 0,-2 0 2 16,-2 5-1-16,2-1 1 0,-3-2-2 0,1 3 0 15,9-3 0-15,-8 2 0 0,6-1 0 0,1-1-1 0,-1 2 0 16,-1-4 1-16,-6 2-1 0,6 1 0 0,-4 3 0 16,4-3 0-16,-4 1-2 0,4 5 1 0,3-5-1 15,-3 1 1-15,-4 1-1 0,2-3 1 0,-2 6-1 16,0-3 1-16,2 3-3 0,-4-4 2 0,2 1 0 16,-11 1 0-16,6 2-1 0,3-5-1 0,-5 3 1 15,3 0 0-15,1-1-1 0,-3 1-1 0,1 0 1 16,0-1 0-16,1 1 0 0,2 0 0 0,-3-7-1 15,-2 2 1-15,1-2-2 0,-1-2 2 0,-4 2 0 16,4-5-1-16,-4 1-1 0,0-1 0 0,4 3 1 0,1-7-1 16,1 0-1-16,-2 0 2 0,3 0-1 0,1 3 1 15,-5-5-1-15,-1-5 1 0,-3 5-1 0,-1-2 2 16,2-1-3-16,0-1 2 0,0-1-1 0,0 1 1 16,0-5-2-16,-3 0 2 0,5-2-1 0,-2-1 1 0,0-3-2 15,4-5 0-15,-4 0 1 0,4-3-1 0,-8 3 0 16,2-2 1-16,1 0-1 0,-3-1 2 0,-1 3-3 15,-1 0 1-15,-3 0 1 0,4-2-1 0,-2-1-1 16,5 1 1-16,-2 0-1 0,-3-1 1 0,2 6-2 16,-1-1 2-16,1 0-1 0,-6-2 0 0,2 2-1 15,2-4 1-15,-6 1-1 0,11-1 2 0,-10-5-2 0,6-2 0 16,-1 5 0-16,5-7 1 0,-7 0-2 0,2-1 1 16,0 1 1-16,-4 2-1 0,9 0-1 0,-1 0 1 15,-6 0-1-15,3 5 1 0,-8-5-1 0,1 4 0 16,0 1 0-16,4-3 1 0,0 2-1 0,0-4 0 15,2 5 0-15,-6 2 1 0,4 6-1 0,-5 0 0 16,-1 3 0-16,-1 2 1 0,3 4-1 0,-3 0 0 0,1 3 0 16,-3-1 1-16,5 3-1 0,-3 2 0 0,-4 0 0 15,0-1 0-15,2-3 0 0,-2 4 0 0,5-5 0 16,-5 5 0-16,0 7 0 0,4-5 0 0,3 2 0 16,0 0 0-16,1 3-1 0,6-5 1 0,-8 2 0 15,5 1 0-15,5 1-1 0,4-3 1 0,-5 3-1 16,3 3 1-16,2-7-1 0,0 2 1 0,-1 3-1 15,4 2 1-15,3-1-1 0,5 1 1 0,-5 2 0 16,3-4 0-16,-2-1-1 0,-1 1 1 0,1 2 0 16,-3-5 0-16,0 3-2 0,7-1 2 0,-2-4 0 15,2 3 0-15,0-1-1 0,4 2 1 0,2-3 0 16,-1 1 0-16,-8-2 0 0,5 0 0 0,-2 0 0 0,7 0 0 16,-7 1 0-16,4-1 0 0,3 0 0 0,-7-2 0 0,-5 0 0 15,7-1 0-15,0-1 0 0,0 0 0 0,5-1 0 16,-1 1 0-16,5 0 0 0,-4-1 0 0,-3 1 0 15,-2 2 0-15,3 4 0 0,-6-6 0 0,-1 2 0 16,0 0 0-16,2 0 0 0,-7 0 0 0,-4 0 0 16,4-1 0-16,-2 4 0 0,0-1 1 0,-6 2-1 15,-1 5 0-15,-1-3 0 0,-1 1 2 0,-2-1-2 16,2-1 1-16,-2 1-1 0,-6 1 1 0,3 2-1 0,-3 0 1 16,-5-1-1-16,0 3 1 0,2 0-1 0,-2-4 1 15,-6 4 0-15,6-2 0 0,-5 2-1 0,1-3 2 16,-1 3-1-16,-1 0 0 0,-3 0-1 0,3 0 1 15,-1 0 0-15,-2 0 0 0,5 0-1 0,-5 0 1 16,2 0 0-16,-4 0 1 0,5 0-2 0,-5 0 0 16,2 0 0-16,0 0 1 0,0 0-1 0,3 0 0 0,-1 0 0 15,-4 0 0-15,2 0-1 0,7 0 1 0,-9 0 0 16,5 0 0-16,-5 0-2 0,0 3 1 0</inkml:trace>
  <inkml:trace contextRef="#ctx0" brushRef="#br0" timeOffset="32848.96">13008 11125 1733 0,'2'5'0'0,"-2"-5"0"0,5 15 0 0,-5-15 23 15,0 18-1-15,0-18 1 0,0 16-1 0,0-16-7 16,6 11 0-16,-6-11 1 0,5 9 0 0,-5-9-13 0,11 6 1 16,-11-6-1-16,20 16 1 0,-3-7-5 15,14 4 0-15,-2-2 0 0,-7-2 0 0,2-2-1 0,3 1 1 16,-3-1-1-16,7 4 1 0,-9-2 1 0,2 2 0 15,0 0 0-15,3 0 0 0,-5 1 1 0,2 1 1 16,0-2-1-16,3 5 0 0,-7 1 5 0,0 1 2 16,-5 0-1-16,-2-3 1 0,-6 1 5 0,-1-1 1 0,-6-3-1 15,5-4 2-15,-5 6 2 0,0-1 0 0,0 3-1 16,-5 1 1-16,-1 3-1 0,1 0 1 0,-6 0-1 16,-2-2 0-16,-11 4-3 0,2-4-1 0,-11 2 0 15,4 0 2-15,-11 2 3 0,-1 5 0 0,-10 0-1 16,0-1 1-16,-8 3-1 0,-1 0 0 0</inkml:trace>
  <inkml:trace contextRef="#ctx0" brushRef="#br0" timeOffset="40206.99">14609 9988 225 0,'0'0'0'0,"0"0"0"16,7 3 0-16,-7-3 44 0,24 15 0 0,-24-15-1 16,31 11 2-16,-31-11-13 0,26 5-1 0,-26-5 1 15,16 0-1-15,-16 0 44 0,13-5 0 0,-13 5 0 16,20-4 1-16,-20 4-30 0,35-9 0 0,-10 7 0 16,-1-7 0-16,2 2-13 0,3 0 1 0,0 3 0 0,-1-5 1 15,-1 2-11-15,1 1 2 0,-3-1-1 0,6-2 0 16,-3 5-7-16,7-1 0 0,-4-4 0 0,2 3 1 15,-2 1 3-15,0 3 0 0,4-2 1 0,-1-3-1 16,1 3 3-16,5-5 1 0,-5 2-1 0,2 3 1 0,3 1 2 16,-5 1 1-16,3-2 0 0,1 2 0 0,-3 2-7 15,-1 0 1-15,0-5-1 0,-2 3 2 0,1 0-9 16,-1-1 1-16,2 3 0 0,0-4 1 0,5-3-1 16,-3 3 2-16,3 4 0 0,-5-5 0 0,3 3-1 15,-3 0 1-15,-4 2-1 0,-2 0 1 0,-1 0-8 0,5 2 1 16,-8 5-1-16,1-7 1 0,-2 2-4 0,-2 0 0 15,-2 5 0-15,-2-3-1 0,6 3 1 0,-8 0 1 16,-1-1 0-16,3 1 0 0,4-5 1 0,4 3 1 16,-4-1-1-16,3 1 1 0,-1-1 0 0,0-2 1 15,-2 3 0-15,-2-1 1 0,0 1 2 0,2 1 1 16,-9-4-1-16,5 3 2 0,-5-1-11 0,-4-4-1 16,0 5 1-16,2-3 0 0,4 7-4 0,-2-2 0 15,3 1 1-15,-5-3-1 0,2 2-1 0,2-1 0 0,1 3 0 16,-3-4 0-16,0 1 0 0,-2 1 0 0,-2 2 0 15,2-5 0-15,5 3 0 0,-1 2 0 0,-4 2 0 16,2-7 0-16,-2 7 0 0,0-4 1 0,0 2-1 16,0 2 1-16,3 0 0 0,-6 0 1 0,4 5-1 15,3 2 2-15,-6 2-1 0,8 2 1 0,-1 2 1 16,-3-4-1-16,-2 2 3 0,0 1 0 0,-4 1 0 16,6 3 1-16,-2-1 1 0,-2 1 0 0,2 4 0 0,-11-4 1 15,4-1 0-15,1-1 0 0,1 1 0 0,-1 1 1 16,-1 2 2-16,7 2 0 0,-4 5-1 0,-3 1 1 15,-2 5 2-15,3 1 1 0,-1 1-2 0,1 0 2 16,-1 1-2-16,-8-1 2 0,4-2-2 0,0 3 2 16,0 2-2-16,0-5 2 0,0 4-1 0,0 8 1 15,0-5-4-15,0-1 0 0,0 3 1 0,0-2-1 0,0-2-2 16,0 0 0-16,0-5 0 0,0 0 1 0,0 0-5 16,0-4 1-16,0 4 0 0,0 0 0 0,0 5-2 15,0-5 0-15,4 0 1 0,-4 0-1 0,2 1 0 0,0-1-1 16,1 0 0-16,1 0 1 0,-4 0-2 0,4 1 1 15,-4-6 1-15,3 3-1 0,-3 0 0 0,4-2 1 16,-2 2-1-16,5-2 1 0,-7-3-1 0,7 1 0 16,-5-1 1-16,-2 1-1 0,-2 2-1 0,-1 2 2 15,-1 0-1-15,4 0 0 0,-9-3 0 0,-2 3-1 16,2 2 0-16,3 1 1 0,-1-3 0 0,0 2-1 0,1 0 0 16,-1-6 0-16,-4 1 1 0,5 1-1 15,3-2 0-15,-6-1 0 0,3-2 0 0,-1 1 0 0,1-1 0 16,-1-2 0-16,0-2 1 0,3-2-1 0,-5 1 0 15,3 1 0-15,1 2 0 0,-4 1 1 0,7-1-1 16,-2-3 0-16,4-1-1 0,-5 0 2 0,3-1-1 16,0-1 0-16,0-3-1 0,-1 0 1 0,-1-2 0 15,4 0 0-15,-2 0-1 0,0-2 0 0,-1-2 0 16,1-3 1-16,0-2 0 0,0 0-1 0,2 0 0 16,-5-2 0-16,3-2 0 0,-2-3 0 0,4 3 0 15,-2-7 0-15,2 2-1 0,0 0 0 0</inkml:trace>
  <inkml:trace contextRef="#ctx0" brushRef="#br0" timeOffset="40837.94">16832 13233 1419 0,'0'-3'0'0,"0"3"0"16,2 3 0-16,-2-3 30 0,7 2 2 0,-7-2-1 16,7 0 1-16,-7 0-1 0,6-2 2 0,-6 2-1 15,7 0 1-15,-7 0-24 0,0 0 1 0,0 0 0 16,0 0 0-16,0 0-10 0,0 0 0 0,0 0 0 0,0 0 1 15,0 0-2-15,0 0 1 0,0 0 0 0,0 0 0 16,0 0-1-16,0 0 0 0,0 0 0 0,0 8 1 16,0-8-2-16,0 18 1 0,0-18 0 0,0 29 1 0,0-29 0 15,11 45 0-15,0-21 0 0,-2-4 0 16,-5 4 2-16,7 1 2 0,-2 1-2 0,2 3 1 0,-7 0 3 16,8-2 0-16,-10-1-1 0,9 1 2 0,-2-2 2 15,4-1 0-15,-4 0 0 0,2-4 0 0,0-2 0 16,0 2 1-16,-2-4 0 0,-3 1 0 0,3 1 0 0,0 0 2 15,0 0-1-15,-3-3 0 0,1-4 0 0,-1-2 2 16,1-2-2-16,0 2 1 0,-1-7-5 0,3 2 0 16,2-1-1-16,-2-3 1 0,6-3-2 0,1 1 0 15,6-2 0-15,-2-7 0 0,6-3 3 0,1-1 0 16,4-3 0-16,-3 0 1 0,1-2 0 0,0-2 1 16,-1 2-1-16,3-4 1 0,-2 1 2 0,4-1 1 15,-7-3-1-15,3-1 0 0,2-10 2 0,-5 0-1 0</inkml:trace>
  <inkml:trace contextRef="#ctx0" brushRef="#br0" timeOffset="59542.31">17893 15484 338 0,'0'5'0'15,"0"-5"0"-15,0 4 0 0,0-4 96 16,11 0-1-16,-11 0 1 0,4 0-1 0,-4 0-15 16,5 0-1-16,-5 0 1 0,0 0 1 0,0 0 30 15,0 0 1-15,0 0 0 0,4 0 1 0,-4 0-63 0,5 0 1 16,-5 0-1-16,4 0 2 0,-4 0-18 0,9 0 1 15,-9 0 0-15,7 2 1 0,-7-2 0 0,11 9 0 16,-11-9 0-16,13 7 0 0,-13-7-3 0,24 9 2 16,-24-9 0-16,31 15 0 0,-31-15-5 0,35 14 0 0,-11-10 0 15,1 1 2-15,8-3-7 0,2 0-1 0,3 0 1 16,-1 0 1-16,5 1-5 0,-7-3 2 0,7 0-1 16,-2-3 0-16,0 1-5 0,-1 0 0 0,3 0 0 15,2-3 0-15,3-1 3 0,1-1 0 0,1-2 0 16,-1 0 1-16,3 0-1 0,0-2 1 0,-3 2-1 15,1 3 2-15,-1 1-1 0,-2 3 0 0,3-2 1 16,-3-1 0-16,1 1-4 0,-1-3 1 0,0 3 0 16,-2 1 0-16,5 1-2 0,-1-2 0 0,-4 2 0 0,1 2 0 15,-8-5-5-15,1 3 0 0,-3 0 1 0,2-1 0 16,-1 3-1-16,-3 3 1 0,-2-1-1 0,6 0 0 16,-4 3 0-16,-2-1-1 0,-2-2 0 0,2 0 0 0,-7 1-1 15,2-1 0-15,-1 2 1 0,-3-1 0 0,-7 1-2 16,5-2 0-16,-5 0 0 0,-4 1 0 0,0-1-4 15,-4 0 2-15,0 0 0 0,-3 3 0 0,3-5-3 16,-5 2 2-16,0 0-2 0,-2 0 2 0,0 3-3 16,2-1 2-16,-2-2-2 0,0 3 1 0,0-1-2 0,0 1 0 15,-2-1 0-15,-2 3 0 0,-10-5-2 0,1 5 0 16</inkml:trace>
  <inkml:trace contextRef="#ctx0" brushRef="#br0" timeOffset="59969.03">19331 14956 1897 0,'2'0'0'0,"-2"0"0"16,2 2 0-16,-2-2 32 0,0 2-1 0,0-2 0 0,14-2 2 16,-14 2 14-16,17-2 1 0,-17 2 1 0,38-11-1 15,-10 6-28-15,5 1 1 0,0 2 1 0,-4-1-1 16,2 1-19-16,-2-2 2 0,2 1-2 0,-1 6 1 16,6 1-3-16,-1 3 1 0,-2 2-1 0,2 2 1 0,3-7-1 15,-1 3 0-15,1 2 0 0,2 2 2 0,4 2-2 16,4 3 0-16,1-3 0 0,-7 0 1 0,-3 1-1 15,-1-3 1-15,-3 0-1 0,0 2 1 0,3 1 2 16,-3 1 1-16,-4 3-1 0,-2 0 0 0,-3-1 5 16,-6 3 0-16,-9 3 0 0,-2-1 0 0,-5 0 5 15,-6 2 1-15,-5 3-1 0,-6 2 1 0,-4 4 3 0,-8 3 0 16,-3 2 0-16,1-3 1 0,-6 5 0 0,-2 2 1 16,-3 0-1-16,-4 1 1 0,-6-1-1 0,-5 0 1 15,4-2-1-15,-10 2 1 0,2-2-4 0,-7 0 1 16</inkml:trace>
  <inkml:trace contextRef="#ctx0" brushRef="#br0" timeOffset="75338.83">19704 15460 326 0,'2'2'0'16,"-2"-2"0"-16,2 5 0 0,-2-5 74 0,0 8 0 16,0-8 0-16,0 5 0 0,0-5 4 0,0 2-1 0,0-2 1 15,0 0-1-15,0 0 12 0,0 0 0 0,0 0 1 16,0-2 0-16,0 2-55 0,0 0 1 0,0 0-1 15,0-5 0-15,0 5-9 0,4-4 0 0,-4 4 0 16,31-9 0-16,2 2-10 0,7-1 1 0,6 1 0 16,-2 2 1-16,5 3-6 0,0 0 2 15,-1 0-1-15,3 2 1 0,-1 2-7 0,1 0-1 0,2 3 1 16,0 4 1-16,4-1-1 0,1 6-1 0,-5 1 1 16,2 3 0-16,-7 4-3 0,-1 3 2 0,-5 4-2 15,-3-1 2-15,-3 3-3 0,-3 5 2 0,-5 4-2 16,-8-2 2-16,2 4-4 0,-2 5 1 0,-9 1 0 15,0 1 1-15,-2 0-3 0,0 2 1 0,-3 0-1 0,1 5 1 16,0 6 0-16,-1 2 0 0,-1 3 0 0,-5 0 0 16,0-1 2-16,0 5-1 0,-5 0 0 0,1 0 0 0,-5 0 2 15,-2-2 0-15,0 0 1 0,-2 0-1 0,-1-2 3 16,-3-3 0-16,-5-4-1 0,-3 0 1 0,3 0 2 16,-11 0 0-16,5 2 0 0,-8 0 0 0,-8-2-1 15,-4 5 1-15,1-3-1 0,-5-5 1 0,-6-1-5 16,-1-5 1-16,-1-4-1 0,1 1 2 0,1-1-2 0,-1 0 1 15,-5-5-1-15,-2-2 1 0,-3-7 0 0,-1-2 2 16,6-4 0-16,2-3 0 0,-4-4 3 0,0-2 1 16,-7 0-1-16,-4-3 1 0,2-1 3 0,-11-3-1 15,2 0 1-15,-2 0 0 0,0-2 2 0,-2 0 0 16,2 0-1-16,-7-3 2 0,3 1-2 0,-3-3 0 16,-4 3 1-16,0 0 0 0,-5-1-2 0,3 3 1 15,2 0 0-15,-2-4 0 0,0-3-1 0,-3 0 0 0,5-2 1 16,-2-2 0-16,-5 0-4 0,1-1 0 0,1-1 0 15,1 0 0-15,4-1 0 0,-7 1-1 0,-2-1 0 16,-2 1 1-16,0 2-4 0,0-1 1 0,0 1-1 16,0 0 1-16,0 0-4 0,2 2 0 0,-2 2-1 15,-5 0 2-15,1 3-3 0,-5 1 0 0,5 1 1 16,-5-3-1-16,-5 3-1 0,3 2 0 0,-2-2 0 16,2-3 0-16,-9 0-1 0,0 3 2 0,7-2-2 15,-7 3 1-15,2 1-1 0,1 0 0 0,3 2 0 16,-6-2 1-16,7 5-1 0,2-3 0 0,-5 0 0 15,5 0 0-15,0 0 0 0,-4-2 0 0,1 0 0 0,1 0 0 16,-5-1 0-16,5 1 0 0,-2 0 0 0,6-2 1 16,-4 0 0-16,1-3 0 0,1 3 0 0,0-1 0 15,-2-1 4-15,2-1-1 0,-5 1 1 0,3-1-1 16,2-4 4-16,0-4 0 0,0 4 0 0,0 0 1 0,2 0 1 16,0 0 1-16,-4-3-1 0,4 1 2 0,4 0 0 15,-1 0 0-15,-5 0 1 0,4-1-1 0,-6 1-2 16,6 0 0-16,-2 0 0 0,0-3 1 0,5 1-3 15,-1-3 1-15,1-2 0 0,-5-2 0 0,2-2-2 16,5 2 1-16,0-5-1 0,-7 3 0 0,2 2-1 0,-2 2 0 16,5 0-1-16,-1 0 1 0,1-2-3 0,-5 0 1 15,4-2-1-15,5-1 1 0,-6-1 0 0,6-1-1 16,0 1 1-16,-5-1-1 0,7-2-1 0,-2 1 2 16,0-1-2-16,0 0 1 0,2 0-1 0,0 0 1 15,3 3-1-15,-5-1 0 0,2 1-1 0,-2-1 0 0,-5 1 0 16,7-1 2-16,-2 3-3 0,-4 2 1 0,4 0 0 15,2 2 0-15,-2 2-1 0,2 3 0 0,2-1 0 16,7 1 0-16,0-1 0 0,-4 3 0 0,-1-5 0 16,-1 5 0-16,1 2 0 0,1-2 0 0,-1 0 0 15,5-3 0-15,-4 1 0 0,8-1 0 0,-4 1 0 16,5-3 0-16,-1 3 0 0,3-5 0 0,1 2 0 16,-1 1 1-16,2-1-1 0,-5 0 1 0,9 1-1 15,1-8 1-15,-1 3 1 0,7-2-1 0,-3 0 0 16,5-1 0-16,-2-1 0 0,0-1 1 0,6-2-1 15,-2-1 2-15,1-6-2 0,8-2 1 0,-2 3 0 0,-1 2 1 16,6-5-1-16,-6 1 1 0,6-3 0 0,-1-2 1 16,2-3-1-16,-1-1 2 0,3-3-1 0,-1 0 1 15,-3-2-1-15,0 2 2 0,3-4-1 0,4-4 1 0,11-1 0 16,-1-4-1-16,1 0 1 0,0-2-1 0,0-1 1 16,0-3 0-16,4-3-1 0,-6-3 1 0,6-1-2 15,-2-3 2-15,3 1 0 0,3-3-1 0,1 0 1 16,4-2-1-16,0 0 1 0,-2 0 1 0,5-5-3 15,1-1 1-15,3-3-1 0,2 0 2 0,2-5-2 16,5-3 1-16,-5-1-1 0,4 2 2 0,5-4-2 0,-2 0 1 16,2-2-1-16,0 2 1 0,2-5-1 0,-4 1 1 15,6 4-1-15,1-7 1 0,-5 3-3 0,6-1 1 16,-4 3 1-16,3 0-1 0,1-5-1 0,-1 2 1 16,-3 5-1-16,5-2 1 0,-3 0-2 0,-2 2 1 15,5-2-1-15,1-3 1 0,-3 3-1 0,4 2 0 16,-7-5 0-16,7 3 0 0,-3-5-1 0,5 3 2 15,-6-3-2-15,1 0 1 0,5 3-1 0,-6-5 0 0,1 2 0 16,1 3 1-16,-1 4-1 0,1-3 0 0,-3 3 0 16,7 5 0-16,0 1 0 0,0 3 0 0,0 0 0 15,0-2 0-15,7 4-1 0,-7 2 1 0,4 0 0 16,-4 3 0-16,0 6-1 0,0-2-1 0,5 2 1 16,-5-2 1-16,4 2-2 0,-4 5 1 0,5 2 0 15,1-1 0-15,-1 6-3 0,1 3 2 0,1 6 0 16,2 1 0-16,-1 0-2 0,-1 5 2 0,2 0 0 15,2-2-1-15,0-1 1 0,9 1 0 0,-5 2 0 0,3 6-1 16,4 3 0-16,-2 2 1 0,2 4 0 0,2-4-1 16,3 4 1-16,-1-4 0 0,9 4 0 0,1 1-1 15,3-1 1-15,8 3 0 0,-1-3 0 0,5 5 1 0,10-5-2 16,-1 1 1-16,13-3 0 0,-5 2 0 16,7 0-1-16,7-1 2 0,-1-1 0 0,5 2 0 0,2 5 0 15,3 0 0-15,2 2 0 0,-1 4-1 0,-1 5 1 16,-1 0 1-16,-2 2-1 0,-4 2 1 0,-5 1-1 15,-1 1 1-15,-1 5 0 0,-2-6 0 0,4 1 0 16,-2 1 0-16,-2 4 0 0,-6-5 0 0,-1 3 0 0,-11 0 0 16,5 0 0-16,-2 2 0 0,-3-5 0 0,-2 5 0 15,-4-4 0-15,-5 2 0 0,-4 4 0 0,-2 2 0 16,-9-4 0-16,0-4 1 0,-12 8-1 0,-3-4 0 16,-1 0 0-16,-4 0 1 0,-6 0-1 0,-1 0 0 15,-2 5 0-15,3-5 1 0,-1-5-1 0,1 5 0 16</inkml:trace>
  <inkml:trace contextRef="#ctx0" brushRef="#br0" timeOffset="75703">3543 9333 1808 0,'-7'5'0'0,"7"-5"0"15,-15 11 0-15,15-11 35 0,-5 13 0 0,5-13 0 16,-4 7 0-16,4-7 21 0,-9 2 1 0,9-2-1 16,-6 0 1-16,6 0-38 0,4 0 0 0,-4 0 1 0,4 9 0 15,-4-9-18-15,16 11 1 0,-16-11 1 0,42 13-1 16,-11-6-3-16,4 0 0 0,0 2 0 0,7 4 0 0,-2 0 0 16,-1 3 0-16,3-3 0 0,-4 3 0 0,6-1 0 15,-2 1 0-15,4-1 0 0,-6 1 0 0,8-1 0 16,1 1 0-16,-3-1 0 0,-8 3 1 0,1-2 3 15,-8-1-1-15,0 5 0 0,-7-2 2 0,-2 2 5 16,3 0 0-16,-10-4 0 0,1-1 0 0,-12 1 6 0,0-3 0 16,-4 0-1-16,0-2 1 0,0 0 1 0,-4 1 1 15,-11 3 0-15,-5 7 0 0,-11 5-1 0,-4 2-1 16,-7-3 1-16,-11 1 0 0,-7 0-3 0,-10-1 0 16,-8 5 1-16,-3-4-1 0,-5 4-1 0,0 0-1 15</inkml:trace>
  <inkml:trace contextRef="#ctx0" brushRef="#br0" timeOffset="200957">5693 4881 665 0,'2'-2'0'0,"-2"2"0"0,14 4 0 0,-14-4-57 16,17 11 1-16,-17-11-2 0,16 7 2 0,-16-7 33 15,0 4-1-15,0-4 1 0,0 0-1 0,0 0 6 0,2 0 1 16,-2 0 0-16,4 0 1 0,-4 0 19 0,0 0 0 15,0 0 1-15,0 0 0 0,0 0 0 0,0 0 0 16,0 0-1-16,0 0 2 0,0 0 22 0,0 7 0 16,0-7 0-16,0 9 0 0,0-9 17 0,0 11 1 15,0-11 0-15,0 18 0 0,0-18 5 0,5 35 0 16,-5-35-1-16,0 38 2 0,0-38-7 0,4 40-1 16,-4-40 1-16,7 42 0 0,-7-42-9 0,4 38 1 15,-4-18-2-15,0 2 2 0,0-2-9 0,4 2 0 16,-4-4 0-16,3 2 0 0,-3 0 3 0,0-4 1 0,0-1-1 15,0 7 1-15,0-2-3 0,-3 3 1 0,-1-1-1 16,0 2 1-16,-1-2-6 0,3 5 1 0,-2 0-1 16,-1 4 2-16,-1-5-4 0,1 6 1 0,1-6-1 15,-1 5 2-15,-3-4-7 0,1 0 1 0,0-1 0 16,-4 1 0-16,7 0 2 0,-3-1 1 0,3 1 0 16,-5 2 1-16,-2 0-9 0,2-1 1 0,-2 1 1 15,0 2-1-15,-6-4 0 0,5 0 0 0,-1 4-1 16,0 0 2-16,-2 0 6 0,-1-4 0 0,5-1 1 0,-4 5 0 15,1-4 1-15,3 0 2 0,-4-1-2 0,4 1 2 16,-4-3-3-16,6 1 2 0,-7-1-2 0,1 3 1 0,-5-5-5 16,0 2 1-16,5 3-1 0,-5-5 1 0,-4 9-5 15,6-4 2-15,-4 0 0 0,-2 4-1 0,2 4-1 16,0 3-1-16,8-5 0 0,-6 3 1 0,5-3-6 16,-5 3 2-16,5-5 0 0,-5 0 0 0,2 2-1 15,5 1 0-15,-2-1 0 0,-1 0 1 0,-4-2-2 0,0-2 0 16,5 4 0-16,0 5 1 0,4 0 2 0,-7-3 1 15,5 5-1-15,-3 0 2 0,1-2 0 0,-1 0 2 16,3 0-1-16,2 2 0 0,-2-3 0 0,2 1-1 16,0 2 0-16,-2-2 2 0,4 0-3 0,-2-1 2 15,2 3-2-15,-2 3 1 0,2 1-2 0,2-2 1 16,-1-2 0-16,-1-2 0 0,7-3-1 0,-3 3 0 16,-1-7 0-16,1 0 0 0,-1-2-2 0,3 2 1 0,1-4 0 15,-5 0 0-15,5-3-1 0,-2 0 1 0,2 1-1 16,-1 1 1-16,3 6 0 0,3-6 1 0,-3 1-1 15,-3-1 1-15,1-1-1 0,-2-1 1 0,-3 1-1 16,5-5 1-16,0 2-2 0,-3 0 1 0,1-2-1 16,-3 0 1-16,3-2-3 0,0-3 2 0,-3 1 0 15,3-9 0-15,-5 2-3 0,2-3 2 0,3 3 0 16,-5-4 0-16,2 1-2 0,-2 1 1 0,7 2-1 16,-7-5 2-16,3-2-3 0,-7 1 0 0,2-1-1 15,4-4 2-15,-2-3-4 0,2 1 0 0</inkml:trace>
  <inkml:trace contextRef="#ctx0" brushRef="#br0" timeOffset="201376.86">4154 7961 1532 0,'0'4'0'15,"0"-4"0"-15,11 7 0 0,-11-7 19 0,26 4 2 16,-26-4-1-16,16 5 0 0,-16-5 5 0,9 4-1 16,-9-4 1-16,6 7 0 0,-6-7-11 0,11 4 1 0,-11-4 0 15,18 18-1-15,-18-18-8 0,31 36-1 0,-31-36 1 16,31 42 0-16,-20-15-4 0,0 4 1 0,-3 0 1 15,-3 0-1-15,1-2 3 0,-6 2 0 0,5 0 1 16,-3 2 0-16,-2 3 11 0,4-1 0 0,1-1 0 16,-1-8 1-16,3-1 5 0,2-3 2 0,-5-2 0 15,3-2 0-15,2-3 1 0,-5-4 1 0,7 0 0 16,-4-2 0-16,1-4-4 0,3 1 0 0,-4-1 1 16,4-5 0-16,7 2-4 0,-7 0 0 0,4-4 1 15,5-5 0-15,4-4-4 0,3-4 0 0,4-8 0 16,0 4 1-16,4-8-3 0,0-4 0 0,0-3 0 15,-4-1 1-15,5-3-2 0,-6-2-1 0,-3 2 1 0,4 1 0 16,-7 1-3-16,3 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2:35:14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6763 8119 213 0,'-9'2'0'0,"9"-2"0"15,0 9 0-15,0-9 38 0,20 9 1 0,-20-9-1 16,6 11 2-16,-6-11-10 0,-6 6 1 0,6-6 1 15,-16 9-1-15,16-9 10 0,-20 18 0 0,20-18 1 16,-24 36-1-16,11-19-11 0,0 8 1 0,6 1-1 16,-2 5 0-16,3-4-17 0,1 2-1 0,5 4 0 0,-4 7 2 15,4 11-1-15,0 3 1 0,0-6-1 0,0 4 1 16,0 1 0-16,-5 5 2 0,3-1 0 0,-2 1-1 16,4 2 1-16,0 7 0 0,0-7 0 0,4 0 0 15,-4-1 1-15,2-5 1 0,3-3-1 0,4 2 1 0,-3-6-2 16,3 2-1-16,2-7 1 0,0 0 1 0,2-6-7 15,5-3 0-15,2 0 0 0,0-2 0 0,0-2 0 16,6-2 0-16,-2-3 1 0,3 1 0 0,4-3-2 16,-1-2 1-16,6-2-1 0,-1-1 1 0,0-1 3 15,5-1 2-15,2-1 0 0,-5-1-1 0,8 0 2 0,-4 1 1 16,1-1-2-16,2 3 2 0,3-1 5 0,-1 1 0 16,5-1 0-16,2 1 1 0,2-5-1 0,4 2 2 15,-1 1-2-15,-1-1 2 0,3 0-5 0,-5 0 1 16,7-1-1-16,-5-1 2 0,9-5-5 0,0 3 2 15,0-2-1-15,0 2 1 0,1 2-6 0,-1-4 2 16,0 6-2-16,2 2 2 0,3 8-3 0,-5-6 0 0,0 3 0 16,0-2 1-16,-4-2-2 0,4-1 0 0,-6 1 0 15,4-1 1-15,2-1 1 0,-6-3 1 0,1 0-1 16,3-5 0-16,2 3 1 0,3 2-1 0,-3-6 1 16,2-1 0-16,3 3-2 0,-5-7 2 0,7 0-2 15,-3 0 1-15,8-7 0 0,-6 3 1 0,3-1-1 16,2-6 1-16,-6 0 4 0,6-2 3 0,-2 0-3 15,2-1 3-15,-6 1-4 0,6-3 1 0,0 1 0 16,-2-1 1-16,3 3-2 0,-1-3 1 0,0 3-2 16,0 2 2-16,-4 2-2 0,2 0 0 0,0 0 1 15,2 1 0-15,-6-1-4 0,1 2 2 0,-6-2-1 0,1 2 1 16,1-1-5-16,-2-1 0 0,-4 0 0 0,6 0 1 16,1 0-3-16,-1 0 2 0,-4 0 0 0,-2 0 0 0,-3 0-3 15,3 3 1-15,-9 1-1 0,6 5 1 0,-10 0 0 16,4 0 0-16,-5 3-1 0,-1-3 1 0,1 0 1 15,-4-3 0-15,1 6 0 0,-6-1 1 0,-4 0 0 16,-4 2 1-16,-4-1-1 0,-3 3 1 0,-4 5-1 16,-2 1 1-16,-3-1 0 0,-4-7 0 0,-2-2-1 15,-5 3 1-15,-2-5 0 0,3 4 0 0,-1-4-4 16,-4 0 1-16,0 0-1 0,0 0 1 0,0 2-2 0,0 3-1 16,-6-1 1-16,3-1 0 0,1-1-2 0,2 0 0 15</inkml:trace>
  <inkml:trace contextRef="#ctx0" brushRef="#br0" timeOffset="300.05">12349 9749 1834 0,'9'0'0'0,"-9"0"0"16,17 2 0-16,-17-2 24 0,18-2-1 0,-18 2 1 15,31 4 0-15,-9-4 16 0,4 0 1 0,5 0 0 16,4 2 0-16,5 3-15 0,6-1 0 0,5 3 0 16,-4 2 0-16,3 2-24 0,5-5 0 0,-4 3 0 15,2 2 2-15,2-2-2 0,-4 2 0 0,0 0 0 0,2 1 1 16,-3-1-1-16,1 4 0 0,-3-4 0 0,-1 3 2 16,-5 3 0-16,0 1 1 0,-7 2-1 0,-9 0 2 15,-1-2-1-15,-8 0 1 0,-4 4 0 0,-1-2-1 16,-6 6 3-16,-1 1 1 0,-12 0 0 0,-4 2 0 0,-13 6 1 15,-3-2 0-15,-13 3 0 0,-1 2 2 0,-19 2-3 16,0 2 0-16</inkml:trace>
  <inkml:trace contextRef="#ctx0" brushRef="#br0" timeOffset="2822.07">5312 14048 677 0,'11'4'0'0,"-11"-4"0"0,30 13 0 15,-30-13 13-15,42 9 0 0,-22-4 1 0,7 1-1 16,-3-1 35-16,2 1 2 0,1 1-1 0,2 2 0 0,-3-2-7 16,-2 4 1-16,3 2-2 0,-1-2 2 15,1-2-11-15,1 0 2 0,3 0-1 0,0 0 0 0,0 2-13 16,4 2 1-16,3 3-1 0,-3-1 1 0,5 1-7 16,-5 4 0-16,2-3 1 0,3 3-1 0,2 0 3 15,2-4 1-15,-2 2-1 0,4-3 1 0,10 1 4 16,-4-1 1-16,4-1-1 0,-1-1 1 0,6 0-4 0,-3 1 0 15,1-1 0-15,3 0 1 0,0 1-4 0,-3-1 1 16,8 3-2-16,-6-1 2 0,3-2 1 0,9 3 0 16,-5-1 0-16,3 3 0 0,-5-2-3 0,3 2-1 15,1-3 1-15,-6-2 0 0,9-1-2 0,4-1 0 16,0-5 0-16,-4 3 0 0,0-2 5 0,0-1 1 16,-1 1-1-16,3 0 1 0,2-3-8 0,-4 1 1 0,2 1-1 15,-9-3 1-15,1 1 1 0,-4 0 0 0,4 1 0 16,-1-1 1-16,4 3-5 0,-3-7 1 0,1 0-1 15,-2 0 1-15,-2-7 0 0,-2 1 0 0,0-1 0 16,-3 0 0-16,3 1-1 0,0-3 2 0,-1 0-1 16,-3-2 0-16,1 0-1 0,-8-7 1 0,0 0-1 15,-5 0 1-15,2-2-1 0,1 0 0 0,0-2 0 16,-1 0 1-16,-2-2 0 0,1-3 0 0,-1 0 0 16,-2-2 1-16,-2 1 1 0,-5-1-1 0,3 0 0 15,0 0 0-15,-3-2-2 0,3-5 1 0,0 3-1 16,2-5 2-16,-5 3-4 0,1-1 2 0,-3 3-1 0,2-5 1 15,-4 3-2-15,1 1 1 0,-1-1-1 0,-2 2 0 16,2 1-1-16,-5 1 1 0,8 0-2 0,-3-2 2 0,2 0-2 16,2-1 0-16,3 1 0 0,-5 2 0 15,12-9 1-15,-1 2-1 0,0 0 1 0,-6 1 0 0,6 1-1 16,-6 1 2-16,4-1-1 0,0 3 0 0,-4 0 1 16,0 1 0-16,8-1 0 0,-6 2-1 0,0-4 1 15,6 1 1-15,-6 3 0 0,0 0 0 0,2 0-1 16,3 2 1-16,-8 0 0 0,3 0 0 0,0-2-2 15,2 0 0-15,-2 5 1 0,-2-1 0 0,2 2-2 0,-3 1 1 16,8 2 0-16,-10 2 0 0,7 2-1 0,-4 0 1 16,2-2-1-16,-5 3 1 0,3-1-2 0,-2 0 2 15,6 0-2-15,-7 3 2 0,7-1-2 0,-4 3 1 16,2 0-1-16,0-3 2 0,-2-2-3 0,1 0 1 16,1 1-1-16,2-1 0 0,-4 2 1 0,2 3-1 15,-7 0 1-15,1-3-1 0,-1 3 0 0,2 2 1 0,-6 0-1 16,0-3 0-16,-2 3 1 0,4 2-1 0,-9 3 1 15,3-1-1-15,-3 3-1 0,-4-5 1 0,-3 4 1 16,-1 3-1-16,-3 2-1 0,-2-7 1 0,-7 5-1 16,3 0 1-16,2 2-3 0,-9-5 1 0</inkml:trace>
  <inkml:trace contextRef="#ctx0" brushRef="#br0" timeOffset="3128.55">12889 12060 1746 0,'35'5'0'0,"-4"6"0"0,0-5 0 0,-11 3 32 15,-2-2 1-15,6 2-1 0,2-5 1 0,18 5 7 16,3 4 2-16,-8-4-2 0,-1 0 2 0,-3 0-21 0,-4-2 1 16,-9 4 0-16,-2 2 0 0,-7-6-18 0,-2-1-1 15,-6 1 0-15,-5 0 2 0,0-1-5 0,-5 3 0 16,-6 2 0-16,-2 7 1 0,-7 9-2 0,-6 4 1 16,-5-2 0-16,0 2 0 0,-11 2-1 0,-6 3 0 15</inkml:trace>
  <inkml:trace contextRef="#ctx0" brushRef="#br0" timeOffset="9494.25">14865 10928 1407 0,'0'2'0'0,"0"-2"0"0,-4 13 0 16,4-13 13-16,4 7 1 0,-4-7-1 0,4 7 2 15,-4-7 4-15,7 11 0 0,-7-11 0 0,11 6 1 16,-11-6 4-16,24 9 0 0,-24-9 0 0,42 5 1 0,-13-3-9 16,6 0 1-16,3-2 0 0,1-2 0 0,-3-3-2 15,-1 3-1-15,7-5 1 0,-2 1-1 0,6-1-4 16,2 1 1-16,3 1-1 0,2 1 1 0,4 1-2 15,3-1 1-15,0 0-1 0,1-1 1 0,3 1-2 16,-2 1 0-16,4-3 0 0,0 1 1 0,0 1-5 16,5-1 1-16,-3 1-1 0,-4 2 1 0,5-3-2 0,-5 5 0 15,0 0 1-15,-3-2-1 0,-1 2-2 0,-5 2 1 16,0 5 1-16,-6-3-1 0,-7 1-1 0,-3 2 0 16,-1 1 0-16,1 1 1 0,-3 0-2 0,1 0 0 15,-1 0 0-15,-3 4 2 0,0 1-2 0,0 1 0 16,0 3 0-16,2 2 1 0,-4 2 0 0,-5 3 1 0,1 3 0 15,2 3 1-15,-3 7 1 0,-2 2 2 0,-4 7-2 16,-2 2 2-16,2 0 2 0,-3 4-1 0,-3 5 1 16,-1 4 0-16,2 7 1 0,-4 4 0 0,0 2 0 15,-2 5 0-15,-4 5 1 0,6-1 1 0,-5 5 0 16,1 0 0-16,-3 0-2 0,3-3 0 0,2 3 0 16,4 0 1-16,-4-9 1 0,2-3 0 0,0 6 0 15,-2-1 1-15,2 2-1 0,0-6 1 0,-3 4 1 16,3 0-1-16,-6-6 0 0,-1 1 1 0,3-1-1 0,-5 2 1 15,-2-5 3-15,-2 2 0 0,2-6 0 0,0 0 0 16,0-2 2-16,0-5 1 0,0-2-1 0,0 0 1 16,0-5-2-16,0-4 0 0,0-2 0 0,2-4 1 15,-2-10-2-15,4-4-1 0,-4-9 1 0,0-2 1 16,3-11-4-16,-1-4 1 0,-2-3-1 0,0 0 1 0,0-2-6 16,0 0 1-16</inkml:trace>
  <inkml:trace contextRef="#ctx0" brushRef="#br0" timeOffset="9832.18">17227 13945 1758 0,'7'14'0'15,"-7"-14"0"-15,0 29 0 0,0-29 21 0,4 24 1 0,-4-24-1 16,15 33 0-16,-4-8 14 0,9-1 1 0,0 3-1 16,-2 2 1-16,2 2-16 0,0 0 0 0,-1 0 0 15,1 0 0-15,0 0-14 0,-4 2 1 0,3-6-2 16,-1 0 2-16,-3-1-3 0,-1 1 0 0,-1 0 0 16,0-3 1-16,3 1 4 0,-5-3 0 0,2 0 0 15,2-2 1-15,1-5 6 0,-1 3 1 0,-2-2-2 16,1-5 2-16,1-2 12 0,0-3 0 0,5-6 1 15,-4 0 0-15,6-4 8 0,2 0 1 0,3-8 0 16,1-8 0-16,14-8-3 0,-4-15 0 0,6-3 0 0,0-8-1 16,9-14-5-16,0-8 0 0,6-10 0 0,1-12 1 15,4-18-12-15,8-15 0 0</inkml:trace>
  <inkml:trace contextRef="#ctx0" brushRef="#br0" timeOffset="47427.14">7559 8416 12 0,'0'5'0'0,"0"-5"0"0,11 11 0 15,-11-11 0-15,20 4 0 0,-20-4 0 0,17 9 0 16,-17-9 1-16,9 11 0 0,-9-11 0 0,2 11 1 0,-2-11 41 15,18 16 0-15,-18-16-1 0,11 11 1 0,-11-11 28 16,20 20-1-16,-20-20 1 0,11 27 1 16,-11-27-20-16,13 26 0 0,-13-26 0 0,11 31 1 0,-11-31-8 15,16 20 1-15,-16-20 0 0,8 22 0 0,-8-22-12 16,9 23 2-16,-9-23-1 0,9 24 1 0,-9-24-6 16,15 38 1-16,-15-38-1 0,12 38 1 0,-12-38-6 0,15 42 0 15,-15-42-1-15,13 38 1 0,-13-38-4 0,0 39 1 16,0-16-1-16,5-1 1 0,-3 2-4 0,-2 3 0 15,0 0 0-15,0-1 1 0,0 1-3 0,0-5 1 16,0 3-1-16,0 1 0 0,0 1-1 0,0-1 0 0,0-3-1 16,0 1 2-16,-2-2-4 0,-3 3 2 0,5-1-2 15,0 3 2-15,-4 4-4 0,4 4 0 0,-5-3 0 16,1-1 1-16,4 2-2 0,0 2 1 0,0-1 0 16,-2-3 0-16,-3 0-1 0,1 0 0 0,4 0 0 15,-4 2 1-15,1-1 3 0,3 3-1 0,0 1 0 16,0-1 2-16,-9 1 1 0,1-5-1 0,1 6 1 15,7 1 0-15,-4 4 2 0,4 5 1 0,0-5 0 16,-3 0 0-16,-1-4 3 0,-5 0 1 0,5-3-1 16,2 3 2-16,-3 0-3 0,-1 0 1 0,1 2-1 15,5-5 2-15,0 3-4 0,0 0-1 0,0-1 1 16,0-1 1-16,-4 0-1 0,-3-1 0 0,7 1 0 0,-2-1 0 16,0 3-2-16,2-5 0 0,0 3-1 0,0-1 2 15,0-1-2-15,0-3 1 0,0 4-2 0,0 3 2 16,-5-5-3-16,1 3 2 0,-1-3 0 0,3 3-1 15,2-5-2-15,-4 2 1 0,4 2-1 0,-5-8 2 0,5 4-2 16,5-4 1-16,-5 4 0 0,-5 2 0 0,1 1-2 16,2-1 1-16,-3 0-1 0,1 3 1 0,4 1-2 15,-4-3 2-15,1 1-1 0,1-1 0 0,0 1-1 16,-2-2 0-16,-3 1 0 0,5-5 0 0,-3-3-2 16,5-1 1-16,0-5 0 0,5 0 0 0,-3-3-2 0,0-1 1 15,3 0 0-15,-5-5-1 0,0 2-2 0,0 0-1 16,4 1 1-16,-4 1 1 0,2 5-3 0,0 0 0 15,-2-2 1-15,0-3 0 0,3 5-2 0,1-2 1 16,-4 0-1-16,4-5 0 0,-4-2-1 0,5-2 1 16,1 0 0-16,-1 2 0 0,-1 3-1 0,-2-1 0 15,3 0 0-15,4 1 1 0,-5-1 0 0,7 0-1 0,0-2 0 16,-4 0 0-16,-1-2 0 0,5 2 0 0,0-4 0 16,0 2 2-16,1 2-2 0,1-4 1 0,2 2-1 15,1-5 1-15,-1 3-1 0,1-1 2 0,-3 3-2 16,-2-4 1-16,0-1-1 0,-9 3 0 0,11-5 0 15,3 2 1-15,4 1-2 0,2-1 1 0,2 1 0 16,2-3 0-16,-4 2-1 0,7-4 1 0,-3-4-1 16,3 2 1-16,-2 0-1 0,-1-1 1 0,1-1-1 15,1 4 1-15,-4 0-1 0,1-2 2 0,3-1-2 16,-3-1 1-16,-5 2-1 0,4 2 1 0,0-7 0 16,0 3 0-16,1 1 0 0,-3 1 0 0,2-2 0 0,0-1 2 15,9-1-2-15,2-1 1 0,-6 3-1 0,6-8 1 16,-1 4 1-16,-4-4-1 0,1 1 0 0,-4 0 0 15,1 7-1-15,3-5 1 0,-6 2-1 0,5-2 1 16,-1 3-1-16,0-1 0 0,2-2 0 0,-9 3 2 16,2-6-3-16,0 4 1 0,-2-1 0 0,5 2 0 0,-1 0-1 15,7 1 0-15,-2-1 0 0,0 5 1 0,-7-3-1 16,1 3 0-16,-1-2 0 0,0-1 0 0,-4 1 0 16,0-1 0-16,0 3 0 0,-3 2 0 0,-4 0 0 15,-2 0 0-15,0 0 0 0,3 0 0 0,-1 5 0 16,0-3 0-16,3-2 0 0,-5 0 0 0,9 0 0 0,-5 0 0 15,0 0 0-15,1 0 1 0,-7 0-1 0,2 0 0 16,0 0 0-16,0 0 1 0,2 0-1 0,2 0 0 16,-6 0 0-16,9 4 0 0,2-2 0 0,0 3 0 15,-1-1 0-15,-1 1 0 0,-5-5 0 0,5 2 0 16,-3 2 0-16,1 1 0 0,-1-1 0 0,3-4 0 16,-7 3 0-16,0-1 0 0,-2 4 0 0,2-3 0 0,-2 1 0 15,4 1 0-15,-4-1 0 0,-1 0 0 0,6 3 0 16,-1 2 0-16,-2 2 0 0,-2 2 0 0,6 7 0 15,1 0 0-15,-5 0 0 0,-5 5 0 0,1-1 0 16,4 1 0-16,0-3 0 0,-9 0 0 0,7 0 0 16,0 3 0-16,-3-5 0 0,3 2 0 0,-7-4 0 15,7 2 0-15,-4 2 0 0,-5-2 0 0,6 0 0 16,-1 2 1-16,-1 0-1 0,1 3 0 0,1-5 0 16,-1 0 2-16,-3 0-2 0,0 0 0 0,5 6 0 0,-3-1 1 15,-2-1-1-15,3 1 0 0,-1 1 0 0,-2-1 1 16,-2 1-1-16,7-4 0 0,-5 5 0 0,2 0 0 15,1-1 0-15,-1 5 0 0,-2-4 0 0,-2-2 0 16,5 1 0-16,-1 1 0 0,-4-3 0 0,3 3 0 0,-3 2 0 16,6-7 0-16,-4 0 0 0,3 3 1 0,-1-3-1 15,-2 0 0-15,3-2 0 0,-1 0 1 0,1 0-1 16,-1-2 0-16,3-3 0 0,-3 3 1 0,0-2-1 16,3-1 0-16,2 14 0 0,-5 0 1 15,7 2-1-15,-6 0 1 0,1 0-1 0,-3-2 1 0,1 2-1 0,-2 0 0 16,0 5 0-16,1-5 2 0,-3 7-2 0,6-7 0 15,-4 0 0-15,1 0 1 0,-1 2-1 0,-2-4 0 16,0 4 0-16,4-2 0 0,-4 3 0 0,0-5 0 16,0 2 0-16,5 0 0 0,-5 4-1 0,0-6 1 15,0 11 0-15,0-7 0 0,0 5-2 0,2 0 2 16,-2 0 0-16,0-1 0 0,0 6-1 0,0-8 1 0,0 5 0 16,0-2 0-16,0-3-1 0,0 3 1 0,-2 0-1 15,2 2 1-15,0-5-1 0,-5 3 1 0,5 2 0 16,-4-2 0-16,-1 2 0 0,3-2 0 0,-4-5 0 15,3 2 0-15,1-1 0 0,0-1 0 0,-2-2 0 16,4-4 0-16,0 2 0 0,0-1 0 0,0 4 0 16,0-1 0-16,0-2 0 0,0 2 0 0,0 0 0 15,0-5 1-15,0 1-1 0,4 4 1 0,-2-4-1 16,0-1 1-16,1 1-1 0,-3 0 1 0,6-5 1 16,-6 2-1-16,2-4-1 0,1 3 1 0,-1-17 0 0,2 3 0 15,-4 0-1-15,5 0 1 0,-5 2 0 0,2 2 0 16,-2-6-1-16,4 2 2 0,1 2-1 0,-1-2 0 15,0 0 0-15,3 0 0 0,-2-1 0 0,-1 1 0 0,3 0 0 16,1 0 1-16,-3 0-1 0,1 0 0 0,1 0 0 16,0 2 0-16,6 0 0 0,-2 0 0 0,7 0-1 15,-7-2 1-15,-5-5 1 0,3 1-1 0,0-1-1 16,2 1 1-16,0-1 0 0,-2 1 0 0,2-1 0 16,0 1 0-16,9 3 0 0,-5-1 1 0,5 0-2 15,-5-1 1-15,5 1-1 0,-2 0 1 0,2-1-1 16,-3 1 1-16,5 0-1 0,0-5 1 0,3 2-1 0,-3-1 1 15,2 1-1-15,0-4 1 0,3 2-1 0,-5 0 1 16,6 1-1-16,3-3 2 0,-4 0-1 0,1-3 0 16,-1 3 0-16,-7 0 0 0,4 0 0 0,0 3 0 15,5-1 0-15,-5 0 2 0,3 0-2 0,-1 1 0 16,-2-1 0-16,3 0 1 0,-7 0-1 0,4 0 0 16,2 3 1-16,1-3 0 0,4-2-2 0,-5 0 1 0,5 0 0 15,0 0 0-15,2 0-1 0,-2 0 1 0,-5 0 0 16,-1 0 1-16,1 0-2 0,-2-2 0 0,7 2 0 15,-4 0 1-15,4 0-1 0,-5 2 0 0,-2-2 0 16,3 0 1-16,-3 0-1 0,2 0 0 0,1 2 0 16,4-2 1-16,-3 3-1 0,3-1 0 0,-4 2 0 15,1-4 0-15,3 5 0 0,-4-1 0 0,-5-2 0 16,2 1 0-16,0 1 0 0,-4-2 0 0,0 3 0 16,4-1 0-16,-4 1 0 0,4-1 0 0,-8 0 0 15,4-4 0-15,-5 3 0 0,5-1 0 0,-2 0 0 16,2 0 1-16,-5 3-1 0,5-1 0 0,0 1 0 15,-1-1 0-15,1 1 0 0,-2-3 0 0,6 2 0 0,-4 1 0 16,-4-1 0-16,6 0 0 0,-5 1 0 0,1-1 0 0,2 1 0 16,-5-1 0-16,-6-2 0 0,2 1 0 0,4-1 0 15,-4 0 0-15,3 5 0 0,-1-5 0 0,0 2 0 16,-2 1 0-16,9-1 0 0,0 1 0 0,-5-1 0 16,3 1 0-16,-5-3 0 0,-2 0 0 15,-2 0 0-15,2 1 0 0,0 1 0 0,2-4 0 0,-2 0 0 16,5 0 0-16,-5 0 0 0,0 0 0 0,0 0 0 0,2 0 0 15,11-4 0-15,-2-1 0 0,0 1 0 0,1-3 0 16,-6 3 0-16,1-1 0 0,-1 1-1 0,-1-1 1 16,-5 3 0-16,2 0 0 0,-6 2-1 0,4-5 1 15,6 3 0-15,-1 0 0 0,6 0-1 0,-9-1 1 16,-2 1 0-16,-4 0 0 0,-1 0 0 0,8 0 0 16,-3-1 0-16,0 1 0 0,2 0 0 0,-2 0 0 15,-2-1 0-15,2 1 0 0,0 0 0 0,0 0 0 0,2 0 0 16,-2 2 0-16,-4-5 0 0,6 3 0 0,2-2 0 15,-8-1 1-15,6 1-1 0,3-1 0 0,-7 1 0 16,2 2 1-16,0-1-1 0,0 1 0 0,-3 0 0 16,3 0 1-16,-4-1-1 0,2 3 0 0,-5-4 0 15,7 2 0-15,-4 0 0 0,2-1 0 0,0 1 0 16,2 0 0-16,-3 0 0 0,3-1 0 0,0 1 0 16,1 0 0-16,-1 0 0 0,2 0 0 0,-7 2 0 15,3 0 0-15,2 0 0 0,-6 0 0 0,6 0 0 16,0 0 0-16,-2 0 0 0,-1 0 0 0,3 2 0 0,-2 0 0 15,4 0 0-15,-2 0 0 0,3 1 0 0,-6-1 1 16,4 0-1-16,-1 3 0 0,-3-1 0 0,3 0 1 16,0-1-1-16,-2-1 1 0,4 2-1 0,-2 1 2 15,1-1-1-15,-1 1 0 0,6 1 0 0,1-1 0 0,-3-1 0 16,3 1 0-16,-9-3 0 0,0 0 1 16,2 0-1-16,0 3 0 0,8-1 0 0,-3 1 1 0,-1-1-2 15,1 0 1-15,-7 1 0 0,2-1 0 0,0 1-1 16,0-1 2-16,0 1-2 0,2-1 1 0,-4 1-1 15,2-3 0-15,6 2 0 0,3 1 1 0,0-1-1 0,0-2 0 16,0 1 0-16,-5 1 0 0,3-4 0 0,-3 2 0 16,3 0 0-16,0 1 0 0,-1-1 0 0,1 0 0 15,-7-2 0-15,2 0 0 0,3 0 0 0,-5 0 0 16,2 0 0-16,0 0 0 0,0 0 0 0,-2 0 0 16,-2 0 0-16,2 0 0 0,0 0 0 0,0 0 0 15,2 0 0-15,-1 0 1 0,-6-2-1 0,7 0 0 16,-2-1 0-16,-4 1 1 0,2 0-1 0,0 2 0 0,2-4 0 15,-5 1 0-15,1 3 0 0,4 0 0 0,0 0 0 16,0 0 0-16,0 0 0 0,0 0 0 0,2 0 0 16,-6 0 0-16,2 0 0 0,6 0 0 0,-6 0 0 15,2 0 0-15,2 0 0 0,-2 0 0 0,-2 0 0 16,0 0 0-16,-2 0 0 0,6 0 0 0,-4 0 0 16,2 0 0-16,-5 0 0 0,3 0 0 0,-9 0 0 15,7 0 0-15,-3 0 0 0,0 0 0 0,1 0 0 16,-1 0 0-16,-4 0 0 0,7 0 0 0,-7 0 0 15,2 0 0-15,0-2-1 0,-2 0 1 0,5-3-1 0,-3 1 1 16,2-3-10-16,-4-2 0 0</inkml:trace>
  <inkml:trace contextRef="#ctx0" brushRef="#br0" timeOffset="48148.25">14437 15957 1117 0,'-4'5'0'0,"4"-5"0"15,-2 4 0-15,2-4 14 0,2-2-1 0,-2 2 1 16,0 2 0-16,0-2-4 0,-2 9 2 0,2-9-2 0,-11 9 1 16,11-9-11-16,-5 7 1 0,5-7-1 0,-6 8 1 15,6-8-5-15,-3 5-1 0,3-5 1 0,-2 4 0 16,2-4-9-16,2 9 0 0,-2-9 1 0,3 9 0 0,-3-9 5 16,8 11 1-16,-8-11 0 0,14 14 0 0,-14-14 5 15,22 17 1-15,-22-17 0 0,33 14 0 0,-33-14 1 16,31 11 1-16,-31-11 1 0,35 13-1 0,-35-13 9 15,31 13 0-15,-31-13 0 0,33 9 2 0,-33-9 8 16,24 7 0-16,-24-7 1 0,38 9 0 0,-19-5 6 0,6 1 0 16,-3-1 0-16,2 1 0 0,0-1 0 0,1 0 1 15,-3 1-1-15,-3-1 0 0,-1 3 3 0,-5 2 2 16,5 0-2-16,-3-3 2 0,-1-1-2 0,-3-3 0 16,-2 0 1-16,2 3 0 0,-5-1 2 0,3 1 0 15,-5-1-1-15,7 3 2 0,-6 2-7 0,1-1 1 16,3-1-1-16,-4 0 2 0,1 2-8 0,-1 2 1 0,1 0-1 15,-1 0 0-15,-5 0-4 0,0 0 1 0,0 0-1 16,0 0 1-16,-7 3-3 0,3-1 1 0,-1 0-1 16,-1 1 1-16,1-1-2 0,-4-4 2 0,-2 4 0 15,0 1 0-15,-2-3 0 0,2 0-1 0,-4 2 1 16,-7 0 0-16,-3-1-3 0,6-1 0 0,-6 0 1 16,3 0-1-16,-6-2-1 0,-1-3-1 0,0 3 0 15,3 2 2-15,-1 0-5 0,3 1 0 0,-2-1 0 16,-1 2 0-16,5-2-6 0,0 2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4-16T12:41:22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18009 9860 0</inkml:trace>
  <inkml:trace contextRef="#ctx0" brushRef="#br0" timeOffset="1590.36">15522 9366 0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9T12:46:31.56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7475 11786 8522,'0'41'45,"8"3"0,-6-18 0,6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2:43:44.37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3408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9.57895" units="1/cm"/>
          <inkml:channelProperty channel="Y" name="resolution" value="118.73684" units="1/cm"/>
          <inkml:channelProperty channel="T" name="resolution" value="1" units="1/dev"/>
        </inkml:channelProperties>
      </inkml:inkSource>
      <inkml:timestamp xml:id="ts1" timeString="2024-04-16T12:44:01.424"/>
    </inkml:context>
  </inkml:definitions>
  <inkml:trace contextRef="#ctx0" brushRef="#br0">10737 13883 12 0,'2'0'0'15,"-2"0"0"-15,2 0 0 0,-2 0 0 0,9 0 0 16,-9 0 0-16,11 0 0 0,-11 0 34 0,4 0-1 16,-4 0 1-16,0 0 0 0,0 0 35 0,0 0 2 15,0 0-1-15,0 0 1 0,0 0 2 0,0 0 0 16,0 0 0-16,0 0 0 0,0 0-24 0,0 0 1 0,0 0-1 15,0 0 0-15,0 0-7 0,0 0 1 0,0 0-1 16,0 0 1-16,0 0-12 0,0 0 2 0,0 0-2 16,0 0 2-16,0 0-11 0,0 0 2 0,0 0-1 15,0 0 1-15,0 0-5 0,0 0 0 0,0 0 0 16,3 0 0-16,-3 0-3 0,0 0 1 0,0 0-1 16,0 0 0-16,0 0 0 0,4 0 1 0,-4 0 0 15,4 0 0-15,-4 0-3 0,3-2 2 0,-3 2 0 16,6-2-1-16,-6 2 0 0,2 0-1 0,-2 0 1 15,5-2 1-15,-5 2-3 0,4-3 2 0,-4 3-1 0,5-6 1 16,-5 6 6-16,2-5 1 0,-2 5-1 0,9-4 1 16,-9 4 4-16,9-9 0 0,-9 9 0 0,11-16 1 0,-11 16-3 15,6-13 2-15,-6 13-1 0,9-15 1 0,-9 15-2 16,11-20 1-16,-11 20 0 0,11-18 0 0,-11 18-4 16,4-11 0-16,-4 11 0 0,9-14 2 0,-9 14-5 15,11-17 1-15,-11 17-1 0,7-14 1 0,-7 14-3 16,4-13 1-16,-4 13-1 0,7-5 1 0,-7 5-7 15,0-2 0-15,0 2 1 0,7-4-1 0,-7 4-1 0,6-5 0 16,-6 5 0-16,5-4 0 0,-5 4-3 0,0-5 2 16,0 5 0-16,2-4 0 0,-2 4-3 0,0-2 1 15,0 2 0-15,2-2-1 0,-2 2 0 0,0-3 0 16,0 3 1-16,2-6 0 0,-2 6-2 0,0-5 1 16,0 5-1-16,5-6 2 0,-5 6-2 0,0-5 1 15,0 5-1-15,4-4 2 0,-4 4-3 0,0-5 0 16,0 5 1-16,2-6-1 0,-2 6-1 0,5-9 1 0,-5 9-1 15,4-7 1-15,-4 7-2 0,4-4 2 0,-4 4-2 16,0-5 1-16,0 5-1 0,5-4 0 0,-5 4 0 16,0-2 1-16,0 2-1 0,0 0 0 0,0 0 0 15,0 0 0-15,0 0-1 0,2-5 1 0,-2 5 0 16,0-4 0-16,0 4-1 0,2-5 2 0,-2 5-1 16,2-2 0-16,-2 2 0 0,0-7 0 0,0 7 0 15,5-2 1-15,-5 2-1 0,0 0 2 0,0 0-1 16,0-2 0-16,0 2 0 0,4-5 1 0,-4 5-1 15,0-2 1-15,0 2-2 0,0 0 2 0,0 0-2 16,0 0 1-16,0 0-1 0,0 0 1 0,0 0 1 0,0 0-1 16,0 0-1-16,0 0 0 0,0 0 0 0,0 0 0 15,0 0-1-15,2 0 0 0,-2 0 0 0,0-4 2 16,0 4-2-16,3-5 0 0,-3 5 0 0,0 0 0 0,0 0 0 16,0 0 0-16,0 0 0 0,0 0 1 0,0 0-1 15,0 0 0-15,0 0 0 0,0 0 0 0,0 0 0 16,6 0 0-16,-6 0 0 0,0 0 0 0,0 0-1 15,5 0 1-15,-5 0 0 0,0 0 0 0,0 0-2 0,6 5 2 16,-6-5-1-16,7 9 1 0,-7-9-1 16,11 9 0-16,-11-9 0 0,9 8 1 0,-9-8-2 15,13 12 1-15,-13-12-1 0,15 22 1 0,-15-22-1 0,16 22 1 16,-16-22 0-16,15 24 0 0,-15-24-2 0,9 20 2 16,-9-20-1-16,11 18 1 0,-11-18 0 0,7 20 0 15,-7-20 0-15,9 11 1 0,-9-11-3 0,11 16 1 16,-11-16 0-16,6 11 1 0,-6-11-3 0,9 13 2 15,-9-13-1-15,9 14 1 0,-9-14-1 0,11 8 1 0,-11-8 0 16,7 12 0-16,-7-12-1 0,4 6 2 0,-4-6 0 16,4 9 0-16,-4-9 0 0,5 11 0 0,-5-11 0 15,4 5 1-15,-4-5-2 0,7 2 2 0,-7-2-1 16,4 0 1-16,-4 0-1 0,2 2 0 0,-2-2 0 16,0 7 0-16,0-7-1 0,0 2-1 0,0-2 1 15,3 2 1-15,-3-2-2 0,0 0-1 0,0 0 1 16,2-4-1-16,-2 4-1 0,4-5-1 0</inkml:trace>
  <inkml:trace contextRef="#ctx0" brushRef="#br0" timeOffset="9814.1">11577 12489 627 0,'2'-3'0'0,"-2"3"0"0,5-4 0 16,-5 4 14-16,11-2 1 0,-11 2 0 0,13-5-1 15,-13 5-1-15,15-4 0 0,-15 4-1 0,16-7 2 16,-16 7 25-16,24-9 0 0,-24 9 1 0,26-15 0 0,-26 15 5 16,27-11 1-16,-27 11 0 0,31-11 0 0,-31 11-21 15,35-16 0-15,-35 16 1 0,31-27 0 0,-31 27-4 16,29-31 2-16,-29 31 0 0,30-26-1 0,-8 10 3 0,5 1 0 16,2-5 0-16,-3 0-1 0,3-5 9 15,2-1 0-15,-5-3-1 0,5 0 2 0,-7-2 4 0,-4 0 2 16,2-3-2-16,-2-1 2 0,-5 2 1 0,1-3 2 15,-5-4-1-15,0 2 0 0,2 1-6 0,-2-1 0 16,0 0 0-16,0 3 2 0,2-5-6 0,-2 4 2 16,-2-4 0-16,2-4 0 0,0-5-5 0,3-7 1 15,-1 1 0-15,2-1 0 0,1-6-6 0,1-2-1 0,1-3 1 16,6-6 1-16,-2-3-6 0,3-4 0 0,-1 3 1 16,-7 1-1-16,-1 5-5 0,-3 2 1 0,-2 5 0 15,0-1 0-15,2 3-5 0,3 0 1 0,-5 2-1 16,-5-4 2-16,1-3-8 0,4-2 2 0,-4 5-1 15,-1-1 0-15,3 8-3 0,-7-1-1 0,-2 0 0 16,0 1 2-16,0-6-4 0,0 3 1 0,-2 7-1 16,-7 2 1-16,-4 0-1 0,2 7 0 0,-2-3 0 15,-7 5 0-15,-2-5 0 0,2 5 0 0,-2 4 0 0,2-6 0 16,-2 2 0-16,0 2 0 0,0 2 0 0,0 2 0 16,-2 5 0-16,4 0 0 0,-4 2 0 0,-1 5 1 15,3-1-1-15,-6 5 1 0,3-2 0 0,1 2 0 16,-7 5 0-16,0-1 1 0,-2 5-1 0,-4 0 1 15,-12 0-1-15,7 2 1 0,-4-2-1 0,2 6 2 0,2-4-1 16,0 3 0-16,0-1 0 0,0 3 1 0,3 4 0 16,-5-5 0-16,2 1 1 0,-5 2-1 0,-3-7 0 15,-3 2 1-15,0 0-1 0,2 3 2 0,3-5-1 16,-1 2 1-16,1 3-1 0,-3-5 2 0,0 2-2 0,-4 1 1 16,0 1-1-16,2 1 2 0,-2-1-2 0,2 3 2 15,-2-7-2-15,-3 3 2 0,12-1-2 0,2 3 1 16,-9-5-1-16,4 4 2 0,-3-1-1 0,1-5-1 15,-4 2 1-15,-3-2 0 0,8-1 0 0,-1 1-1 16,-4-4 1-16,4 4 0 0,3-5 1 0,-1 5-1 16,-2-5 1-16,-2 1 0 0,3-1-2 0,-10 1 2 0,3-3-1 15,2 0 1-15,2 1-2 0,-5 1 2 16,3 0 0-16,5-1-1 0,-1 1 0 0,0 3 0 0,-2 2 0 16,-2 0 1-16,-7 0-3 0,7 4 1 0,-4-2 1 15,6 0-1-15,-7 2 0 0,12-4-1 0,-8 2 0 16,-1-2 1-16,-7 0-2 0,0 0 1 0,5-4 0 15,-3 3 0-15,2 4-1 0,1 1 1 0,4-4-1 16,-5 0 0-16,3 2 0 0,-5 0 1 0,0 0-1 16,-2 0 0-16,-2 3-1 0,0 1 1 0,4-4-1 15,1 3 2-15,3-1-3 0,-4-2 1 0,-2 2 0 16,-2 3 0-16,-2 4-1 0,-3-5 1 0,1 5 0 0,1 0 0 16,-1 5-1-16,-3-3 0 0,0 3 0 0,1-1 2 15,-1 0-2-15,-4 1 1 0,-1 2-1 0,3-5 1 16,3 7-1-16,1-5 0 0,-4 1 0 0,2-3 1 15,3 2-1-15,-3-4 0 0,2 0 0 0,3 0 1 16,2-4-1-16,0 2 0 0,6-1 0 0,3 3 0 0,-3 3-1 16,3-1 1-16,0-2 0 0,-1 0 0 0,5 0-1 15,7 0 1-15,-7 4-1 0,0-4 1 0,0 5-1 16,3-5 1-16,-3 0-2 0,2 0 2 0,5 0-1 0,-1 0 0 16,3 4 0-16,2 3 0 0,3-7 0 0,-1 2 1 15,0 0-1-15,3 0 1 0,1 3-1 0,1-5 1 16,0 4-2-16,2 1 2 0,2-3-1 0,-4 2 1 15,1 1-1-15,6-1 1 0,-1 5-1 0,3 0 1 16,1 0-1-16,1 0 1 0,0 4-1 0,4-2 1 16,0 5 0-16,-4 2 0 0,4 2-1 0,2 0 1 15,3-3 0-15,-5 8 0 0,5 1-1 0,-1 1 1 16,1 4 0-16,-1-4 0 0,3-1-1 0,0 1 1 0,-2 4 0 16,6 0 0-16,-2 0 0 0,-5 3 0 0,7-3 0 15,-2 2 0-15,-2 3 0 0,2-3 0 0,-4 2 0 16,-1 3 0-16,1 0 0 0,-5 2 0 0,-2-2 0 15,6 2 0-15,1 4 0 0,-3 3 0 0,5-5 0 16,0-4 0-16,2 2 0 0,-5-1 0 0,5-1 0 16,-4 2 0-16,2-9 0 0,2 7 0 0,-5-5 0 15,3 3 0-15,6-5 0 0,-4 2 0 0,0 3 0 16,-2-5 0-16,7 7 0 0,-5-5 0 0,6 0 0 0,1 3 1 16,-3-3 0-16,3 0 0 0,-1 1 0 15,-1-3 0-15,1-2 1 0,5 0 1 0,-4-1-1 0,4 1 0 16,-5 2 0-16,5-6 2 0,5 1-2 0,-5 1 1 15,4-2 1-15,1-1-1 0,1 0 0 0,-1 1 1 16,-1 1-1-16,-2 6 1 0,3-4-1 0,-1-3 1 0,1-1 0 16,1-2-1-16,-1-2 0 0,-1 0 2 0,-2 3-2 15,3-6 1-15,-5 1-1 0,2 0 0 0,4-3 0 16,-6 1 0-16,5 0-1 0,1-3 2 0,-1 2-2 16,-3-1 1-16,7-1 0 0,-7 0 0 0,7 3-1 15,0-5 0-15,-5 0 1 0,3 0 0 0,-3 0-1 0,1-2 0 16,-5 0 1-16,6-2 0 0,-1-1-1 0,6 3 1 15,-7-4-1-15,0 1 0 0,-1 1 0 0,-1-2 1 16,9 1-1-16,-7 3 1 0,3-4-1 0,0 1 1 16,-1 3-1-16,1 2 0 0,-1-6-1 0,3 1 1 15,-7 1 1-15,7 2-1 0,0-5 0 0,-7 1 0 16,3 1 1-16,-5-3-1 0,8 5-1 0,-1-3 1 0,-2-1 1 16,-1 3-1-16,7-5 0 0,-2 3 0 0,2-1 1 15,-7 1-1-15,7-1 0 0,0 3 0 0,0-3 1 16,3 1 0-16,-3 3 0 0,-5 1 1 0,3-2-1 15,-5 2 1-15,3-5-1 0,2 7 0 0,-5-2 0 16,3 2 1-16,-3 0-2 0,1 1 1 0,-3-1 0 16,7 0 0-16,-3 0-1 0,3 0 1 0,-2 2-1 15,2-2 0-15,-3-4-1 0,3 2 1 0,0-2 1 16,-3 2-1-16,-1-7-1 0,-3 7 1 0,7-5-1 16,0 3 2-16,-3-1-2 0,-1 1 0 0,-5 0 0 15,4-3 1-15,3 3-1 0,2-5 2 0,-5 5-2 16,3 2 1-16,1-1-1 0,-3-1 0 0,1 2 0 0,1 0 2 15,2-2-2-15,-7 4 1 0,7-5 0 0,0 3 0 16,-7-7 0-16,2 3 0 0,-4-1-1 0,5 1 1 16,-1-1-1-16,-2 3 2 0,3-3-1 0,-1-2 0 0,1 3-1 15,1-1 1-15,3 1 0 0,-5 1 0 0,3 3-1 16,2 2 1-16,-2-6-1 0,1 2 1 0,-1-1 0 16,2 3 0-16,-3-4 0 0,3 1 0 0,-2-1-1 15,-1-3 2-15,8 7-2 0,-5-5 1 0,-3 3-1 0,5 0 0 16,2-3 0-16,-2 0 2 0,-2 1-3 0,2-1 1 15,-6 3 0-15,1-5 0 0,3 3 0 0,2-3 0 16,-4 0 0-16,4 2 1 0,2-4-1 0,-2 3 0 16,-2-1 0-16,2 0 1 0,0 3-1 0,-2-5 2 15,-3 4-2-15,3-4 1 0,2 2 0 0,5 0 0 16,-5-2 1-16,2 0-1 0,2 0 0 0,1 0 0 16,-5 0 1-16,-2 0-1 0,6 0-1 0,-6 0 1 0,2 0 0 15,0 0 1-15,-9 3-2 0,7 1 1 0,0-2-1 16,2-2 1-16,0 0-2 0,-2 0 2 0,2 0-1 15,0 0 0-15,-2 0 0 0,-5 0 0 0,3 0 0 16,-3 0 0-16,7 0 0 0,-9 0 1 0,9 0-1 16,0 0 0-16,-4 0-1 0,-1 0 1 0,8 0 0 15,-8 0 0-15,3 0-1 0,0 0 1 0,2 3 0 16,0-3 0-16,-2 2-1 0,2 0 2 0,0-2-1 16,0 0 0-16,2 0-1 0,3 0 0 0,-1 0 0 15,-4-2 1-15,4 2-1 0,1-2 0 0,-1 2 0 0,-4-3 1 16,3 3-1-16,-3-2 1 0,0 2-1 0,2 0 1 15,2 0-1-15,1-4 1 0,-1 4-1 0,1 0 2 16,-3 0-2-16,5 0 1 0,-3 0-1 0,0 0 1 0,1 0-1 16,-1 0 1-16,1 0 0 0,4 0 0 0,-5 4-1 15,5-4 1-15,-5 0 0 0,1 0 1 0,-1-4-2 16,5 1 1-16,-9 3 0 0,0-2 0 0,0 2-1 16,2 0 0-16,-2 0 0 0,5 0 1 0,-1 0-1 15,1 0 0-15,4-2 0 0,-1 2 1 0,1-4-1 0,2 4 0 16,-2-5 0-16,-4 3 1 0,3 0-1 15,-3-1 0-15,-1 3 0 0,5-4 1 0,-4 2-1 16,-1 0 2-16,0-1-2 0,5 1 1 0,-4 0-1 0,1 2 1 16,1-4-1-16,0 1 1 0,1 1-1 0,1 0 1 15,0 2-1-15,-4-5 1 0,3 5-1 0,-3-4 1 16,10 2-1-16,-1-3 1 0,1 1-1 0,-4-1 2 16,2 1-2-16,-4 2 1 0,2-5-1 0,3 3 1 0,-6-1-1 15,1 1 1-15,2-1-1 0,3 3 1 0,-3-5-1 16,-3 3 1-16,6 0-1 0,1-1 1 0,-4 1 0 15,0 1 1-15,3-1-1 0,-1-3 0 0,0 3 0 16,-4-1 1-16,2 1-1 0,-4 0 1 0,10 1 0 16,-3-3 0-16,-6 1-1 0,6 1 1 0,3-1-1 15,1-1 2-15,-3 1-2 0,5-1 0 0,-4 1 0 16,-1-4 1-16,7 3-1 0,-6-1 0 0,-3 3 1 16,7-3 0-16,-5 0-1 0,-1-2 0 0,1 5 0 15,-4-5 0-15,2 5 0 0,1 1 1 0,-3-3-1 16,2 1 0-16,-2 1-1 0,2-1 1 0,3-1 0 0,-3-1 0 15,-2 3-1-15,5-1 1 0,-1-2 0 0,-2 3 1 16,5 2-1-16,-3 0 0 0,3-3 0 0,0 1 0 16,-1 2 0-16,3-3 0 0,-4 1 0 0,1-1 0 0,-1 3-1 15,4-5 2-15,-3 3-1 0,6 2 0 16,-8-1-1-16,9 3 1 0,1-4 0 0,-1 2 0 0,0 2 0 16,0 0 0-16,-4 0 1 0,2 0-1 0,3 0 0 15,-3 0 0-15,-7 0 0 0,-4 0 1 0,3 0-1 16,-3 0 2-16,-14 0-1 0,-3 0 0 0,-1 0 0 15,7 0 1-15,-6 0-1 0,-3 0 0 0,2 0 0 0,1 0 1 16,-1 0-1-16,-4 0 0 0,2 0-1 0,1 0 0 16,-3 0 1-16,0 0 0 0,0 0-2 0,0 0 1 15</inkml:trace>
  <inkml:trace contextRef="#ctx0" brushRef="#br0" timeOffset="10360.1">8295 10488 2048 0,'9'-2'0'16,"-9"2"0"-16,18 2 0 0,-18-2 39 0,15 9 0 15,-15-9 0-15,27 7 2 0,-27-7 11 16,35 6 1-16,-35-6 0 0,33 16 1 0,-33-16-32 0,20 20 2 16,-20-20-2-16,26 24 2 0,-26-24-21 0,36 40 1 15,-36-40-1-15,33 36 1 0,-33-36-2 0,39 42-1 16,-25-20 0-16,1-2 1 0,-2-2-1 0,-2 0 0 0,-2 4 0 15,0-4 1-15,-5-3 0 0,3 1 1 0,-2-3-1 16,-5-2 2-16,0 2 0 0,-5 1 2 0,-2-1-1 16,-6 0 1-16,-2 3 1 0,-5 4 1 15,-2-2 0-15,-5-3-1 0,3-4 3 0,-9 5 2 0,-2-5-1 16,6 4 0-16,-2 3-1 0,-6 7 1 0,2-8 1 16,-1 1-1-16,-3-2-1 0,-1-3 1 0,2 0-1 15,-6 1 2-15,0-1-3 0,0-2 0 0</inkml:trace>
  <inkml:trace contextRef="#ctx1" brushRef="#br0">10790 15002 0,'0'0'16,"0"0"-16,47-47 0,-47 47 0,82-83 15,-35 36-15,-47 47 16,24-24 0</inkml:trace>
  <inkml:trace contextRef="#ctx0" brushRef="#br0" timeOffset="17596.93">7508 9775 250 0,'0'0'0'0,"0"0"0"0,-4 0 0 0,4 0 0 16,-5 9 0-16,5-9 0 0,0 2 0 0,0-2 60 16,0 0 2-16,0 0 0 0,0 0 0 0,0 0-2 15,0 0 2-15,0 0-2 0,0 0 2 0,0 0 5 0,0 0 1 16,0 0-1-16,0 0 0 0,0 0-34 0,0 5 1 16,0-5-1-16,0 20 1 0,0-20-10 0,0 37-1 15,0-14 1-15,5 3 0 0,-5 5 0 0,4-4 1 16,-4 6-1-16,0 3 1 0,0 4-6 0,0 4 0 15,-4 3 0-15,-1 2 0 0,1 2-3 0,2 2 0 0,2-6-1 16,-7-3 1-16,5-4-5 0,-3 0 2 0,1 0-2 16,2-7 1-16,-9-4-2 0,6-2 2 0,-3-5-2 15,3-4 1-15,3-3-5 0,2-1-1 0,0-3 1 16,0-9-1-16,0 0-1 0,0 0 0 0,0 1 1 16,0-1-1-16,0 2-2 0,0-4 1 0</inkml:trace>
  <inkml:trace contextRef="#ctx0" brushRef="#br0" timeOffset="17964.23">7484 9924 791 0,'0'-5'0'0,"0"5"0"0,0-2 0 15,0 2 16-15,0 0 2 0,0 0-1 0,2-6 1 0,-2 6 13 16,9-14-1-16,-9 14 0 0,13-17 2 0,-13 17-9 15,16-14 1-15,-16 14-1 0,26-18 2 0,-26 18-3 16,33-15 1-16,-11 4-1 0,0 6 2 0,2-1-2 0,-4 3 2 16,-4 3-2-16,-1 0 2 0,1 3-2 0,-1 3 1 15,-4-1-1-15,-4 6 2 0,10-4-5 16,-6 1 0-16,0 4 0 0,-2-4 1 0,7 10 0 0,-10-2 1 16,3-5-1-16,-5 4 1 0,-4-4-3 0,0 9 0 15,7-4 0-15,-7 0 0 0,-7-1-2 0,7 1-1 16,0 1 1-16,-4 3 1 0,-7 3-3 0,2-1 2 15,-6 2-1-15,-1-4 0 0,1 2 2 0,-5-2 1 0,0-2-1 16,-2 0 1-16,-2 0-6 0,-3-1 2 16,1-5-1-16,2-1 1 0,4-2-5 0,-2-5 1 0,2-4-1 15,0-4 1-15,9 4-4 0,-2-7-1 0,4 2 1 16,7-6 1-16,-3 0-5 0,1-4 0 0</inkml:trace>
  <inkml:trace contextRef="#ctx0" brushRef="#br0" timeOffset="18299.87">8223 9877 1168 0,'0'-2'0'0,"0"2"0"0,0-4 0 16,0 4 15-16,0 4 2 0,0-4 0 0,-9 0 0 15,9 0 17-15,-16-7-1 0,16 7 1 0,-15-8 0 0,15 8-4 16,-11-9 0-16,11 9 0 0,-29-7 2 0,29 7-12 16,-44-4 1-16,44 4 1 0,-35 4-1 0,35-4-1 15,-38 16 0-15,38-16 1 0,-28 20-1 0,28-20 14 0,-25 28 0 16,25-28 1-16,-26 40 0 0,17-13-3 0,-6 2 2 16,6 2 0-16,2 4-1 0,3 1-2 0,2 4 0 15,2 0 1-15,0-2-1 0,0-5-5 0,0-2 0 16,6 0-1-16,-1 0 1 0,6-11-8 0,4-2 1 15,1-2 0-15,-3-1 0 0,0-8-3 0,-4 2 1 16,2-9-1-16,2 2 1 0,0-2-11 0,5 0 1 16,0-2 0-16,1-5-1 0,6 3-7 0,1-10 1 0</inkml:trace>
  <inkml:trace contextRef="#ctx0" brushRef="#br0" timeOffset="18540.96">8240 10064 967 0,'0'2'0'0,"0"-2"0"16,5 4 0-16,-5-4 9 0,0 5 0 0,0-5 0 15,4 4 1-15,-4-4 7 0,7 3 1 0,-7-3-2 16,9 0 2-16,-9 0-2 0,8-5 1 0,-8 5 0 0,22-7 0 16,-22 7-9-16,31-11-1 0,-31 11 1 0,36-13 1 15,-36 13-1-15,30-7 1 0,-30 7-1 0,31-4 1 16,-31 4 2-16,29 0 0 0,-29 0 1 0,33 0 0 0,-33 0 1 15,44-4 2-15,-44 4-2 0,35-3 2 0,-35 3 1 16,31-6-1-16,-31 6 1 0,31 0 1 0,-31 0-8 16,13-3 0-16</inkml:trace>
  <inkml:trace contextRef="#ctx0" brushRef="#br0" timeOffset="18817.41">8454 9820 992 0,'-6'2'0'0,"6"-2"0"16,0 4 0-16,0-4 10 0,0 9 1 0,0-9 0 15,0 5 0-15,0-5 20 0,0 4 0 0,0-4-1 16,0 0 2-16,0 0-2 0,-5 4 0 0,5-4 1 15,-9 20 0-15,9-20-11 0,-2 43 0 0,-2-15 1 16,4 8 0-16,0 2-6 0,0 4 0 0,4 0 1 16,-4-9 0-16,0-1-4 0,0-4 1 0,0 1 0 15,2-4 0-15,1-3-4 0,-1-7 0 0</inkml:trace>
  <inkml:trace contextRef="#ctx0" brushRef="#br0" timeOffset="19260.84">8856 9824 1017 0,'0'0'0'0,"0"0"0"0,6 4 0 0,-6-4 13 0,5 5-1 16,-5-5 0-16,0 0 2 0,0 0 15 0,0-5 0 15,0 5 0-15,0-2 2 0,0 2 2 0,0 0 1 16,0 0 0-16,0 0 0 0,0 0-10 0,-5 0 0 16,5 0-1-16,-11 2 1 0,11-2 16 0,-15 16 1 0,15-16-1 15,-36 27 0-15,36-27 3 0,-35 42 1 16,17-22-2-16,7 0 2 0,3 2-5 0,3-4 2 16,1 2-2-16,-3-2 1 0,3-3-16 0,-1-2 1 0,1 1-2 15,2-1 2-15,0-2-3 0,2-2 2 0,0 0-2 16,2 0 2-16,0-5-11 0,2 3 2 0,-4 0 0 15,5-3-1-15,-5 0-1 0,4 1 0 0,3-1 1 16,-3 3-1-16,1-3-6 0,1-1 1 0,1 1-2 16,-1 1 2-16,6-1-4 0,-1 0 0 0,-5 3 0 15,3-7 1-15,2 2-4 0,0 1 0 0,2-1 0 16,3 2 2-16,-1-4-3 0,1-4 0 0,3-1 0 16,-3-1 0-16,2-5-2 0,-1-1 2 0,-1-1-1 0,-5 6 1 15,0 3-2-15,0 2 0 0,-3 0 0 0,-1-1 0 16,2-1-2-16,-2 2 0 0,1-1-1 0,-3 1 1 0,-5-2-4 15,4-3 0-15</inkml:trace>
  <inkml:trace contextRef="#ctx0" brushRef="#br0" timeOffset="19516.32">8920 9844 1356 0,'0'0'0'15,"0"0"0"-15,4 4 0 0,-4-4 15 0,9 7 1 16,-9-7-1-16,4 7 1 0,-4-7 15 0,-4 4 1 0,4-4-1 16,-9 14 1-16,9-14 15 0,-16 33 1 0,10-9 0 15,-5 10 1-15,0 3-12 0,4 10 0 0,1 0 0 16,-5-7 1-16,0 0-5 0,4-5 1 0</inkml:trace>
  <inkml:trace contextRef="#ctx0" brushRef="#br0" timeOffset="34597.18">1441 15349 539 0,'0'2'0'0,"0"-2"0"16,0 2 0-16,0-2 27 0,9-4 0 0,-9 4 0 16,9 0 1-16,-9 0 34 0,11-5 1 0,-11 5 0 15,15 0-1-15,-15 0-21 0,25-4-1 0,-25 4 1 16,33-5 0-16,-33 5-5 0,31-8 0 0,-31 8 0 15,33-7 0-15,-33 7-19 0,30-7 1 0,-30 7-1 16,34-2 1-16,-34 2-6 0,33 0-1 0,-33 0 0 0,42-2 0 16,-18 2-4-16,2-2 1 0,1 2 0 0,4 0 0 15,-3 0 1-15,3-3 0 0,0 1 0 0,0 0 1 16,0-2 1-16,4 1 0 0,-4-1 0 0,0 4 2 16,0 0-2-16,-3-2 0 0,10 2 0 0,-7 6 1 0,-5-3-2 15,3 1 1-15,-3 3 0 0,1 6 0 0,1-2 2 16,6 2 0-16,-1-2-1 0,-7-2 2 0,5 0 8 15,-5-2 1-15,3 2-1 0,-2 2 1 0,-5 0 5 16,2 0 1-16,0 0 0 0,0 3 0 0,1-8 2 16,8 3 0-16,-7 0 0 0,5-2 1 0,-7-1-5 15,5 1 1-15,0 0 0 0,6-1 0 0,-2 1-4 0,7-3-1 16,-1 1 1-16,-3 1 0 0,-1 3-12 0,-2 0 0 16,0-2 0-16,0 0 1 0,3-1-2 0,-1-1 1 15,-7-1-1-15,3 1 2 0,-2-1-4 0,4 0 0 16,-2 1 0-16,2-1 1 0,2 1-1 0,1-1 1 15,-1 1 0-15,2 1 0 0,1-3-1 0,-3 1 1 0,7 0-1 16,-7-1 1-16,3-1-2 0,-3-2 1 0,0 0-1 16,5 0 1-16,0 0-2 0,4 0 0 0,2 0 1 15,-2 0 0-15,-2 0 0 0,2 0 1 0,3 2 0 16,-3 0 0-16,4 0-2 0,-1 3 1 0,-1-5-1 16,-6 2 1-16,6 0 1 0,-9 1 0 0,8-3 0 15,1 0 0-15,-4-3-1 0,4 1 0 0,3 0 0 16,-1 2 1-16,1-5 0 0,-8 1 0 0,6 0 0 15,-3-1 1-15,2 3-2 0,-8 0-1 0,-1-3 1 16,7-1 1-16,-4-1-1 0,6 0 1 0,-4-2-1 16,2 1 1-16,-2-1-1 0,-2-2 1 0,2-1-1 0,-2 1 1 15,1-2-3-15,6-3 2 0,-10 1 0 0,7 2 0 16,3 2-1-16,-5-1-1 0,2-1 1 0,2-2 0 16,0-3-2-16,1 2 2 0,-3 1-1 0,2-8 1 15,-4 3-3-15,-2-2 1 0,1 2-1 0,-1-6 2 0,-2-1-2 16,1 0 1-16,3 3-1 0,2 2 1 0,3-7-2 15,-1 4 0-15,0 3 1 0,1 0 0 0,-5 4-2 16,2-2 2-16,-2 0-1 0,2 0 0 0,-5 0 0 0,3 0 0 16,-4 0 0-16,1 3 1 0,-1 1-2 15,6-4 0-15,-9 5 1 0,5 1 0 0,2 3-1 0,-5 2 0 16,3-6 1-16,-5-3-1 0,-2 0-1 0,3 0 1 16,-1-2 1-16,0 3-1 0,1 1-1 0,-6-2 0 15,1 1 0-15,5-3 0 0,-1 2-1 0,-2-7 1 16,2 3 1-16,1 2-1 0,-1 5 0 0,0 1 0 15,0-1 0-15,1-1 0 0,-5-4-1 0,2 2 1 16,0 1 0-16,0-1 0 0,0 0-1 0,0 0 2 16,0 3-2-16,-2 2 1 0,0-5-1 0,0 0 1 0,0 2 0 15,-1 3 0-15,6 0-1 0,-1-3 1 0,-4 1 0 16,0-1 0-16,-3 1-1 0,1-1 2 0,0 1-1 16,-3-1 0-16,-1 3-1 0,3-1 1 0,1-1 0 15,-5 2 0-15,3-3-1 0,-3-4 1 0,4 4-1 16,1 3 1-16,-2 2-1 0,-3 2 2 0,0 2-1 15,0-1 0-15,1-1-1 0,-1 0 1 0,-4 2 0 16,2 0 0-16,-7 3 0 0,-2 2 0 0,1 0 1 16,-5-1-1-16,-3 3 0 0,-1 0 0 0,-1 0 0 15,0 0 0-15,1 0 0 0,1 0 0 0,-1 0 1 0,-3 0-1 16,2 0 0-16,1 0 0 0,-1 0 0 0,-4 0 0 16,0-4-1-16,0 2 1 0</inkml:trace>
  <inkml:trace contextRef="#ctx0" brushRef="#br0" timeOffset="35295.48">8421 13515 1632 0,'-2'2'0'0,"2"-2"0"0,-2 9 0 16,2-9 44-16,4 4 0 0,-4-4 0 0,7 7 0 15,-7-7-11-15,0 2 1 0,0-2-1 0,0 4 1 16,0-4-23-16,0 5 2 0,0-5-1 0,0 4 0 0,0-4-12 15,0 5 1-15,0-5-1 0,4 6 2 0,-4-6-4 16,2 16 2-16,-2-16-1 0,9 16 1 0,-9-16-3 16,16 20 1-16,-16-20-2 0,24 26 2 0,-24-26 0 15,37 22 0-15,-37-22-1 0,42 16 2 0,-18-9-1 16,1-3 1-16,-8 0 0 0,8-1 0 0,-5-1-1 0,-1 0 2 16,-3 3 0-16,-1-5 0 0,-2 2 0 15,5 0 0-15,-2 2 0 0,3 3 0 0,-1-5 2 0,6 5-1 16,-4 2 0-16,-2 0 0 0,4 0 1 0,0 0 0 15,-2 2 1-15,-5 2 0 0,-4-4 0 0,-2 0 2 16,-7 0-1-16,3-5 1 0,-3 1 0 0,4 1 2 16,-3-4-1-16,-1 3 1 0,-2-1-1 0,6 1 2 0,-6 1-1 15,5 5 1-15,-5 3 2 0,2-1 0 0,-2 0 0 16,-2 3 1-16,-3 6 0 0,-6 0 1 0,3 3-1 16,1 1 1-16,-2 3 2 0,-6 2-1 0,-1 5 1 15,-8-5 0-15,6 2 4 0,-6 3 1 0,-7 2-1 16,0 8 1-16,-4 1-1 0,-2 2 1 0,-3 8 0 15,0 1 1-15,-4 2 0 0,0 7 0 0,0 2 0 16,0-12 1-16,9-1 2 0,-3-1 0 0,7-4 0 16,0-6 0-16,5-7-5 0,4-7 0 0</inkml:trace>
  <inkml:trace contextRef="#ctx0" brushRef="#br0" timeOffset="42014.55">7499 11056 175 0,'-4'3'0'0,"4"-3"0"16,-2 11 0-16,2-11-4 0,-7 20 1 0,7-20-1 16,-2 20 1-16,2-20 0 0,-5 11-1 0,5-11 1 15,5 6 1-15,-5-6-2 0,0 9 1 0,0-9 0 16,2 9 0-16,-2-9 2 0,7 18 0 0,-7-18 0 16,6 33 1-16,-6-33-1 0,16 36 1 0,-16-36-1 0,20 40 1 15,-20-40 1-15,24 35 0 0,-24-35 0 0,17 40 0 16,-10-17 24-16,4 1 1 0,0-2 0 0,-6 0-1 0,1-2 46 15,1 0 1-15,-3 3-1 0,1-6 0 16,-5 3-4-16,4 0-1 0,-2-2 0 0,-4 0 1 0,-2-3-17 16,-1 3-1-16,-4-2 1 0,3-1 0 0,-5 3-14 15,0 0 0-15,-5 2 0 0,-4 2 0 0,1-2-9 16,-6-2 0-16,8-1-1 0,-8 3 1 0,3-4 1 16,2 0 1-16,-4-1-1 0,-2-2 0 0,-3-2-4 15,-2 3 1-15,-2-5 0 0,0 2 0 0,0 0-4 16,-7 0-1-16,-2 0 0 0,-4-6 1 0,2 1-6 0,-7-1 0 15,3-1-1-15,8 3 2 0,-4-1-5 0,11 3 0 16,-2 0 1-16,-1 0-1 0,1 0-3 0,0 0-1 16,-1 2 1-16,1 2 0 0,2 1-1 0,-2-3 1 15,-1 4 0-15,6-4-1 0,-6 0 11 0,-1 1 0 16,8 1 0-16,-6 0 0 0,4 1-5 0,5-1 0 0,-3 0 1 16,2 0-1-16,5 1-4 0,-2 1 1 0,2-1 0 15,2 3 0-15,0-1 3 0,0 0 0 0,-2-1 1 16,3 3-1-16,-1 2 4 0,0 2 1 0,0 0-1 15,-2 0 1-15,-2 1 1 0,2-1 1 0,2 4-1 16,4 1 1-16,1 2-2 0,0 2 0 0,1-2 0 16,3-2 0-16,0-1-5 0,2 1 1 0,7 0-1 15,-4-3 2-15,6 3-4 0,0-1 2 0,0 1-1 16,6 0 0-16,-4-1-3 0,1 1 1 0,8 0-1 16,0-1 1-16,4-8-5 0,1 0 1 0,3 4-2 0,-3-7 2 15,4 3-3-15,-3 0 0 0,3 0 1 0,4-3 0 16,-2 1 0-16,3-3 0 0,-1 0 1 0,0-1-1 15,5-1-1-15,0-2 2 0,1-3-1 0,-3 1 1 16,4 0-2-16,-5-1 2 0,5 1-1 0,0-3 1 0,0 1-1 16,9-3 2-16,-12 0-1 0,5 0 1 0,3 3 2 15,-5-5 0-15,4 0 0 0,-4-5-1 0,-5 3 1 16,3 0 1-16,2 0 0 0,-7 0 0 0,-2-1-1 16,-4-1 0-16,4-1 0 0,-7 3 1 0,-4-2-2 15,-4 4 0-15,2 0 0 0,-5-2 1 0,0 2-6 0,7 0 0 16,-6 0 1-16,-5 0 0 0,0 0-3 0,0 0 0 15</inkml:trace>
  <inkml:trace contextRef="#ctx0" brushRef="#br0" timeOffset="42382.21">6544 12951 1030 0,'5'-3'0'0,"-5"3"0"15,31-2 0-15,-14 2 20 0,12 0 1 0,-5 0-1 16,-2-4 2-16,-6-1 8 0,-1 3 1 0,-2-2 1 16,5 4-1-16,-5 4-17 0,-2-2-1 0,5 3 1 0,-1-1-1 15,1 3-13-15,3 2 0 0,-5 2 0 0,8 4 0 16,-9-4-5-16,9 1-1 0,0 1 0 0,-2-2 2 15,0 0-14-15,4-2 1 0,-2-2 0 0,-2-1 0 0,-2 1 3 16,-1 2-1-16,-1 2 1 0,-3 0-1 0,-4-2 14 16,-3-5 0-16,-1 3 0 0,-1 0 1 0,-2-1 2 15,-2 1 1-15,0 4 0 0,-2-2 0 0,-7 4 17 16,3 1 0-16,-14 1 0 0,-2 3 1 0,-7 2 9 16,-4 0 0-16,-2-2 1 0,4-3 0 0,-2 1-3 15,0-5 1-15,-3-4 0 0,6 1 1 0,1-5-6 0,2-3 1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4-16T12:57:56.7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18546 9979 0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5T12:50:34.2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8322 10539 12 0,'0'2'0'0,"0"-2"0"15,0 9 0-15,0-9 32 0,4 0 2 0,-4 0 0 16,0 0-1-16,0 0 72 0,0 0 0 0,0 0 0 15,-2 0 0-15,2 0-34 0,-9 5-1 0,9-5 1 16,-4 6 0-16,4-6-5 0,-7 5 0 0,7-5 1 16,0 4-1-16,0-4-28 0,-4 2 0 0,4-2 0 15,-5 0 0-15,5 0-10 0,-6 0 0 0,6 0 0 16,-5 0 1-16,5 0-7 0,-4 0 2 0,4 0-2 0,-4 0 2 16,4 0-3-16,-5 0 1 0,5 0 1 0,-4 0-1 15,4 0-2-15,-2 0 1 0,2 0-1 0,-9 7 0 16,9-7 0-16,-3 9 2 0,3-9-1 0,-4 4 0 15,4-4 6-15,-9 7 0 0,9-7 0 0,-9 9 0 0,9-9-4 16,-8 7 1-16,8-7 0 0,-9 8-1 0,9-8-1 16,-7 12-1-16,7-12 0 0,-9 13 0 0,9-13-4 15,-11 29 0-15,11-29 0 0,-8 31 0 16,8-31-3-16,-7 22 2 0,7-22 0 0,-9 16 0 0,9-16-5 16,-4 20 1-16,4-20-1 0,4 26 2 0,-4-26-2 0,4 27 1 15,-4-27-1-15,5 26 2 0,-5-26-2 0,15 34 1 16,-15-34 1-16,11 26-1 0,-11-26-1 0,16 16 0 15,-16-16 1-15,11 20-1 0,-11-20-1 0,13 16 1 16,-13-16-1-16,18 11 2 0,-18-11-1 0,20 15 0 16,-20-15 0-16,19 11 0 0,-19-11 1 0,16 9 0 15,-16-9-1-15,11 7 2 0,-11-7-2 0,13 2 0 0,-13-2 0 16,16-2 0-16,-16 2-2 0,11-5 0 0,-11 5 0 16,13-11 2-16,-13 11-3 0,17-20 1 0,-17 20 0 15,20-31 2-15,-20 31-1 0,11-35 0 0,-11 35 0 16,16-36 0-16,-16 36-2 0,9-35 1 0,-9 35 0 15,15-36 0-15,-15 36-1 0,15-29 1 0,-15 29 0 16,11-31 0-16,-11 31-3 0,-4-18 2 0,4 18 0 16,-7-20 0-16,7 20-1 0,-8-24-1 0,8 24 1 15,-11-22 0-15,11 22-2 0,-11-22 2 0,11 22-1 16,0-23 0-16,0 23 0 0,-5-20 0 0,5 20-1 0,-9-22 1 16,9 22-1-16,-2-15 2 0,2 15-1 0,-4-16 1 15,4 16-2-15,-11-13 1 0,11 13-1 0,-5-14 2 16,5 14-1-16,-4-8-1 0,4 8 1 0,-9-7 0 15,9 7-2-15,-2-9 2 0,2 9-1 0,-5-4 1 16,5 4 0-16,-4-3 0 0,4 3 0 0,-7 0 1 0,7 0-2 16,-11 3 1-16,11-3-1 0,-15 8 2 0,15-8-1 15,-15 12 0-15,15-12 1 0,-9 8 0 0,9-8-3 16,-11 18 2-16,11-18 0 0,-9 16-1 0,9-16-1 16,-7 9-1-16,7-9 0 0,-9 8 1 0,9-8-3 15,-11 9 0-15</inkml:trace>
  <inkml:trace contextRef="#ctx0" brushRef="#br0" timeOffset="933.83">8256 13079 1608 0,'0'0'0'0,"0"0"0"15,0 0 0-15,0 0 40 0,0 0 0 0,0 0 1 16,0 0 0-16,0 0 6 0,0 9 1 0,0-9-1 16,0 2 1-16,0-2-21 0,0 5 1 0,0-5 0 15,0 4 0-15,0-4-20 0,0 5 1 0,0-5 0 16,0 11 0-16,0-11-2 0,-3 18 0 0,3-18 1 16,-8 15 0-16,8-15 0 0,-5 18 0 0,5-18 0 15,-2 18 1-15,2-18-1 0,-7 18 1 0,7-18-2 16,-2 28 2-16,2-28 5 0,-6 34-1 0,6-34 1 0,-5 31 0 15,5-31 3-15,-4 31 0 0,4-31 0 0,0 27 1 16,0-27 1-16,0 19 1 0,0-19 0 0,4 23 0 16,-4-23 0-16,5 26 0 0,-5-26-1 0,0 27 1 15,0-27-1-15,0 27 0 0,0-27 0 0,2 22 0 0,-2-22-2 16,4 15 0-16,-4-15 0 0,2 9 1 0,-2-9-5 16,0 9 2-16,0-9-1 0,7 9 1 0,-7-9-2 15,2 9 1-15,-2-9-1 0,0 9 2 0,0-9-4 0,0 11 2 16,0-11-1-16,0 18 0 0,0-18-2 0,0 13 2 15,0-13-1-15,0 11 0 0,0-11-1 0,0 11 0 16,0-11 0-16,0 7 2 0,0-7-3 0,0 9 1 16,0-9 0-16,-9 9 0 0,9-9-1 0,-2 9 1 15,2-9-1-15,-4 8 1 0,4-8-2 0,0 9 0 16,0-9 0-16,0 7 1 0,0-7-2 0,-2 4 1 0,2-4 0 16,-5 9 1-16,5-9-1 0,0 7 1 0,0-7-1 15,0 9 1-15,0-9-3 0,-4 9 2 0,4-9 0 16,-7 9 0-16,7-9-1 0,0 8 0 0,0-8-1 15,0 5 1-15,0-5-1 0,0 4 0 0,0-4 0 16,0 5 1-16,0-5-3 0,0 0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3:07:25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15957 11922 12 0,'0'0'0'0,"0"0"0"0,0 0 0 16,0 0 66-16,-16 0 1 0,16 0 1 0,-15 0-1 15,15 0 70-15,-16 0 1 0,16 0 0 0,-8 0 0 16,8 0-80-16,-5 0 2 0,5 0-1 0,-4 7 1 16,4-7 30-16,-9 5-1 0,9-5 1 0,-9 0 1 0,9 0-46 15,-9 6 0-15,9-6 0 0,-6 16 0 0,6-16-3 16,-14 15 2-16,14-15-1 0,-19 27 0 0,16-3-3 16,-5 3-1-16,1 0 0 0,0-5 2 0,7-2-16 15,-2 0 2-15,0 2-1 0,2-4 1 0,0 2-11 16,0 0 1-16,2-2-2 0,0-1 2 15,-2 1-8-15,7-2 1 0,-7-1-1 0,0-6 1 0,2 0-7 0,3-5-1 16,-1 1 0-16,3 4 1 0,4 0-3 0,0-1 0 16,6-1 0-16,8-2 0 0,-1-1-1 0,7-4 1 15,0-4 0-15,-3-1 0 0,1-2 0 0,-5-1 0 16,3-1 0-16,-3 0 0 0,-6 2 0 0,1-2 0 0,-8 0 0 16,3 1 0-16,-3-1 1 0,-5 0 1 0,3-2-1 15,0-3 0-15,-5-1 4 0,5-1 1 0,-4 1 0 16,-1-1-1-16,-4 1 8 0,4-1-1 0,-4 5 0 15,3-2 2-15,-3 2 3 0,0-1 1 0,0 1-2 16,0 0 2-16,-3 0 3 0,-1 0-1 0,-5 0 0 16,7 2 1-16,-7-2 1 0,0 2-1 0,0-2 0 15,3 0 2-15,-3 0-2 0,0-3 1 0,-6 3 1 16,4 5-1-16,-2-3-4 0,2 2 1 0,-3 0 0 16,3 3 1-16,-2-5-3 0,6 5 3 0,1 1-2 15,-1 3 1-15,3-6-5 0,-1 1 2 0,-1 5-2 0,4 0 2 16,-1 0-5-16,-1-4 1 0,-3 2-1 0,3-1 1 15,-1 3-3-15,1 0 0 0,2 0 0 0,0 0 1 16,-1 3-3-16,1 3 0 0</inkml:trace>
  <inkml:trace contextRef="#ctx0" brushRef="#br0" timeOffset="948.31">15899 14525 1608 0,'-4'0'0'0,"4"0"0"0,-4 0 0 16,4 0 44-16,0 0 2 0,0 0-1 15,0 0 1-15,0 0-13 0,0 0 1 0,0 0-1 0,0 0 1 16,0 0-18-16,0 0-1 0,0 0 1 0,0 0 1 16,0 0-15-16,0 0 2 0,0 0-2 0,0 9 1 15,0-9-3-15,0 4 0 0,0-4 0 0,0 11 1 0,0-11-1 16,4 18 1-16,-4-18-1 0,4 29 1 0,-1-7 4 16,1 5 1-16,-4 0-1 0,2-3 1 0,0 0 6 15,5 1 2-15,-3-3-1 0,1 2 1 0,-1 1 6 16,-2 2 0-16,-2 1 0 0,3 1 1 0,-3-2 0 15,0 2 0-15,0 0 0 0,-3-3 1 0,1 3-4 16,0-2 1-16,2-7-1 0,0 2 1 0,0-4-4 0,0-3 2 16,-2 1 0-16,2-3 0 0,-5-2-5 0,5 0 1 15,-4-2-1-15,2-2 1 0,-3-3-4 0,5 1 1 16,-2-3 1-16,2 0-1 0,0 0-5 0,0-2 2 16,0 0-1-16,0-2 0 0,0 0-6 0,0 0 0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3:08:14.3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408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9.57895" units="1/cm"/>
          <inkml:channelProperty channel="Y" name="resolution" value="118.73684" units="1/cm"/>
          <inkml:channelProperty channel="T" name="resolution" value="1" units="1/dev"/>
        </inkml:channelProperties>
      </inkml:inkSource>
      <inkml:timestamp xml:id="ts1" timeString="2024-04-16T13:08:20.581"/>
    </inkml:context>
  </inkml:definitions>
  <inkml:trace contextRef="#ctx0" brushRef="#br0">8026 12207 12 0,'0'0'0'0,"0"0"0"0,0 0 0 0,0 0 64 15,9 6 0-15,-9-6 0 0,5 5 0 0,-5-5 51 16,0 0 2-16,0 0-1 0,0 0 0 0,0 0-41 16,0 0 1-16,0 0-1 0,0 0 1 0,0 0-14 0,0 0 1 15,0 0 0-15,-9 0-1 0,9 0-27 0,-7 0 0 16,7 0 0-16,-11 2 0 0,11-2-10 0,-9 9 2 15,9-9 0-15,-20 4 0 0,20-4-6 0,-11 3 2 16,11-3-1-16,-15 0 1 0,15 0 3 0,-9 0 1 16,9 0-1-16,-6 0 1 0,6 0 0 0,-16-3 0 15,16 3 0-15,-20-4 0 0,20 4-2 0,-11 0 1 16,11 0-1-16,-4-5 1 0,4 5-2 0,-5-4 1 16,5 4-1-16,-6-9 1 0,6 9 0 0,-11-9-1 0,11 9 1 15,-11-9 1-15,11 9-3 0,-7-9 1 0,7 9-1 16,-6-8 2-16,6 8-1 0,-12-9-1 0,12 9 1 15,-4-7-1-15,4 7-2 0,0-4 0 0,0 4 0 16,0-5 1-16,0 5-3 0,-9-2 1 0,9 2 0 16,-11-4 0-16,11 4-3 0,-11 0 1 0,11 0-1 15,-9 4 1-15,9-4-5 0,-6 13 2 0,6-13-1 16,-13 20 1-16,13-20-3 0,-12 36 1 0,12-16-1 0,-4 4 2 16,4 3-4-16,4 2 1 0,1-9 0 0,-1 4 0 15,3 1-3-15,2-5 0 0,-3 2 0 0,3-2 1 16,2-2-2-16,-4-3-1 0,-1 1 1 0,5-1 1 15,1-8-4-15,-8 2 1 0,3-5-1 0,1 3 1 16,3-3-3-16,-4 1 0 0,2-3 1 0,-9 2-1 0,0-4-2 16,0 0 1-16,0 0 0 0,4-4 0 0,12-1-1 15,-1 1 0-15,1-5 0 0,3-4 0 0,-1-3 0 16,-3-2 0-16,1-4 0 0,-1 2 0 0,3-2-1 16,-3-2 1-16,-4 1-1 0,-6 1 1 0,1 0-1 15,-1 2 0-15,-5 0 0 0,4 5 1 0,1-1-1 0,-3 7 1 16,-2 2-2-16,-2-4 2 0,-3-2 0 0,1 2 0 15,-1 0 0-15,-1 0 0 0,6 2 0 0,-11 2 0 16,6 1 0-16,-6 1 2 0,3-4-1 0,-6 7 1 16,3-2-1-16,0 1 1 0,-4 3 2 0,4 0 0 15,-5 0-1-15,3 0 2 0,2 0-2 0,0-2 2 16,0 2-2-16,7 0 2 0,-1-2-2 0,1 2 0 16,2 0 1-16,-1 0 0 0,1 0-1 0,2 0 0 0</inkml:trace>
  <inkml:trace contextRef="#ctx0" brushRef="#br0" timeOffset="678.74">7810 13883 1721 0,'5'-4'0'0,"-5"4"0"0,2-2 0 16,-2 2 40-16,6 4 1 0,-6-4-1 0,7 4 1 0,-7-4 6 15,0 5 0-15,0-5 0 0,4 4 0 0,-4-4-18 16,7 11 2-16,-7-11-1 0,5 20 0 0,-5-20-18 16,6 34 1-16,-1-8-1 0,-3-1 2 0,4 4-4 15,-1 2 1-15,1 0-1 0,-1-4 1 0,-3-1 2 16,2 1 0-16,1-3 1 0,-5 1-1 0,4-1 0 15,-4 3 1-15,-4-5-1 0,4 2 2 0,-5 1-4 16,1-1 0-16,2-4 1 0,-3 0-1 0,-3-2-3 0,5-3 1 16</inkml:trace>
  <inkml:trace contextRef="#ctx1" brushRef="#br0">22857 14908 0,'0'-12'0,"12"0"0,47-24 0,-59 36 0,94-35 0,-94 35 31,59-12-31,0 0 0,-12 0 16,-12 1-1,0-1-15,0 0 16,-11 12 0,-1 0-16,1 0 15,-1 0 1,1 0 0,0 0-16,-1 0 15,1 0 1,-1 0-16,1 0 15,-1 0 1,1 0-16,-1 0 16,1 0-1,-1 0 1,-11 0-16,0 0 16,0 0-1,-1 0 1,1 0-16,0 0 15,0 0 1,-1 0 0,1 0-16,-12 0 15,12 0 1,0 0-16,-12 0 16,0 0-1,0 0 1,0 0-16,11 0 15,-11 0 1,0 0 0,0 0-16,0 0 15,0 0 1,0 0 0,0 0-16,0 0 15,0 0 1,0 0-16,-11 0 15,-1 0 1,0 0 0,0 0-16</inkml:trace>
  <inkml:trace contextRef="#ctx0" brushRef="#br0" timeOffset="7527.36">20237 8605 1997 0,'-15'9'0'0,"15"-9"0"16,-24 6 0-16,24-6 47 0,-5-11 0 0,5 11 0 15,-15-15 1-15,-5 6 24 0,-11 2 3 0,0 1-1 16,0 1 0-16,-2-2-33 0,5 5 2 0,-3 2-2 0,4-2 2 15,-1-2-27-15,-1-1 1 0,2 5-1 0,3-2 1 16,2 0-8-16,-2 0 1 0,0 2-1 0,8 2 1 16,-4 0-3-16,0-2 1 0,1 0 0 0,1 0 0 15,2 0-4-15,1 2 2 0,-5 3-1 0,3-1 1 0,-8-4-2 16,1 2 1-16,0 0-1 0,0 5 2 16,-7-2-1-16,2-3-1 0,3 7 1 0,-5-3 0 0,2 3 0 15,0 2-1-15,5-4 1 0,-2 2-1 0,6-5-1 16,0 3 2-16,0 0-2 0,-2 2 2 0,4-3-2 15,1 3 2-15,-3 2-2 0,-2-4 2 0,0 2-2 0,0 2 1 16,0 4 0-16,2-6 0 0,0 2-2 0,0 0 2 16,0 1-1-16,0-1 1 0,-2 0-1 0,7 2 0 15,-7 0 1-15,4 1-1 0,3-1 0 0,-1 0 1 16,1 1-1-16,-3-1 0 0,5-2 1 0,-2-2-1 16,-1-2 1-16,5 2 0 0,2-1-2 0,5 1 2 15,-1 0-1-15,3 2 0 0,-4 3 1 0,1-1-1 0,1 3 1 16,4 1-1-16,-7 3 0 0,3-4 1 0,-3 2-1 15,7-1 0-15,-2 1 1 0,2 0-1 0,0 0 0 16,2-1 2-16,-2 3-1 0,5-4 1 0,-3-1-1 16,0 1 2-16,0 0-1 0,-2-5-1 0,7 2 0 15,-7 0 2-15,2 1-1 0,2-1-1 0,1 2 1 16,1-1 0-16,3 4 0 0,0-1-1 0,7-1 1 16,-5-1 0-16,8 1 1 0,-1 0-1 0,4 1 1 15,0 3 0-15,0-4-2 0,7 2 2 0,-7-1-1 0,2-1 1 16,-6 2-1-16,6-3-1 0,0 1 0 0,-4-1 1 15,0 3-2-15,0 2 1 0,2-4-1 0,2-1 2 16,3 1-3-16,4-1 1 0,-3 1 1 0,3-1-1 16,7-1-1-16,-3-1 0 0,0 0 1 0,7-2-1 15,0 3-1-15,4-3 1 0,-2-5 1 0,-2 3-1 0,-2-4-1 16,-3 1 1-16,3 1-1 0,4 2 1 0,9-2 0 16,-2 4-1-16,2-2 0 0,0-3 1 0,-2 3-1 15,-3-4 1-15,-2 1 0 0,-4 1 0 0,-2 2-1 0,-7 2 1 16,2-2 0-16,5-3 1 0,4 3-1 0,-6 2 0 15,6-6 0-15,0 2 1 0,0-7-1 0,2 4 0 16,1-4 0-16,1 2 1 0,-6 0-2 0,-2 1 1 16,2 1 0-16,-1-4 0 0,1 2 0 0,7-2 0 15,2 0-1-15,-1 0 1 0,3 3-1 0,7 1 0 16,-7 3 1-16,-3-7-1 0,-8 0-1 0,0 0 1 16,0 0 0-16,4 0 0 0,5 0-1 0,-4 0 1 15,1-5-1-15,1 3 1 0,3 0-1 0,1 0 1 0,-2-1-1 16,-2 1 2-16,-5-5-2 0,0 3 1 15,0 0-1-15,2-1 1 0,3 1-1 0,-1 1 1 0,1-1 0 16,4 2 0-16,-3-3-1 0,3 1 1 0,-2-1 0 16,-7 1 1-16,3-3-1 0,-8 1 0 0,3-3 0 15,2 0 0-15,3 0 0 0,3 0 0 0,-1 0 0 16,-1-2 2-16,1 0-2 0,-1 0 0 0,-6 0 0 16,5 0 1-16,-14 0-1 0,0 2 0 0,0-2 1 15,0-3 0-15,0 3-1 0,0 0 1 0,0 0-1 16,-2 0 2-16,-2 0-2 0,-5-5 1 0,2 3 0 15,1 0 0-15,-1-1 0 0,1 1 0 0,-5 0 0 0,0-1 0 16,-4 1 1-16,4 2-1 0,-5 0 0 0,-1 0 0 16,-3-5 1-16,-2 1-1 0,-2-1 0 0,-3 1 1 15,1-1 0-15,-3-2-1 0,-1 3 0 0,-3 1 0 0,6 3 1 16,-6 0-1-16,0 0 0 0,0 0 1 16,0-5 0-16,0 5 0 0,0-4-1 0,-6 4 2 0,-1-5-2 15,-2 3 1-15,0-1 1 0,3 1-1 16,-3 2 0-16,-2 0 1 0,-2 0-1 0,2-9 0 0,-5 4 0 15,-4-1 0-15,3 1 0 0,1-4 1 0,3 2-2 16,-11 3 0-16,4-5 1 0,-2 2 0 0,0 0-1 16,0 0 0-16,0-2 1 0,-3 3-1 0,-1-3-1 0,0 2 1 15,1 2-1-15,3 1 2 0,-4-1-2 0,1 3 0 16,14 11 0-16,-2-7 1 0,-4 2-1 0,-1 1 1 16,-13-3-1-16,0 0 1 0,0 2-2 0,-2 0 1 15,0 3 0-15,-2-3 0 0,-5 3-1 0,7-1 0 16,-7-1 0-16,5 1 1 0,-2-3-1 0,6 1 0 0,-5-2 0 15,6 2 0-15,-1 3 0 0,-2-1 0 0,-5-1 0 16,1-1 0-16,-3 3 0 0,2-7 0 0,-1 2 0 16,-1 2 0-16,0-2 0 0,5 2 0 0,2-4 0 15,-7 2 0-15,3 3 0 0,2-5 0 0,-7 6 0 16,0-6 0-16,4 7 0 0,1-5 0 0,-3 2 0 16,-6 1 0-16,-3 1-1 0,1 1 1 0,-3-1 0 15,-2 3 0-15,2-2 0 0,1 4 0 0,-3-5 0 16,4 3 0-16,1 2 0 0,-3 0 0 0,2 0 0 0,-6 0 0 15,2 0 0-15,0 0 0 0,0 0 0 0,3 2 0 16,3 3 0-16,-3-5 0 0,3 4 0 0,1-4 0 16,-5 0 0-16,5 0 0 0,-5 0 0 0,5 0 0 15,0-4 0-15,-1 4 0 0,12 0 0 0,-2-5 1 16,-3 5-1-16,0 0 1 0,5 0-1 0,-3 0 2 16,3-2-1-16,0 0 0 0,2-1 0 0,0 3 0 0,2-4 0 15,-4 4 0-15,6-4 0 0,5 1 1 0,-1 1-2 16,1 0 1-16,0 2 0 0,0-7 0 15,-1 5-1-15,1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3:20:13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13886 8687 527 0,'2'2'0'0,"-2"-2"0"0,7 9 0 0,-7-9 0 15,9 11 0-15,-9-11 0 0,13 16 0 0,-13-16 37 16,4 26 0-16,-4-26 0 0,-6 43 0 0,1-17 7 16,-6 5 1-16,2-4 0 0,-2-5-1 0,0 3 2 0,2-3 2 15,-2 0-1-15,0-2 0 0,5 0-20 16,-1-2 1-16,1 2-1 0,1-5 1 0,-4 3-5 0,5 2 2 15,-1 5 0-15,1-1-1 0,0 5-1 0,1 4 1 16,1-2-2-16,2-4 2 0,-4 4 1 0,4-4 1 16,4 4 0-16,-4-5 0 0,0 1 12 0,0 2 1 15,0 0 0-15,0-3 1 0,2 3 0 0,1 0 1 16,1-2-1-16,0-1 0 0,3-3-2 0,0-1 2 16,2 2-2-16,-7-6 1 0,7 0-20 0,-3-3 1 0,3 1 1 15,-2-3-1-15,1-4 0 0,-3 2 0 0,6-4 0 16,-2 2 1-16,2 2-4 0,4-5-1 0,1 6 1 15,3 1 1-15,4-2-4 0,1 0 0 0,0 0 0 16,2-2 0-16,1-2-1 0,-1 2-1 0,3-5 0 16,2 3 1-16,4-1-6 0,1 3 2 0,5-4 0 15,-1 1 0-15,4-1-3 0,5 1 0 0,-5 3-1 16,4 2 1-16,1-4-3 0,-1 2 1 0,-1 2-1 16,1-4 0-16,5 2 0 0,0 2 0 0,2-2 0 15,0 2 1-15,7 0-2 0,-5 0 0 0,3 0 0 16,-3-2 2-16,3 2-2 0,2-7 0 0,-1 3 0 0,6 0 2 15,1-3-1-15,11 1 2 0,-8-5-1 0,-5 2 1 16,7-2 1-16,0-2 2 0,2 2-1 0,-7 2 1 16,7 2-1-16,-2 5 0 0,-5-7 0 0,0 3 1 15,-4-1 1-15,5 1 0 0,-8-1 0 0,6 3 0 0,-6-3 0 16,3 7 0-16,-2-6 0 0,6-3 1 0,-4 3-1 16,5-5 0-16,1-5 0 0,-3 3 1 0,1 0-1 15,0-1 0-15,1-1 0 0,-3 4 1 0,0 0-2 16,0 0 0-16,-4 4 0 0,4-1 1 0,-4 1-3 15,4 1 2-15,-9-5-1 0,3 0 1 0,-7 0-3 0,2-5 2 16,-2 3-1-16,0 0 0 0,-5-1 0 0,-1 3 0 16,-3-4-1-16,0 4 2 0,-5-4-2 0,1 1 0 15,-7 1 1-15,0 2-1 0,-6 2 0 0,-3 5-1 16,-4-7 1-16,-5 4-1 0,-8-4 0 0,-3-4 0 16,-1 4 1-16,-3 4-1 0,6-1 0 0,-6-1-1 15,0-2 0-15,2 0 1 0,-2 0-2 0,3 0 0 0,-3-2 0 16,0-1 1-16,0 3-2 0,0-4 0 0</inkml:trace>
  <inkml:trace contextRef="#ctx0" brushRef="#br0" timeOffset="298.76">18363 9749 1947 0,'4'0'0'0,"-4"0"0"0,5 11 0 16,-5-11 29-16,8 4 0 0,-8-4 0 0,27 18 1 0,-27-18-6 15,33 38-1-15,-15-14 1 0,-5-4 0 0,2 2-18 16,-2 0 2-16,3-2 0 0,-1 0 0 0,-1-2-8 16,-3 2 0-16,0-4 0 0,6 1 1 0,1 3-2 15,2 0 1-15,-3-2 0 0,1 2 0 0,0-4-1 16,-5 1 0-16,2 1 0 0,-6 0 1 0,2 2-2 0,-4 2 2 15,-7-4 0-15,0 2 0 0,0 0 0 0,-9-2 0 16,-2 2 0-16,-11 0 0 0,-2 2 3 16,-3 4-1-16,-8 3 0 0,-5 0 0 0,-6 2 1 0,-5 0 0 15</inkml:trace>
  <inkml:trace contextRef="#ctx0" brushRef="#br0" timeOffset="1481.43">14806 9349 1431 0,'0'11'0'0,"0"-11"0"0,11 35 0 0,-11-35 24 16,22 38 0-16,-16-7-1 0,3 0 2 0,2 12 3 0,-7-1 0 15,3 0 0-15,2 11 0 0,0 1-12 0,-3 3-1 16,5 1 1-16,-2 0 1 0,-4 2-14 0,6 6 2 16,-7-1-2-16,3-3 2 0,-5 0-5 0,2-4 1 15,-4 2 0-15,0 2 0 0,3 2-1 0,-3 3 0 16,0-3 0-16,2-4 1 0,2 2-1 0,1-2 0 15,-3 0 0-15,2-2 0 0,1 0 0 0,-1-5 0 0,3 0 0 16,1-4 1-16,-1 0-1 0,2-2 1 0,0-1-1 16,2-3 2-16,0-6-1 0,2 3 1 0,2-2-1 15,1-2 1-15,-1-1 1 0,3-2 0 0,-3 1-1 16,3-10 2-16,4 1-1 0,-2-1 1 0,-2-6 1 16,10-3-1-16,-4 5 1 0,7-4-1 0,0 2 1 15,2-3-1-15,7-4 0 0,-5 3 0 0,5-8 0 16,2 1 0-16,0 0-1 0,2-1 2 0,2-4-2 15,-2 3 2-15,9-1 1 0,-2 1 1 0,2-1 0 0,2-2 0 16,7 3-1-16,-3-1 2 0,5 1 0 0,0 1 0 16,-2 1 2-16,2 4 0 0,-2 0 0 0,6-2 1 15,-4 0 2-15,7 2 0 0,-3-4 1 0,-4-1-1 16,-2 3 0-16,4 0-1 0,0-2 0 0,5 0 1 0,-3 1-2 16,2-3 0-16,1 2 0 0,-3-1 2 0,1 3-4 15,-5-4 1-15,4-3-1 0,-4 2 1 0,4 1-1 16,-4-1 0-16,-4 3 0 0,-3-1 0 0,3 8-5 15,2-3 2-15,-7-4-2 0,0 1 2 0,-2-3 5 16,-5 1 0-16,1 1 1 0,1-2 0 0,-1-1 5 0,-3 0 0 16,1 1-1-16,-5 2 2 0,2-5-6 0,-5 2-1 15,-3 5 0-15,-6-2 0 0,-3-1-4 0,-3 1 1 16,-8 0 0-16,1-1 0 0,-3 1-5 0,-10 0 0 16,-4-1 1-16,0-3 0 0,0 1-4 0,0-2 0 15</inkml:trace>
  <inkml:trace contextRef="#ctx0" brushRef="#br0" timeOffset="1743.57">18246 11669 1569 0,'6'3'0'0,"-6"-3"0"15,14 8 0-15,-14-8 15 0,31 16 0 0,-7-5-1 0,-2 0 2 16,7 2 12-16,6 1 0 0,-4 1 0 16,2 3 0-16,0 2-12 0,-7 0 1 0,3 0 0 0,-3-2-1 15,-3 0-6-15,-6-1 2 0,-4 3-2 0,5 0 1 16,-3-2 0-16,-1 0 2 0,-5-3-1 0,-5-1 0 0,-4 1-2 16,0 1 0-16,0 2 1 0,-11 2-1 0,2 6-1 15,-6 1 0-15,1-3 0 0,-1 3 0 0,0 0-3 16,-3-1 1-16</inkml:trace>
  <inkml:trace contextRef="#ctx0" brushRef="#br0" timeOffset="3154.48">19728 10726 1080 0,'-7'-5'0'0,"7"5"0"0,-13-7 0 0,13 7 18 0,0-11 1 16,0 11 0-16,0 0 0 0,0 0 6 0,-9-6 0 15,9 6-1-15,-4-5 1 0,4 5-17 0,0-2 1 16,0 2 0-16,4-2 0 0,-4 2-8 0,7-7 0 15,-7 7 0-15,22-9 0 0,0-2-1 0,2-4 0 0,5-1 0 16,0 7 0-16,1 7 0 0,6-2 0 0,-3 1 0 16,2 3 2-16,0-2-2 0,5 0 1 0,-5 2 0 15,5 4 0-15,2 3 1 0,0 0 0 0,2 2 1 16,-2 2 0-16,4-5 6 0,3 3 0 0,4 2 0 16,-9-6 0-16,9-1 4 0,-3 3 2 0,-3-7 0 15,-1 2-1-15,-6 0 11 0,-1 0 1 0,-1 1-1 16,2-3 1-16,-3-3 8 0,-2 1 0 0,-4 0-1 15,4 0 1-15,3 2-4 0,-3-5 2 0,1 3-1 16,-8-2 0-16,-1-1-4 0,-1 1 1 0,-2-1 1 16,-2 3-1-16,0-4-8 0,3 3 0 0,-1 1 0 15,-9-2 0-15,1 4-4 0,-5-5 0 0,0 1-1 0,2 2 1 16,3-3-5-16,-8 5 1 0,6-7-1 0,-3 3 1 16,0 0 1-16,0-1 0 0,0-2-1 0,0 1 2 15,0 1-2-15,0-4 2 0,2 3-2 0,5-5 1 16,2 2-1-16,4-2 0 0,-4 0-1 0,4-1 2 0,-2 1-7 15,-2 3 1-15,-3 3 0 0,1 1 0 0,-5 1-4 16,1 3 0-16,-8 0 1 0,3 0-1 0,-7-4-2 16,0 2 1-16,1 2 1 0,-1 0-1 0,-2 0-2 15,0 0 1-15,0 0 0 0,2 0 0 0,-2 0-1 16,0 0 0-16,0-2 0 0,0-1 1 0,0 1-1 0,0 0 1 16,0 2 1-16,4-7-1 0,-4 3 1 0,5-10 1 15,-5 1 1-15,0-2-1 0,0-1 4 0,0-4 0 16,0 4-1-16,0 3 1 0,-5 4 3 0,-1-2 1 15,-3 2-1-15,0-2 2 0,3 0-3 0,-8-4 1 16,3 3 0-16,-6-1 0 0,-3 0-3 0,0-3-1 16,-4 1 1-16,2-1 0 0,2 5-4 0,-4 2 1 0,4 3-1 15,2-1 0-15,-4 2-2 0,0 5 1 0,4 0-1 16,-2 0 0-16,-6 5-1 0,2 2 0 0,-3 1 0 16,-1 1 1-16,1 0-1 0,-4 0 1 0,0 2-1 15,7 2 1-15,0 3-1 0,2 0 1 0,-2 4 0 16,2-5 1-16,-5 5-1 0,1 2 1 0,-5 0-1 15,6 1 1-15,1 1 0 0,2-4 1 0,2 2-1 16,3-6 1-16,6-5 0 0,4 0-1 0</inkml:trace>
  <inkml:trace contextRef="#ctx0" brushRef="#br0" timeOffset="4864.63">20658 10339 12 0,'-8'2'0'0,"8"-2"0"0,-16 12 0 0,16-12 0 16,-6 13 0-16,6-13 0 0,-7 11 0 0,7-11 0 15,-2 7 0-15,2-7 0 0,-5 15 0 0,5-15 0 0,-4 13 0 16,4-13 0-16,-2 23 0 0,2-23 0 0,-11 42 0 15,9-20 0-15,-1 2 0 0,-3-1 0 0,4-1 0 16,-1 5 0-16,1 4 0 0,0 9 0 0,2 4 1 16,0 3-1-16,0 2 1 0,-9 4 2 0,2 2 2 15,-8 1-1-15,0 4 1 0,-5 4 3 0,-9 5 1 0,-4 0-1 16,-2-3 1-16,-9 1 0 0,2 4 1 0,-7 0 0 16,1-4 0-16,-5 2-2 0,-2 0 0 0,-7-5-1 15,-4 3 1-15,0 1 2 0,-7-3 0 0,2 1 1 16,-2 5 0-16,-4 0-2 0,2 1 1 0,-6 1 0 15,-5-7 0-15,-3 6 9 0,-1 1 0 0,-14 2 0 16,1-4 2-16,-8 0 11 0,-3 0 2 0,1-2-1 16,-1 0 1-16,-3-2 11 0,-9-1 0 0,3 1 0 15,-1 0 1-15,-2-1 0 0,-4-6 0 0,5 7 0 16,-8-3 1-16,-1 5-3 0,-7 0-1 0,2 0 1 16,-3-3 0-16,-5 3-12 0,1 2 1 0,-2 5 0 0,-10-1 0 15,-3 7-7-15,4 3 0 0,-6-5 0 0,2 0 1 16,2-5-7-16,-6 3 0 0,1-5 0 0,3 0 2 15,3-2-7-15,-8 1 1 0,10-1 0 0,-3 0 0 16,2 0-11-16,3-2-1 0,0 2 1 0,1-3-1 0,1 1-4 16,2 0 0-16,-2-9 0 0,0 0 2 0,-7-4-2 15,5-3 0-15,-1-2 0 0,10-2 0 0,2-5-2 16,1 3 2-16,3-5 0 0,-2-2 0 0,7-2-1 16,-7-1 1-16,8-1 0 0,8-7 0 0,-5-2 0 0,2-3 0 15,0-2 0-15,2 0 1 0,0-2 2 0,1-2-1 16,10-5 0-16,-2-1 0 0,5-4 4 0,-5-8 0 15,9 0-1-15,0 0 2 0,2-6 15 0,0-1 2 16,2 0 0-16,7-1-1 0,5-6 13 0,-6-1 0 16,8-1 0-16,2-2 0 0,-5 1 5 0,7-1 2 15,0-4 0-15,0 2-1 0,2-5-5 0,3 3 1 0,-1 0 1 16,7-3-1-16,0-1-6 0,2-1 1 0,7-4-1 16,-2-2 1-16,0-5-12 0,-1 0 2 0,7 3-1 15,-4-5 1-15,7 4-2 0,1 1 0 0,3-3 1 16,2-2 0-16,-2 0-6 0,4-2 1 0,5 2-1 15,-5 0 1-15,5 2-3 0,-5 0-1 0,5 3 1 16,2-1 0-16,7 1-7 0,1 1 1 0,-1 3 0 16,1 0-1-16,12 2-2 0,-7 1-1 0,3-1 1 15,3 0-1-15,6 2-2 0,-6 3-1 0,1-1 0 16,2 1 0-16,2-3-1 0,-4 5 0 0,6 2 0 16,-2-4 0-16,5 6-1 0,-5-2 1 0,5 7 0 0,-3-1 0 15,5 5-2-15,2 0 0 0,0 1 1 0,6 1 0 16,1 5 0-16,4-1 0 0,-5 3 0 0,5-4 0 15,-4 4 0-15,2 0 1 0,2 0 0 0,-5 0 0 0,5 4 0 16,-4-1 0-16,4 10 0 0,-4 7 1 16,1 13 1-16,3 9 0 0,0 1 0 0,-4 1 1 15,4 3 1-15,-4-1 2 0,4 1-1 0,-5 2 1 16,1 0 2-16,2 6 0 0,-3-4 0 0,-4-2-1 0,3-2 2 16,-5-1 1-16,6-3 1 0,-4-6-1 0,1-1 0 15,5-5 0-15,-1-4 0 0,2-5 0 0,2-9-3 16,0-6 1-16</inkml:trace>
  <inkml:trace contextRef="#ctx0" brushRef="#br0" timeOffset="5092.67">6844 14920 1444 0,'-6'2'0'0,"6"-2"0"15,6 5 0-15,-6-5 38 0,18 2 1 0,-18-2-1 16,11 0 2-16,-11 0 3 0,4 0 1 0,-4 0 0 15,0-2 0-15,0 2-21 0,3-5 1 0,-3 5-1 16,6-4 2-16,-6 4-19 0,9-9-1 0,-9 9 1 16,33-18 1-16,-4 7-7 0,6 2 1 0,3-2 0 15,1 7 0-15,-6-3-1 0,7 3 1 0,0-1 0 16,-1 1 0-16,6-1 0 0,-1 3 1 0,-2 2-1 16,2 2 0-16,2 3 1 0,5-1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3:20:39.3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13879 8192 12 0,'0'0'0'15,"0"0"0"-15,9 7 0 0,-9-7 39 0,22 20 2 16,-22-20-1-16,18 11 0 0,-18-11-14 0,9 4 1 15,-9-4 0-15,2 2 0 0,-2-2 20 0,0 5 0 16,0-5 0-16,0 9 0 0,0-9-7 0,-5 11 0 16,5-11-1-16,-13 15 2 0,13-15-15 0,-17 27 1 0,17-27-2 15,-14 38 2-15,14-38-5 0,-11 37-1 0,0-12 0 16,7-3 1-16,-1 2-6 0,-3 1 2 0,5 2 0 16,-1 4 0-16,-3 0 2 0,5 4 1 0,-2 3-1 15,4-5 1-15,4 7 4 0,1 2 0 0,-1 1-1 16,3-1 1-16,1 0-3 0,1 5 1 0,2 2-1 15,5-3 1-15,-1 1-1 0,1-3 1 0,-5-2-1 16,0-2 0-16,2 0-2 0,-4-4-1 0,4-1 0 16,2-1 0-16,-1-3-2 0,3-5-1 0,-1 1 1 15,-1-2 0-15,5-3-2 0,0 0 0 0,0 0 1 16,4-2 0-16,0 0-5 0,9-4 1 0,-2 1 1 0,0-1-1 16,4 4-3-16,3-5 1 0,-1 1-1 0,-1 6 1 15,5-2-2-15,1 2 0 0,0-4 0 0,0 0 0 16,7 0-2-16,-3 2 1 0,5-5 0 0,-1 1 0 0,1-1-3 15,0 1 2-15,0-1-1 0,6-1 1 0,-6-5-3 16,6-3 2-16,-2 1-1 0,-2-3 1 0,7-1-2 16,-5-1 2-16,7 2-2 0,-1-4 1 0,1-4 0 15,2-1 0-15,4 3 0 0,-4 2 0 0,5 2 2 16,-5 3 1-16,6-1-1 0,1 1 1 0,-1 1 0 16,-1 3 1-16,-3 0-1 0,0-2 1 0,-4-1 5 0,0 1 0 15,1 2-1-15,4-7 2 0,3 3-3 0,3-1 0 16,-5 1 1-16,7-3-1 0,-6 0 3 0,3-2 1 15,1-2 0-15,2 0 0 0,2 2-3 0,-2 0 0 16,5-5 0-16,-5 1 1 0,-2-3 2 0,-5-2 2 16,0 2-1-16,-2 7 1 0,-4 0-7 0,0 0 0 15,2 3 0-15,-9-3 1 0,-6-3-1 0,-5 3 1 0,-5 0 1 16,1 3-1-16,-9-3 0 0,4 2 0 0,-4 0 1 16,0-2 0-16,-7 0-5 0,5 0 1 0,0 0-1 15,-5-2 1-15,2 2-3 0,-1 0-1 0</inkml:trace>
  <inkml:trace contextRef="#ctx0" brushRef="#br0" timeOffset="1332.3">12128 14241 1093 0,'7'4'0'0,"-7"-4"0"16,15 9 0-16,-15-9 12 0,18 0 1 0,-18 0 1 16,26 5-1-16,-26-5 20 0,31 8 0 0,-11-3 0 15,4-1 1-15,9 3-12 0,-2 6 1 0,5-4-1 16,-5 0 0-16,-9 0-6 0,0 0 0 0,4 2 0 16,1 4 0-16,-3 8-5 0,7-8 0 0,-5 5 0 0,3 2 0 15,2 5-3-15,2 0 1 0,-2-1 0 0,8 1 0 16,-6 0-3-16,7-1 0 0,0-1 1 15,0-1 0-15,1-4 0 0,1-2-1 0,5 0 1 0,3-7 0 16,-1-2-3-16,10-1 2 0,1-1-1 0,0 0 1 0,1-3 2 16,3-2 1-16,2 1 0 0,1-3 0 0,-4-3 2 15,1-1 0-15,5 2 0 0,-1-5 2 0,3 5-1 16,-5 0 1-16,2-3-1 0,-2-1 1 0,3 1-4 16,-1-8 1-16,1 0-1 0,-1-3 1 0,2-6-1 15,3-3 0-15,0 1 0 0,2-1 2 0,-2 1 3 16,4 2 2-16,-2-5 0 0,2 1-1 0,-6-1-1 0,6-2-1 15,-4 0 1-15,2 0 0 0,-3-4 1 0,3 0 1 16,-4-1-1-16,2 1 1 0,-12 2-6 0,-1 0 1 16,4-2 0-16,-4-3 1 0,1-2-2 0,-1 1 0 15,-1-3 0-15,-3 0 0 0,-8 0-4 0,5 0 0 16,-9-2 1-16,0 2 0 0,-4 2-4 0,0-4 1 0,-1 2-1 16,3-3 0-16,-7 1 0 0,10 0-1 0,-6 2 0 15,1 0 0-15,0 0 4 0,2 5 0 0,-7-1-1 16,-2-2 2-16,0 1-3 0,0-6 1 0,0 3-1 15,0 0 1-15,0 0-2 0,3 3 2 0,-6-5-2 16,6 4 2-16,1-4 0 0,-1-1 1 0,-1 3-1 16,2 7 1-16,3-2 0 0,-5 4 0 0,1 2 0 15,1 0 1-15,-2 0-4 0,1-2 0 0,1 4 1 16,-2-4 0-16,1 2-1 0,-5 0-1 0,4 0 0 16,2 3 0-16,1 1-1 0,-1 1 1 0,3 0-1 0,2-1 1 15,-7 3-1-15,3 6 0 0,6 1 0 0,-9-7 2 16,0 4-3-16,1 0 1 0,1-2 0 0,1 2 0 15,-1 3 0-15,5-5 0 0,-2 4 0 0,2 3 0 0,4 4 2 16,-9-2 0-16,8-2-1 0,-6-1 2 16,-3-1 0-16,-3-1 2 0,-3 5-2 0,-1-2 2 15,-2 4-1-15,-3 2 2 0,-2 5 0 0,-9-2 0 0,0 4-1 16,-4 0 2-16</inkml:trace>
  <inkml:trace contextRef="#ctx0" brushRef="#br0" timeOffset="2236.36">19719 10683 1482 0,'0'-2'0'15,"0"2"0"-15,18-4 0 0,-18 4-2 0,31-14 1 0,-3 6-1 16,3-1 1-16,11-7 0 0,7-2 1 0,-1 5-1 15,1 2 1-15,-3 0-1 0,-2 0 1 0,-2 2-1 16,0-2 1-16,0 2 0 0,-3 0 0 0,-1 2 0 16,-1 1 0-16,5-1-1 0,0 3 0 0,-2 4-1 15,2-7 2-15,0 2-1 0,0-3 1 0,-1 5 0 16,-1 3 0-16,0 5 0 0,-3 1 0 0,3 6 0 16,-2-1 1-16,-1 2 4 0,-2 5 1 0,-4-1-1 15,4 8 1-15,1-1 6 0,-5 10 2 0,-3 3-2 16,-1 3 1-16,-5 9 4 0,-2 0 0 0,-5 7 0 0,1 1 0 15,-1 1-6-15,0 6 0 0,-4 5 0 0,-2 2 1 16,-2 5-5-16,-1 4 1 0,1 2 0 0,0 0 1 16,-1-2-3-16,3 2-1 0,-7 0 1 0,7-2 0 15,0 2-3-15,-2-8 1 0,4 6 1 0,2-5-1 16,-2 1 1-16,2-1-1 0,-2 1 1 0,5 1 1 0,-8 3 4 16,3 3 1-16,-4-1-1 0,-3 4 1 0,-1 1 3 15,-3 2-1-15,-3-9 1 0,-1 4 0 0,0-4 1 16,-3-2-1-16,0-3 1 0,1 1-1 0,-3-1 2 15,-2 1 1-15,2-7-1 0,3-3 1 0,-1-6-1 0,0-4 1 16,3-3 0-16,-5 0 0 0,9-4-5 0,-4-2 2 16,4-5-2-16,-3 0 2 0,-1-2-5 0,0 0-1 15,-1-2 1-15,3-3 2 0,-5 1-5 0,3-1 2 16,-3-1 0-16,5-3 0 0,-2 0-5 0,2-2 2 16,2 0-2-16,2-1 2 0,2 1-5 0,-4 0 1 15,2-4 0-15,5-8 0 0,-3-8-1 0,3-7 0 0</inkml:trace>
  <inkml:trace contextRef="#ctx0" brushRef="#br0" timeOffset="2553.44">21216 13797 1419 0,'9'9'0'0,"-9"-9"0"0,5 26 0 16,-5-26 15-16,11 27 0 0,-11-27 1 0,17 33 0 16,-17-33 10-16,25 42 1 0,-10-17-2 0,-2 1 2 0,-2-1-10 15,-4 4 0-15,2 4 0 0,-5 0 0 0,3 1-11 16,-3 1 1-16,1 3 0 0,-5-7 1 0,2 2-3 16,0-2 1-16,0 0-1 0,0-4 1 0,5-2 1 15,-3 1 0-15,3 1-1 0,0-5 1 0,-1-4 4 16,-1-3 2-16,6-1-1 0,-2-5 0 0,-1-7 7 0,1 0 0 15,13-6 1-15,3-8 0 0,10-5 1 16,7-10 1-16,2-11 0 0,4-8 0 0,7-12-3 16,3-11 0-16,-3-4 0 0,4-7 2 0,3-9-12 0,2-4 0 15</inkml:trace>
  <inkml:trace contextRef="#ctx0" brushRef="#br0" timeOffset="15134.81">24185 15584 1206 0,'0'0'0'0,"0"0"0"0,0 0 0 0,0 0 22 16,2 7 1-16,-2-7-1 0,0 7 1 0,0-7 63 16,0 4 0-16,0-4 1 0,0 4-1 0,0-4-37 0,0 5 0 15,0-5 0-15,-9 4 1 0,9-4-28 0,-4 5 2 16,4-5-2-16,-2 4 2 0,2-4-11 0,4 5 2 16,-4-5-1-16,22-3 1 0,7 1-4 0,2 0 0 15,4 0 1-15,5 0-1 0,6-1-4 0,0-6 0 16,3 5 1-16,-3 2 0 0,-4 4-6 0,0 2 1 0,-5 5-1 15,-1-2 0-15,-6 4-2 0,-1 2 0 0,-2 3 0 16,-3-1 1-16,-6 3-1 0,-3 0 0 0,-2 2 0 16,-2 4 0-16,-6 10 0 0,-3 3 0 0,-2 6 0 15,0-1 0-15,0 0 0 0,0 2 1 0,-7 5-1 16,-6-2 1-16,-2 2-1 0,1 0 2 0,-1 4-1 16,-1 2 0-16,1 3 1 0,0 2 0 0,-7-2 1 15,-1 0 0-15,-3 4 3 0,-3-4-1 0,-2 1 1 16,-4 1-1-16,-2-2 4 0,-5 2 0 0,-5 2 0 0,-1 3 1 15,2 1 5-15,-12-1 1 0,-1-1-2 16,-3 1 2-16,-4-1 1 0,-3 0 0 0,-1-4-1 0,-1 0 2 16,-4-2 0-16,-4-3 0 0,4-3 0 0,-2-1 0 15,0-3-7-15,-3-3 1 0,1-1-1 0,2-2 0 16,2-4 0-16,-3-2 1 0,-1-5-1 0,0-5 0 0,-3-3-3 16,0-6 0-16,-1-1 0 0,1-3 1 0,1-2-2 15,-1-2 1-15,-2-2 0 0,-2 0 0 0,-7-5 0 16,-4 0 0-16,0 0 0 0,0 3-1 0,-4-1 0 15,2 1 1-15,-3 1-1 0,3 1 1 0,0 0-4 16,0-1 1-16,-1 1-1 0,-3 0 2 0,-1-1-2 0,0 1 1 16,3 0-1-16,2-1 1 0,-1 1-2 0,-1-3 1 15,6 1 1-15,-2-1-1 0,11 1-1 0,-9-3-1 16,7 2 0-16,-2 3 0 0,-3 2 0 0,-2 2-1 16,0 0 0-16,-2 0 0 0,0 0 0 0,-4 0 0 15,4 0 0-15,0-2 0 0,-2 2 1 0,-1 1 0 16,1-1 0-16,2 0 0 0,0 2 1 0,-4 0-1 0,-3-1 0 15,2-1 1-15,1 0 1 0,4-2-1 0,-5 0 0 16,5-3 2-16,0 1-2 0,5-1 1 0,-5-3-1 16,6-1 0-16,-1-2 0 0,-1-2 0 0,0-1 0 15,3 3 1-15,-3-4-3 0,1 0 0 0,1 1 0 16,-1 1 1-16,-3 0-2 0,0 2 1 0,9-4 1 16,-7-1-1-16,3-2-1 0,-3 1 0 0,-1 1 0 15,5-6 1-15,-8 0-1 0,0 0 0 0,0-2 0 16,5-3 1-16,-3-2-1 0,7-2 0 0,-5 0 0 15,0-2 0-15,3 0 0 0,0 0 0 0,1 0 0 0,-8-3 0 16,0 1 0-16,0-3 0 0,0 3 0 0,0 6 0 16,5-2 0-16,-6 2 0 0,-1-4 0 0,0 2 0 15,4-2 0-15,-2 2 0 0,0-2 0 0,-2 4 0 16,-9 2 0-16,2 3 0 0,0-3 0 0,2 1 0 0,3-3 0 16,0-2 0-16,1 0 0 0,5-2 0 0,3-3 0 15,-1 3 0-15,-4-4 0 0,11-8 0 0,-6 1 0 16,6-5 0-16,-9-2 0 0,11 0 0 0,-6-2 0 15,6 0 0-15,-2 0 0 0,9-5 0 0,-1-2 0 16,-1 0 0-16,2-2 0 0,0-4 1 0,-1-1 0 0,-3 1 0 16,4-7 0-16,-1-5 1 0,6-2 0 15,8-4 0-15,-5-3 0 0,5-4 2 0,-4-4-1 0,8 0 2 16,-1-5-2-16,1-7 1 0,7-6 0 0,2 0 0 16,5-7 1-16,0-2-1 0,2-4 0 0,2 1 0 15,0-12-1-15,2 2 2 0,-4-5-3 0,7 2 2 16,-5-8-1-16,2-3 0 0,3-2 0 0,8 0-1 15,-6-4 0-15,-3 2 1 0,5 0 0 0,-2-7-1 16,-3 7 0-16,-1 11 0 0,1 4-1 0,-6 1 1 0,6 1-1 16,-6 1 1-16,2 0-1 0,1 6 0 0,1 2 0 15,-2 8 0-15,2 5-1 0,3 12 0 0,2 3 0 16,4-3 2-16,0 6-2 0,0 1 0 0,7 6 0 16,-7-2 0-16,0 7 0 0,-4 0 0 0,4 4 0 15,0 2 0-15,7 5 0 0,-1 2 0 0,3 4 0 16,7 1 0-16,-1 2-2 0,8 4 1 0,5 2 0 15,6-6 1-15,5 4-1 0,1 2 0 0,13 1 0 0,5-5 1 16,12 6-1-16,3-1 0 0,9 8-1 0,0-2 2 16,6 7-1-16,7 6 0 0,2 0 0 15,7 1 0-15,4 1 0 0,9 3 0 0,-9-2 0 0,1 6 1 16,-1 2-1-16,-2 5 1 0,-5 0-2 0,3 0 2 16,0 2 0-16,-3 2 0 0,-8 3 0 0,4-3 0 0,-6-2 0 15,-3 1 0-15,-2-1 0 0,-4 0 0 16,0-2 0-16,0-5 0 0,-10 1 0 0,-5-1 2 0,-12 1-2 15,-2 3 0-15</inkml:trace>
  <inkml:trace contextRef="#ctx0" brushRef="#br0" timeOffset="15373.89">10342 10228 1972 0,'20'7'0'15,"-20"-7"0"-15,37 11 0 0,-37-11 41 0,40 9 0 16,-16-3 1-16,9 3-1 0,9 2 25 0,11 1 2 0,-4 3-2 16,4 1 1-16,-3 1-24 0,3 3 0 0,-2 3-1 15,0 1 1-15,2-4-27 0,2 2 0 0,-9 0 1 16,5 3 0-16,-9 1-7 0,2 1 1 0,-2 0 1 16,0-7-1-16,-3-2-4 0,1 2 0 0,-11 0 0 15,4 2 1-15,-2 0-3 0,-7 0-1 0,-11 5 1 16,-11 4-1-16,-11 7-3 0,-13 4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3:21:39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13721 8334 288 0,'2'0'0'0,"-2"0"0"0,9 7 0 16,-9-7 39-16,4 4 0 0,-4-4 1 0,7 2 0 15,-7-2-22-15,4 3 0 0,-4-3 0 0,0 0 0 16,0 0-3-16,0 0 0 0,0 0 1 0,0 6 0 16,0-6 11-16,-4 16 0 0,4-16-1 0,-20 31 3 15,9-5-16-15,-5 1 2 0,1 0-1 0,4-1 1 0,-2-6-3 16,2 3 0-16,4 1 1 0,-4 5 0 0,9 6 2 15,-1-1 1-15,-1 6-1 16,4 2 1-16,0 2 6 0,0 3 1 0,0 4-1 0,0 0 1 0,0 9-11 16,0 4 0-16,0-4 1 0,4 0-1 0,-1-4-5 15,-1 2 0-15,5-3-1 0,-3 1 2 0,-4-3 3 16,0-2 2-16,4 0-1 0,3-2 0 0,-3 0 2 0,3 2-1 16,2-7 1-16,-3 1 0 0,3-5 0 0,2 0 0 15,-4-7 1-15,6-2 0 0,-6 0-3 0,6 0 1 16,2-4 0-16,1-1 0 0,-1 1 1 0,-2 4 0 15,5-4 1-15,-2 0 0 0,3-7 0 0,-1 2 1 16,2-2 0-16,4 2-1 0,-2-7-1 0,2 3-1 0,3 0 1 16,2 0-1-16,1-3 0 0,-1-4-1 0,4 0 0 15,-2 1 1-15,2-4 0 0,2-1 1 0,5-2-1 16,4-1 2-16,5-4-1 0,4-4 1 0,0 1-1 16,2-1 2-16,-2-1-2 0,2-3-1 0,0 5 0 15,7-1 1-15,-3 4-4 0,10 0 1 0,-5 0 0 16,0 4 1-16,2-1-3 0,-5 1 0 0,-1 0 0 15,6-1 0-15,-4-1-3 0,0 0 2 0,-1 0-1 16,1 1 1-16,9 1-3 0,-5-4 1 0,0 0 0 16,0-4-1-16,-2 4 4 0,0 0 0 0,4-3 0 15,1 1 0-15,-3-2 1 0,7 1 0 0,-7-3 0 0,0 1 2 16,-2 5-1-16,0 0 1 0,-2 0-1 0,4 0 2 16,2 0-1-16,3 5 0 0,-1 1 1 0,-1-3 0 15,-3 3-3-15,0 3 0 0,2 0 1 0,1-4 0 16,1-1-6-16,-1 3 1 0,-3-1 0 0,-4-1 0 0,2-1-1 15,-3 1 0-15,1-3 0 0,4 2 1 0,-4-4-2 16,2-4 1-16,2 2-1 0,3-1 1 0,-3 1-2 16,0-2 1-16,-4 2 1 0,-1-1-1 0,-1 1 1 15,-1 0 0-15,1 0 1 0,-5 2 0 0,-2 0 0 0,-4 0 1 16,-8 0 0-16,-3 0 1 0,-9 2 1 0,-5 0 0 16,-2 0 0-16,-7 1 0 0,-4 3-4 0,0-6 2 15,-2 2-1-15,-4 1 0 0,1-1-5 0,-1 2 1 16</inkml:trace>
  <inkml:trace contextRef="#ctx0" brushRef="#br0" timeOffset="287.02">18297 10044 1344 0,'2'-5'0'0,"-2"5"0"15,9 5 0-15,-9-5 12 0,17 7 1 0,-17-7-1 16,13 4 0-16,-13-4 1 0,20 4 0 0,-20-4-1 16,38 0 2-16,-12 7-6 0,10 2 0 0,-3 2-1 15,-2-4 1-15,-1 4-7 0,1 4 2 0,0 1-2 16,2-1 1-16,3 5 1 0,1 0 1 0,-2 3-1 0,5-1 2 16,-5 0 6-16,3-2 1 0,-5 4 1 0,-7 1-1 15,-1 2 8-15,-1 1 0 0,-7 3 0 0,-3 1 2 0,-10 1 2 16,5-2 2-16,-13 2-1 0,-3 7 1 15,-9 5-4-15,-1 6 2 0,-12-5-2 0,-4 5 2 0,-9 5-3 16,-11-3 0-16</inkml:trace>
  <inkml:trace contextRef="#ctx0" brushRef="#br0" timeOffset="1009.04">12666 14487 916 0,'29'5'0'0,"-9"1"0"0,-2-1 0 16,-1-1 0-16,1-2 1 0,6 3-1 0,7-1 2 15,11 3 5-15,6 2 1 0,5 2 0 0,5 0 1 16,6 2-7-16,2 3 1 0,7 2-1 0,-3-1 0 0,-4 1 1 16,11 4 1-16,-2-4-1 0,0 0 2 0,11-2-5 15,0-3 1-15,3 0-1 0,-1-2 1 0,4 0 0 16,1-6 0-16,0 1 0 0,-1-3 0 0,3-1 8 16,2-2 1-16,2-5-1 0,-2-3 2 0,5-4 13 0,-1-3 2 15,1-1 0-15,-5-6 0 0,-7 0 13 0,1-9 1 16,-1 4 1-16,1-6-1 0,-3 0 5 0,-2-1 0 15,-5-1 0-15,3-5 0 0,0-2-12 0,0-1 1 16,-9-5 0-16,2-6 1 0,-11-3-11 0,2-6 1 16,3-3 0-16,0-1-1 0,-3-4-2 0,7-7-1 15,-7 1 0-15,-2-3 2 0,-2-2-8 0,-2-3 2 16,4 3-1-16,0 2 1 0,-4 7-3 0,-2 2 1 0,-1 4 0 16,-4-2 0-16,-8 7-2 0,-1 4 0 0,-2 1-1 15,5 1 2-15,-5 3-4 0,-4 2 0 0,6 0 0 16,0 0 0-16,5 0-3 0,-3-7 1 0,5 4 0 15,0 1 0-15,5-2-3 0,1 6 1 0,-2-2-1 16,1 6 1-16,-1 10 1 0,0 2-1 0,-6 4 1 16,4 4 0-16,-2 7 1 0,2 5 0 0,-4-2-1 15,-2 1 2-15,-5 1 0 0,0 2 2 0,-2 6-1 16,-5 5 0-16,-1-4 0 0,-1 2 0 0,-4 0 0 16,0-1 0-16,-5 1-1 0,0 0 1 0,-3 2 0 0,-6-5 0 15,-8 3-4-15,0 0 0 0,-7 0-1 0,-2 2 1 16,-2 0-6-16,-3 0 1 0</inkml:trace>
  <inkml:trace contextRef="#ctx0" brushRef="#br0" timeOffset="1259.98">18083 11914 1683 0,'26'4'0'15,"-2"3"0"-15,5-3 0 0,-11-2 17 0,2 1 1 16,8 1 0-16,5 3-1 0,11 4 14 0,9 2 0 16,-2 0 0-16,-2 1 0 0,-8-3-11 0,-1 4 1 15,-5 1 1-15,-1-3-1 0,-4 1-11 0,-5-3 0 0,-1-2 0 16,-6 2 2-16,-5 0-7 0,-9 0 2 0,3 0-1 16,-7 0 0-16,0 0 2 0,-7 0 0 0,3 5 0 15,-5 4 1-15,-13 2-1 0,2 2 1 0,-4 3-1 16,0 4 1-16,-5-4-2 0,5 6 1 0</inkml:trace>
  <inkml:trace contextRef="#ctx0" brushRef="#br0" timeOffset="3758.65">19342 11310 12 0,'4'0'0'0,"-4"0"0"0,18 4 0 15,-18-4 17-15,35 0 0 0,-6 0-1 0,2 0 1 0,6 0 39 16,12-2 2-16,2-3-1 0,6 3 0 0,-4-5 27 16,6-1 1-16,8-1 1 0,1-2-1 0,13-3-15 15,3 1 0-15,4 0 1 0,5-1 0 0,0-1-22 16,6-1 2-16,0 1-2 0,3-1 1 0,-8 1-14 0,-1 1 0 15,0-1 0-15,-3-1 0 0,-2 5-6 0,-6 2 2 16,-5 3-1-16,-4-1 1 0,-3 0-7 0,-3 5 2 16,-1 2 0-16,-7 0 0 0,1 7 2 0,-1 2 2 15,-6 6-1-15,-4-2 0 0,-3 5 5 0,-8 0 0 16,-3 2 0-16,5 2 1 0,-3 3-5 0,-2 1 0 16,-1 3 1-16,-4 7-1 0,-1-5-5 0,0 11 0 15,-3 0 0-15,-2 0 0 0,-4 5-4 0,0 2 0 16,-2-3 1-16,-1 8-1 0,-3-1-10 0,1 5-1 0,-6 2 0 15,9 0 0-15,-5 0-9 0,0-3 1 0,2 1-1 16,-1 0 0-16,-3-3-2 0,2 1 0 0,-4-3 0 16,2 5 0-16,0 0 0 0,-2 2 0 0,2-1 0 15,-5 1 0-15,3 3 0 0,0-1 0 0,-2 7 0 16,-1-1 1-16,-1 4-1 0,-3-1 0 0,-2-3 0 16,4 3 1-16,-2 1-1 0,1-1 2 0,-1 2-1 15,0-7 0-15,0 6-1 0,5 1 1 0,-5-9 0 16,5 1 0-16,-1-10-1 0,1-4 1 0,2-2-1 0,2 0 1 15,2-2-1-15,2-5 0 0,1 2 0 0,-1 1 1 16,1 1-1-16,-1 3 0 0,-2 0 0 0,1-2 2 16,-8-1-2-16,3 1 1 0,0 2 0 0,2-7 0 0,-4 0 1 15,-1 2 2-15,3 3-1 0,-7 2 0 16,5 2 2-16,-7 2 0 0,6-2 1 0,3-6 0 0,-7-1-2 16,12-2 2-16,-8-4-2 0,8-5 2 0,1-4-3 15,0-4 2-15,3-8-1 0,4-1 1 0,5-3-2 16,3-4 2-16,1-2-1 0,7-3 1 0,1-4-2 15,3-4 1-15,3-1 1 0,1 1-1 0,7-3 0 0,2-4 0 16,0 0 1-16,0 0-1 0,2 0 0 0,-1 0 0 16,-3 2 1-16,2 2-1 0,-2 3-1 0,2 2 1 15,0-1-1-15,-4-1 2 0,-12 2-2 0,10 2 0 16,-3 0 1-16,0 0 0 0,-1 2 0 0,-8 5-1 16,1 2 0-16,-1-1 2 0,1 1-4 0,-3 5 0 15,-2-3 0-15,0 4 0 0,2 1-1 0,-4-1 1 16,0 3-1-16,0 7 2 0,0 3-2 0,-3 3 0 0,3 5 0 15,-13 2 0-15,2 2 0 0,-5 2 0 0,-2 5 0 16,-6 1 0-16,2 8 0 0,-3 4 0 0,3 4 0 16,-6 5 0-16,-3 4-4 0,0 7 2 0,0 0-1 15,-3-2 0-15,-6 0-5 0,-2-3 1 0,0 3-1 16,5-3 1-16,-1 1-6 0,1-3 0 0,-1 1 0 16,3-1 0-16,-3 0 0 0,3 0-1 0,-3-2 1 15,0 3 1-15,1 1-1 0,-5 1 1 0,0-3 0 16,2-4 0-16,0 2 3 0,0-2 0 0,-2-3 0 15,-2-1 0-15,-5-8 3 0,1 1-1 0,-1-2 0 0,0-1 2 16,1-6 1-16,-5 2 1 0,-3-6 0 0,3-3-1 16,-4-2 2-16,2-5 1 0,-3-1-1 0,-2-6 0 15,-1-3 2-15,-1-3 0 0,-5-4 0 0,-3 0 2 0,-8-3 1 16,-3-2 0-16,-5 1 1 0,4-3-1 0,-9-2 8 16,-8-3 0-16,2 3 1 0,-3 0 0 0,-3 2 4 15,-3 0-1-15,-5-2 1 0,7 0 0 0,-4 2 4 16,-2 0 1-16,-5 0 0 0,-4 1 0 0,-5 1-1 15,-2 2 0-15,-2 1 1 0,3-3 0 0,-3 3-3 16,4 2 0-16,-2-1 0 0,-4-1 0 0,-5-3-3 0,1 1 2 16,-3 1-1-16,2 1 1 0,-15-1-5 15,2 1 0-15,0 2 1 0,3 1-1 0,-1 4-3 0,2 1 1 16,-4-2 0-16,-2 1 0 0,3 1-1 0,-1 0 0 16,-7 1 0-16,1-1 1 0,4 3-2 0,-3 2 0 0,-1-3 0 15,-1-1 0-15,-1-3-1 0,5-2-1 16,-3 0 1-16,-7 0 1 0,0 0-4 0,-3-2 2 0,-3-3 0 15,-5 1-1-15,6-3-1 0,-2 0-1 0,1-1 0 16,-1-1 1-16,5-2-3 0,-1-3 1 0,-4-1 0 16,3-3 1-16,-5-2-2 0,0-2 0 0,5-1 0 15,-1 1 0-15,3 0-1 0,-1 0 1 0,-6 0 0 16,3-1 0-16,-3 1-1 0,2-2 0 0,0-1 0 16,3-1 2-16,-1-1-2 0,1 0 0 0,-1-4 0 15,3-2 0-15,-5 0 0 0,0-5 0 0,3-2 0 16,-5 0 0-16,2-2-3 0,-6-1 2 0,6 1 0 15,5-4 0-15,-5-3-5 0,5-2 2 0,2-3-1 0,-3-1 1 16,1-3-6-16,0 0 1 0,4-2 0 0,0 2 0 16,2-1-4-16,7-4 2 0,-2 1 0 0,6 2 0 15,-2 0 2-15,7-2 0 0,0 0 0 0,4 0 0 16,-2 2 2-16,6 0 0 0,1-5 1 0,-1-4-1 0,3-4 4 16,-2-2-1-16,-1-3 1 0,1 0 0 0,-1-4 0 15,3-5 2-15,4-1 0 0,7-4 0 16,-2-1 0-16,8-5 1 0,-2-1-1 0,3-4 1 0,-3-1-1 15,0-3 1-15,0-8 0 0,9-5 0 0,5-2 0 16,-1-5 0-16,9-4 0 0,-4 2 0 0,2-4 0 0,3-2 0 16,5-1 0-16,4-4 0 0,5-4 0 0,5 0 0 15,5-7 0-15,-5 0 1 0,7 0-1 0,6-5 0 16,-2 3 0-16,0-3 1 0,0 1-1 0,0 2 0 16,3-3 0-16,1 1 0 0,3-3-2 0,2 0 0 15,2 7 1-15,5 3 0 0,4 1-3 0,-3 0 0 16,8 8 1-16,-3 5 0 0,0 3-4 0,7 2 0 0,-2 10 0 15,1-4 2-15,3 6-5 0,3 1 0 0,1 7-1 16,-2 3 1-16,7 1-1 0,0 3 1 0,-3 11 0 16,3-4 0-16,2 8 0 0,3 0 1 0,-3 7 0 15,4 1 0-15,5 1-1 0,-2 2 0 0,6 7 0 16,-4 3-1-16,2 8 4 0,2 0-1 0,0 7 0 16,3 0 1-16,-5 4-4 0,2 1 0 0,5 1-1 15,-1 3 2-15,3 2-3 0,4 2-1 0,5 3 1 16,0 2-1-16,2-1 0 0,4-1 0 0,0 4 1 15,10-5-1-15,-1 3 1 0,6-1 1 0,-1-1-1 16,11 2 1-16,1-1 0 0,1-1 0 0,9-1 1 0,1 1 0 16,8-1 7-16,2-2-1 0,4 1 1 0,-3-1-1 15,3 2 3-15,-2 5 1 0,-4-4-2 0,-10 3 2 0,-12-1 0 16,1 4 1-16,-8 3 0 0,2 3 0 0,-16-3 0 16,1 1 0-16,-14 1 0 0,-6-1 0 0,-14 5 0 15,-1 5 0-15,-6-5 0 0,-1 0 1 0,-7 0-1 16,0 0 1-16</inkml:trace>
  <inkml:trace contextRef="#ctx0" brushRef="#br0" timeOffset="4074.68">11692 10470 1419 0,'28'14'0'0,"-3"1"0"16,-6-2 0-16,3 1 24 0,-2-1-1 0,11 5 1 15,0 4-1-15,11 5 15 0,9 2 1 0,-7-1-1 16,4 3 0-16,1 1-16 0,-1-1 2 0,-4 0 0 16,-2 0-1-16,-9-2-15 0,0 0 1 0,-6-1 0 15,4 1 0-15,-3-4-2 0,-8 1-1 0,-4 3 1 16,-5 2 0-16,-5 3 0 0,-1-3 0 0,-10 2 1 15,-1 7 0-15,-16 9 3 0,-3 2 1 0,-10 2-1 16,-13 3 1-16,-1 4 0 0,-13 4 1 0,-8 5-1 0,-12 0 2 16,-10 8 0-16,-10 6 1 0,-10 3-1 0,-12 1 2 15,-6 2-2-15,-4-5-1 0</inkml:trace>
  <inkml:trace contextRef="#ctx0" brushRef="#br0" timeOffset="7899.26">14016 5829 12 0,'-4'5'0'0,"4"-5"0"0,-16 15 0 0,16-15 20 15,-9 27 0-15,9-27 0 0,-24 38 1 0,0-23 64 0,-5 1 0 16,-2 4 1-16,0 2 0 0,-4-4-14 15,4 6 1-15,-4-2 0 0,4 5 0 0,2 0-21 0,3 1 2 16,0 1 0-16,-1 2 0 0,3 0-2 0,-7 1 0 16,0-1 1-16,5 2 0 0,1-2-2 0,-1 5 1 15,2 1 0-15,-3 1 0 0,-4 4-7 0,7-4 0 16,-2 9 0-16,-1 1 0 0,3 6-7 0,-7 3 0 16,7 6 0-16,-3-6 1 0,1 8-7 0,1 1 1 0,1 3-1 15,7 2 1-15,1 0-10 0,-1 5 1 0,1 2-1 16,1 2 2-16,-3-1-8 0,3-1 1 0,-3 2 0 15,2 0 0-15,1 2-5 0,4 0 2 0,-2 1-1 16,0-6 1-16,2-1 0 0,-5-12-1 0,7 5 1 16,-2 2 0-16,-2 5 1 0,2-3 0 0,4-4 0 15,-1 0-1-15,3-10 3 0,1-1 0 0,2-2 0 16,-3-1 0-16,1-4-1 0,1 3 0 0,-1-3 0 16,-3-5-1-16,7-3-2 0,0-6 1 0,-2-3-1 15,-2 1 1-15,-3-8-5 0,1-1 0 0,1-3 0 16,-6-3 0-16,7-5-5 0,-7 1 0 0,6-10 1 15,1-1-1-15,0-3-5 0,1 0 2 0</inkml:trace>
  <inkml:trace contextRef="#ctx0" brushRef="#br0" timeOffset="8178.86">12197 9193 1520 0,'13'27'0'16,"9"2"0"-16,-2 0 0 0,4-5 16 0,-6 1 1 15,10 1-2-15,-6 5 2 0,7 14 8 0,-2 6 1 16,-3-2-2-16,7-3 2 0,0-6-16 0,4 2 1 16,0-2 1-16,-2-4-1 0,2-5-9 0,1-2 2 0,-1-5-1 15,-4-8 0-15,-7-12-2 0,0-1 2 0,1-10-1 16,3-6 0-16,-1-10 3 0,-5-6 0 0,2-6 1 15,3-7-1-15,3-12 4 0,4-8 2 0,1-7-1 16,7-10 0-16,-7-6 7 0,7-10 1 0,-5 1-1 16,-1-1 1-16,-1-9 1 0,0 1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6T13:22:14.9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13762 8609 12 0,'0'5'0'0,"0"-5"0"16,0 6 0-16,0-6 0 0,0 9 0 0,0-9 0 16,-11 11 0-16,11-11 0 0,-39 23 0 0,14-14 0 15,8-3 0-15,-3 1 0 0,-2-3 0 0,6 1 0 16,3-1 0-16,2 1 0 0,7-3 0 0,-5 2 0 16,2 1 0-16,1 1 0 0,-1-1 0 0,1 6 0 15,1-4 0-15,5-7-10 0</inkml:trace>
  <inkml:trace contextRef="#ctx0" brushRef="#br0" timeOffset="432.09">13496 8865 12 0,'0'6'0'0,"0"5"0"0,0 1 0 15,0-1 0-15,0 4 0 0,6 1 0 0,-6 2 0 16,5 6 0-16,-5 3 0 0,6-1 0 0,-1 1 0 0,-1-5 0 16,0 3 0-16,1 1 0 0,1 5 0 0,-1 3 9 15,6 1 0-15,-4-4 0 0,1 7 1 0,1-5 41 16,2 3 1-16,0 6 0 0,5 0-1 0,-3 5 20 16,9 6 0-16,-9-6-1 0,9 2 1 0,-4-1 0 15,0 4 1-15,-7-4-2 0,4-1 2 0,0-5-2 0,1-4-1 16,-3-3 1-16,3 3-1 0,-3 0-12 0,4 0-1 15,1-3 0-15,2 1 0 0,0-3-9 0,0-2 0 16,4 0 0-16,0-4 0 0,0-7-11 0,1 2 1 16,5 0-1-16,4 1 1 0,1 1-11 0,5-4 0 15,1-2 0-15,6 2 0 0,1-5-11 0,1 1 1 16,6-5 0-16,4-4-1 0,-1-3-7 0,-1 0 0 16,3-4 0-16,10-6 0 0,7-1-5 0,1-2 2 0,3-4-2 15,5 0 2-15,-2-1-4 0,4 3 0 0,5-7 0 16,2 3 1-16,2-3-2 0,2 0 1 0,-4-2 0 15,2 5 1-15,0-1-1 0,0 1 1 0,-2 1 0 16,-3-1 0-16,-6-1 1 0,-4 3 0 0,2 2 0 16,2 0 1-16,0 0 0 0,0 0 2 0,-2 2-1 15,-1 2 1-15,6-4 1 0,-8-2 1 0,1 1 0 16,-1 6-1-16,1-5 5 0,0 2 0 0,-1 2-1 16,-8-4 1-16,-2 0-1 0,1 2-1 0,-1-2 0 15,-9 2 1-15,-7 0 0 0,-4 0 0 0,-14 3 1 16,3 1 0-16,-9-6-1 0,-12 2 2 0,-1 3-1 0,-2 1 0 15,-3 5-1-15,-4-4 1 0,-3-1-1 0,-1 3 0 16,-5 2-4-16,4-4 1 0</inkml:trace>
  <inkml:trace contextRef="#ctx0" brushRef="#br0" timeOffset="647.91">17613 9775 1532 0,'4'0'0'0,"-4"0"0"0,11 9 0 0,-11-9 27 0,14 18 0 16,-14-18 0-16,46 20 1 0,-15-7 10 0,11 3 1 16,6 1-1-16,-1 1 0 0,-6 0-25 0,4 0 2 15,-4-1 0-15,1 3-1 0,-2-2-7 0,-2 0 1 16,-8 4-2-16,6 5 2 0,-5 2-2 0,-7 2 0 16,-7 0-1-16,-6 0 1 0,-8-4-2 0,-8 4 1 15,-6-5-1-15,-11 1 2 0,-2 6-4 0,-11 3 1 0,-14 2 0 16,5 2 0-16,-13-3-2 0,2 6 1 0</inkml:trace>
  <inkml:trace contextRef="#ctx0" brushRef="#br0" timeOffset="1175.43">15196 9049 1281 0,'2'20'0'0,"3"7"0"0,-1-1 0 0,3 3 18 0,6 9 0 16,-7 6 0-16,-1 12 0 0,-1 17 10 0,-4 12 1 16,-4 6-1-16,4-5 1 0,0 7-12 0,0 3 1 15,0-1-1-15,0-1 1 0,4 6-15 0,-2-5 2 16,1-4-2-16,-1 2 2 0,2-8-5 0,1-1 1 16,-1-4-1-16,0 0 1 0,3-2-1 0,2-1 0 15,2-1 0-15,4-5 0 0,-1 2-1 0,5-2 1 16,6 0 0-16,3 0 0 0,5-4-1 0,3 0 1 0,3-5-2 15,12-4 2-15,0-7-1 0,6-7 0 0,5-2 0 16,4-4 0-16,7-5-2 0,6-4-1 0,3-4 1 16,-3-1 0-16,12-8 3 0,-1-5 0 0,7-2 0 15,-2-1 0-15,6-1 1 0,-1 0 0 0,3-3 0 16,-6 3 1-16,0 2 5 0,5 4 0 0,-5-2-1 16,-7-2 2-16,1-2 20 0,-3 2 1 0,0-7-1 15,0 2 2-15,5 1 4 0,2-1 2 0,-9-4-1 16,0-4 1-16,2-1-3 0,-4-1-1 0,-5-1 1 0,-6 3 0 15,-2-5-7-15,-3 2 1 0,-4 0 0 0,-13-2 0 16,-3 3-14-16,-4 1 1 0</inkml:trace>
  <inkml:trace contextRef="#ctx0" brushRef="#br0" timeOffset="1428.82">18162 11585 1709 0,'20'0'0'16,"-20"0"0"-16,35 7 0 0,-11-3 10 0,1 0 0 15,14-4 0-15,3 3 0 0,13 1 7 0,5 1 1 16,4 1 0-16,0 3 0 0,0 7-6 0,0-7 2 16,-2 8-2-16,-1-1 1 0,-10-1-9 0,0 3-1 15,-9 2 0-15,-5 2 2 0,-8 3-4 0,-14-5 0 0,-2 2 0 16,-4 0 2-16,-6 0-3 0,-6-2 1 0,-6 5-1 15,-4 4 1-15,-11 6-1 0,-7 3 0 0,0 4 0 16,-4 0 0-16,-7-2 0 0,-2 0 0 0</inkml:trace>
  <inkml:trace contextRef="#ctx0" brushRef="#br0" timeOffset="3147.25">20189 10806 1293 0,'24'-5'0'0,"0"3"0"0,-2-7 0 0,-4 2 14 15,6-2-1-15,12 1 1 0,12-1 0 0,20-2 14 16,14-1 2-16,4 1-1 0,7 2 0 0,-1 3-10 0,5 1 0 16,3-4 0-16,-1 5 0 0,9 2-11 0,-5-5 1 15,3 3-1-15,-2-1 1 0,-3 5 1 0,5-4 0 16,-9 4 0-16,-6 4 0 0,-5 7 5 0,-7 3 0 16,-4 3-1-16,-2-1 1 0,-14 4-1 0,-3 2 2 15,-6-2-1-15,-6 5 0 0,-6 3-5 0,-7 4 0 16,2 5 1-16,-11-1-1 0,-2 4-6 0,-5 2 2 15,-6 5-1-15,-2-1 1 0,-7 8-2 0,-5 3 1 0,-6 3-1 16,-4 0 1-16,-5 7-3 0,-2 4 0 0,-11 4 1 16,6 3-1-16,-4 9-1 0,-2 2 0 0,-2 2 0 15,0 2 0-15,4 2 2 0,-2 5 0 0,2 0-1 16,2-9 2-16,5 2 0 0,0-1 1 0,4-1-1 16,0-5 1-16,7 1 0 0,2-5 2 0,2 0-1 15,0 0 0-15,3-4 2 0,1 2 0 0,3 0 0 16,0 0 1-16,0 4-1 0,-1 1 0 0,1-1-1 15,2-2 1-15,0 9 0 0,0-2 0 0,0-2 0 0,0-7 1 16,2 2 1-16,1-9 1 0,1 0-1 16,3-6 1-16,-1-1 1 0,5-12-1 0,5-5 0 0,3-3 1 15,6-6 2-15,3-2-1 0,3-9 1 0,7-5 0 0,-3-4 4 16,3-6 1-16,3-6-1 0,1-1 2 16,0-2 0-16,0-5 0 0,0-3 0 0,4 1 1 0,3 0-4 15,2 0 0-15,-1-1 0 0,-1 3 0 0,-5-4-4 16,2 2 2-16,5 0-1 0,-5-1 1 0,-4 3-5 15,0 3 1-15,7-1 1 0,-7-2-1 0,-1-2-6 16,4-1 1-16,-4 3 0 0,4 0 0 0,-4 0-1 16,4-4 0-16,-1 2 0 0,0-1 1 0,0 1-4 0,0-2 1 15,0 4 0-15,0 0 1 0,0 0-2 0,0 0 1 16,1 0 0-16,-1 4 0 0,-5 3-2 0,3 0 1 16,-2 1 1-16,-3-1-1 0,-4 9-1 0,1 4 0 15,-1-3 0-15,0 1 2 0,-2 0-3 0,-5 0 1 16,-2 2-1-16,1 2 1 0,1 0-1 0,1 0 0 0,-3 5 0 15,-2-5 1-15,0 3-1 0,0-1 1 0,0 7-1 16,-2-2 1-16,-3 0-1 0,1 2 1 0,2 2-1 16,-5 1 1-16,-6-3 1 0,2-2 0 0,2 4-1 15,-1 5 1-15,-4-1 0 0,1 8 1 0,0 1-1 16,2 1 0-16,-2 2 1 0,2 2 2 0,0 2-1 16,-2 1 1-16,6 5 1 0,-2 1-1 0,1 0 1 15,1 3-1-15,-4 5 2 0,2-5 0 0,-2 3 0 16,0 1-1-16,0-1 0 0,3 1 1 0,-3 0-1 15,-3 1 1-15,-1 1-2 0,0 2 0 0,-5 5 0 16,-2 2 0-16,-2 8 0 0,-3 5-1 0,-1-2 1 0,-3-11 0 16,-4 2 0-16,-1-3-1 0,1-1 1 0,0-3 0 15,-11-2-2-15,2-2 0 0,-9 0 0 0,4 0 1 16,-6-3-2-16,2 3 0 0,-6-4 1 0,-5-1 0 0,-4-4-2 16,-3-2 1-16,3-5 1 0,-12-2-1 15,3-2 0-15,-6-2 1 0,-3-3 0 0,-5-2 0 0,-6-2-1 16,2-4 2-16,-8-1-1 0,-1-4 0 0,1-4 1 15,-8-5-1-15,-1-2 0 0,2-2 1 0,-5-3-2 16,1-3 1-16,-8-4 1 0,-1-1-1 0,-3-2 1 16,3-1 0-16,-9 0-1 0,-3-1 2 0,5 1-3 15,0 1 1-15,-5-3 0 0,-6-2 0 0,0-2-1 16,0-1 1-16,-4 1-1 0,-5 0 0 0,-5-3-1 16,1 1 0-16,4 0 0 0,-4-1 2 0,0 1-2 0,-10-1 1 15,8-1 0-15,-5-3 1 0,4-2-1 0,5-1 1 16,-2-1 1-16,-2-5-1 0,1 1 0 0,3-1 1 15,-4 0-1-15,-5 3 0 0,2 1 0 0,-2 1 0 0,-2 2 0 16,-7 4 1-16,0 5-2 0,5 0 1 0,-7 2 0 16,-2 4 0-16,0 3-1 0,-5 2 2 0,7 2-2 15,0 0 1-15,-2 0-1 0,4 2 1 0,0-2-1 16,3-2 1-16,-1-4-2 0,1-3 2 0,1 0-2 16,10 0 1-16,2 1 0 0,-5-3 2 0,2-3-2 15,-6 1 1-15,2 0-1 0,-2-2 2 0,2 1-1 16,-6 1 1-16,1 0-1 0,-1-3 0 0,1 5 1 15,3 0 0-15,7 5-1 0,-3-5 2 0,2 2-2 16,-3 0 2-16,3 3-2 0,3-3 1 0,-3-2-1 16,3-2 0-16,4-3 0 0,2 1-1 0,-2-1 0 0,-2 1 0 15,-2 2-1-15,4 0 1 0,0-3-1 0,0-2 1 16,7-1-2-16,-3-1 1 0,3-7-1 0,0 3 1 16,2-1-1-16,2 1 1 0,4 0 0 0,1-3 1 15,6-8-2-15,2-1 0 0,7 1 0 0,0-3 1 0,2-1-1 16,7-1 0-16,-2-5 0 0,2-1 1 0,6-7-1 15,-6-5 0-15,6-2 0 0,5-6 1 0,2-10-1 16,2-1 0-16,5-10 0 0,4-4 1 0,-2-9-1 16,2-6 0-16,4-7 0 0,7 2 1 0,5-5-1 15,4-1 0-15,6 1 0 0,-1-1 1 0,3-1-1 0,1 3 0 16,4-5 0-16,5 0 0 0,-1 0 0 0,3-4 0 16,8-4 0-16,1-1 0 0,4-9 0 0,2-6 0 15,5 2 0-15,4-4 0 0,9 1 0 0,-3-10 0 16,3 0 0-16,0-1 0 0,2-1-1 0,-7-1 1 15,7 3 0-15,0 0 0 0,-2 8-1 0,-4 3 1 16,6 4 0-16,-5 0 0 0,-1 0-1 0,-5 5 1 0,0 4 0 16,0 2 0-16,-9 5-1 0,2 0 1 0,1 6-1 15,1 5 1-15,-4 2-1 0,3 7-1 0,1 6 1 16,1 3 0-16,-3 4-1 0,5 5 0 0,2 1-1 16,2 6 1-16,9 3-2 0,5 3-1 0,4 4 1 15,6 0 0-15,9 5-4 0,1-5 1 0,10 7-1 16,0 0 1-16,7 2-3 0,2 5 0 0,9 2 0 15,9 0 1-15,4 6 1 0,5 3 0 0,4-3 0 16,2 5 0-16,7 2 0 0,9-2 2 0,1 0-1 16,3 0 0-16,9 2 2 0,0 0-1 0,2 0 0 15,3 3 2-15,-8 1 1 0,12 1-1 0,-9 2 1 0,-2 4-1 16,-5 2 1-16,-2-4 1 0,-11 9-1 0,-13 0 0 16,-5 2 1-16,-8 5 1 0,-16 2-1 0,-2-5 1 15,-18 5-1-15,-4 2 1 0,-16 0 0 0,-6-5 1 0,-9 3-2 16,-4-4 0-16</inkml:trace>
  <inkml:trace contextRef="#ctx0" brushRef="#br0" timeOffset="3380.85">12302 10528 1871 0,'27'7'0'16,"2"4"0"-16,1 0 0 0,1 0 23 0,0 0 0 15,11 5 0-15,7 1 0 0,10 10 15 0,12 2 2 16,-5 0-2-16,-4-3 1 0,-3 3-12 0,-6 0 0 0,-4 0 0 16,-7-2 0-16,-7-1-23 0,-4-1 1 0,-11 1-1 15,-5 3 2-15,-8-2-3 0,-3 2 1 0,-15 2-1 16,-4 7 2-16,-5-1-2 0,-16 10 0 0,-5-5 1 16,-8 3-1-16,1 6-3 0,-14-5 1 0,2-1-1 15,-2-5 1-15,1-12-2 0,-5-3 1 0</inkml:trace>
  <inkml:trace contextRef="#ctx0" brushRef="#br0" timeOffset="4043.62">11515 6398 1231 0,'2'2'0'0,"-2"-2"0"0,16 15 0 16,-16-15 17-16,24 20 1 0,-24-20 0 0,31 31 1 16,-7-15 15-16,-4 6 1 0,4-2-1 0,5 9 0 15,-5 7-12-15,3 6-1 0,-3 4 0 0,2 3 1 16,-1 9-13-16,1 0 1 0,-4 2-1 0,7 6 1 0,-3-1-7 15,1 4 1-15,1 2-1 0,-1 4 0 16,-1 3 0-16,5 6 0 0,0 1-1 0,-2-3 2 0,-5 2-1 16,5 1 0-16,-5 3 1 0,-4 1-1 0,0 7 0 15,-5-1 1-15,1 3-1 0,-8 0 0 0,-8 1 0 16,0 1 0-16,-4 0 0 0,-5 2 1 0,-11 1-2 16,0-3 1-16,-2-5 0 0,0-4 0 0,0-7-1 0,0-10 1 15,-6-5-1-15,6-5 0 0,-3-11 0 0,5-6 0 16,3-7 1-16,-3-7 0 0,9-6 0 0,-5-9 1 15,8-3-1-15,-3-2 1 0,0-10-1 0,2-6 1 16</inkml:trace>
  <inkml:trace contextRef="#ctx0" brushRef="#br0" timeOffset="4284.58">11711 9133 878 0,'5'14'0'0,"-5"-14"0"16,20 37 0-16,-20-37 14 0,39 43-1 0,-17-12 1 15,-2 7 0-15,-4 4 20 0,-1 7 1 0,5 2-1 16,0-3 1-16,-2 6-6 0,6 1 2 0,-4-6-1 16,-1-2 0-16,-3-5-8 0,2-4 0 0,-1-3 0 15,5-8 1-15,-6 0 3 0,8-10 1 0,-2-3 0 16,2-8 0-16,3-6 7 0,1-6 1 0,3-8 0 16,0-3 0-16,11-17-2 0,-4-6 1 0,6-6 0 0,6-10-1 15,6-13 2-15,7-4 1 0,-3-9-1 0,2-5 1 16,-7-2-5-16,2-6 1 0,-2-9-1 0,-6-3 2 15,-7-6-13-15,-5-1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ea typeface="SimHei" panose="02010609060101010101" pitchFamily="49" charset="-122"/>
              </a:defRPr>
            </a:lvl1pPr>
          </a:lstStyle>
          <a:p>
            <a:fld id="{AFADF04F-F2F9-486C-A752-12D4B1C511A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18866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charset="0"/>
        <a:ea typeface="SimHei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0669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850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2348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6562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907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5690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59220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92416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342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51424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用框图总结了本课程的部分知识点。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26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8537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Jump to p26</a:t>
            </a:r>
          </a:p>
          <a:p>
            <a:endParaRPr lang="en-US" altLang="zh-CN" dirty="0"/>
          </a:p>
          <a:p>
            <a:r>
              <a:rPr lang="zh-CN" altLang="en-CN" dirty="0"/>
              <a:t>下一页是具体的例子</a:t>
            </a:r>
            <a:endParaRPr lang="en-US" altLang="zh-CN" dirty="0"/>
          </a:p>
          <a:p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预习问题：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为什么目的寄存器有时候用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cs typeface="+mn-cs"/>
              </a:rPr>
              <a:t>rd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，有时候用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rt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？这样还需要额外加一个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MUX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，以及一个控制信号。为什么不统一为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cs typeface="+mn-cs"/>
              </a:rPr>
              <a:t>rd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呢？</a:t>
            </a:r>
            <a:endParaRPr lang="en-CN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27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8312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Jump to p28</a:t>
            </a:r>
          </a:p>
          <a:p>
            <a:r>
              <a:rPr lang="zh-CN" altLang="en-US" dirty="0"/>
              <a:t>用框图总结了本课程的部分知识点。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9543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</a:t>
            </a:r>
            <a:r>
              <a:rPr lang="en-CN" dirty="0"/>
              <a:t>ump to p37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06068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8202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Arithmetic-Logic Unit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35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0652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</a:t>
            </a:r>
            <a:r>
              <a:rPr lang="en-CN" dirty="0"/>
              <a:t>ump to p50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38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53899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10682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22895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003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</a:t>
            </a:r>
            <a:r>
              <a:rPr lang="en-CN" dirty="0"/>
              <a:t>ump to p53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2741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</a:rPr>
              <a:t>教材</a:t>
            </a:r>
            <a:r>
              <a:rPr lang="en-US" altLang="zh-CN" dirty="0">
                <a:latin typeface="Arial" charset="0"/>
              </a:rPr>
              <a:t>ref</a:t>
            </a:r>
            <a:endParaRPr lang="zh-CN" alt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111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80486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dirty="0"/>
              <a:t>记住</a:t>
            </a:r>
            <a:r>
              <a:rPr lang="en-US" altLang="en-US" sz="1200" kern="0" dirty="0"/>
              <a:t>CLK </a:t>
            </a:r>
            <a:r>
              <a:rPr lang="zh-CN" altLang="en-US" sz="1200" kern="0" dirty="0"/>
              <a:t>只在写入时发挥作用，</a:t>
            </a:r>
            <a:r>
              <a:rPr lang="zh-CN" altLang="en-CN" sz="1200" kern="0" dirty="0"/>
              <a:t>有利于理解后面的</a:t>
            </a:r>
            <a:r>
              <a:rPr lang="zh-CN" altLang="en-US" sz="1200" kern="0" dirty="0"/>
              <a:t>数据通路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84136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dirty="0"/>
              <a:t>预习问题</a:t>
            </a:r>
            <a:r>
              <a:rPr lang="zh-CN" altLang="en-US" dirty="0"/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如何知道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cs typeface="+mn-cs"/>
              </a:rPr>
              <a:t>Dataout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已经被完全传出了，以便开始执行下一条指令？或者说，指令的发出受什么控制？</a:t>
            </a:r>
            <a:endParaRPr lang="en-CN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28449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dirty="0"/>
              <a:t>预习问题</a:t>
            </a:r>
            <a:r>
              <a:rPr lang="zh-CN" altLang="en-US" dirty="0"/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后面具体的单元实现能看明白，但不知道这页中的图的意思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04/09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cs typeface="+mn-cs"/>
              </a:rPr>
              <a:t>作业批改和考试题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PC=PC+4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 暂不作为扣分原因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N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68665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ALUCtr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dirty="0" err="1">
                <a:sym typeface="Wingdings" panose="05000000000000000000" pitchFamily="2" charset="2"/>
              </a:rPr>
              <a:t>ALUConf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59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40957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ZeroExt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Ext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49373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04/09:</a:t>
            </a:r>
            <a:r>
              <a:rPr kumimoji="1" lang="zh-CN" altLang="en-US" dirty="0"/>
              <a:t> 竖排数字水平翻转</a:t>
            </a:r>
            <a:r>
              <a:rPr kumimoji="1" lang="en-US" altLang="zh-CN" dirty="0"/>
              <a:t>(</a:t>
            </a:r>
            <a:r>
              <a:rPr kumimoji="1" lang="zh-CN" altLang="en-US" dirty="0"/>
              <a:t>选择修改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68504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464050"/>
            <a:ext cx="5897562" cy="4227513"/>
          </a:xfrm>
          <a:noFill/>
        </p:spPr>
        <p:txBody>
          <a:bodyPr lIns="91723" tIns="45056" rIns="91723" bIns="45056"/>
          <a:lstStyle/>
          <a:p>
            <a:pPr eaLnBrk="1" hangingPunct="1"/>
            <a:r>
              <a:rPr lang="zh-CN" altLang="en-US" dirty="0">
                <a:latin typeface="Arial" charset="0"/>
              </a:rPr>
              <a:t>下一页是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微处理架构支持变址寻址的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quiz</a:t>
            </a:r>
          </a:p>
          <a:p>
            <a:pPr eaLnBrk="1" hangingPunct="1"/>
            <a:endParaRPr lang="en-US" altLang="en-US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预习问题：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请问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"RF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部分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"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指的就是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cs typeface="+mn-cs"/>
              </a:rPr>
              <a:t>busB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的值吗？那么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RF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是什么？先前的页面中好像没有说过</a:t>
            </a:r>
            <a:endParaRPr lang="en-CN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33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2200" y="606425"/>
            <a:ext cx="4675188" cy="3506788"/>
          </a:xfrm>
        </p:spPr>
      </p:sp>
    </p:spTree>
    <p:extLst>
      <p:ext uri="{BB962C8B-B14F-4D97-AF65-F5344CB8AC3E}">
        <p14:creationId xmlns:p14="http://schemas.microsoft.com/office/powerpoint/2010/main" val="1453708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464050"/>
            <a:ext cx="5897562" cy="4227513"/>
          </a:xfrm>
          <a:noFill/>
        </p:spPr>
        <p:txBody>
          <a:bodyPr lIns="91723" tIns="45056" rIns="91723" bIns="45056"/>
          <a:lstStyle/>
          <a:p>
            <a:pPr eaLnBrk="1" hangingPunct="1"/>
            <a:r>
              <a:rPr lang="zh-CN" altLang="en-US" dirty="0">
                <a:latin typeface="Arial" charset="0"/>
              </a:rPr>
              <a:t>下一页是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微处理架构支持变址寻址的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quiz</a:t>
            </a:r>
          </a:p>
          <a:p>
            <a:pPr eaLnBrk="1" hangingPunct="1"/>
            <a:endParaRPr lang="en-US" altLang="en-US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预习问题：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请问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"RF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部分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"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指的就是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charset="0"/>
                <a:cs typeface="+mn-cs"/>
              </a:rPr>
              <a:t>busB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的值吗？那么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RF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charset="0"/>
                <a:cs typeface="+mn-cs"/>
              </a:rPr>
              <a:t>是什么？先前的页面中好像没有说过</a:t>
            </a:r>
            <a:endParaRPr lang="en-CN" sz="1200" kern="1200" dirty="0">
              <a:solidFill>
                <a:schemeClr val="tx1"/>
              </a:solidFill>
              <a:effectLst/>
              <a:latin typeface="Arial" charset="0"/>
              <a:cs typeface="+mn-cs"/>
            </a:endParaRPr>
          </a:p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33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2200" y="606425"/>
            <a:ext cx="4675188" cy="3506788"/>
          </a:xfrm>
        </p:spPr>
      </p:sp>
    </p:spTree>
    <p:extLst>
      <p:ext uri="{BB962C8B-B14F-4D97-AF65-F5344CB8AC3E}">
        <p14:creationId xmlns:p14="http://schemas.microsoft.com/office/powerpoint/2010/main" val="28919412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464050"/>
            <a:ext cx="5897562" cy="4227513"/>
          </a:xfrm>
          <a:noFill/>
        </p:spPr>
        <p:txBody>
          <a:bodyPr lIns="91723" tIns="45056" rIns="91723" bIns="45056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33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2200" y="606425"/>
            <a:ext cx="4675188" cy="3506788"/>
          </a:xfrm>
        </p:spPr>
      </p:sp>
    </p:spTree>
    <p:extLst>
      <p:ext uri="{BB962C8B-B14F-4D97-AF65-F5344CB8AC3E}">
        <p14:creationId xmlns:p14="http://schemas.microsoft.com/office/powerpoint/2010/main" val="11538466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464050"/>
            <a:ext cx="5897562" cy="4227513"/>
          </a:xfrm>
          <a:noFill/>
        </p:spPr>
        <p:txBody>
          <a:bodyPr lIns="91723" tIns="45056" rIns="91723" bIns="45056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33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2200" y="606425"/>
            <a:ext cx="4675188" cy="3506788"/>
          </a:xfrm>
        </p:spPr>
      </p:sp>
    </p:spTree>
    <p:extLst>
      <p:ext uri="{BB962C8B-B14F-4D97-AF65-F5344CB8AC3E}">
        <p14:creationId xmlns:p14="http://schemas.microsoft.com/office/powerpoint/2010/main" val="26380558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464050"/>
            <a:ext cx="5897562" cy="4227513"/>
          </a:xfrm>
          <a:noFill/>
        </p:spPr>
        <p:txBody>
          <a:bodyPr lIns="91723" tIns="45056" rIns="91723" bIns="45056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33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2200" y="606425"/>
            <a:ext cx="4675188" cy="3506788"/>
          </a:xfrm>
        </p:spPr>
      </p:sp>
    </p:spTree>
    <p:extLst>
      <p:ext uri="{BB962C8B-B14F-4D97-AF65-F5344CB8AC3E}">
        <p14:creationId xmlns:p14="http://schemas.microsoft.com/office/powerpoint/2010/main" val="9320230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BC7509-23FA-40FA-8415-DBE86E4061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9435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BC7509-23FA-40FA-8415-DBE86E4061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92608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464050"/>
            <a:ext cx="5897562" cy="4227513"/>
          </a:xfrm>
          <a:noFill/>
        </p:spPr>
        <p:txBody>
          <a:bodyPr lIns="91723" tIns="45056" rIns="91723" bIns="45056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33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2200" y="606425"/>
            <a:ext cx="4675188" cy="3506788"/>
          </a:xfrm>
        </p:spPr>
      </p:sp>
    </p:spTree>
    <p:extLst>
      <p:ext uri="{BB962C8B-B14F-4D97-AF65-F5344CB8AC3E}">
        <p14:creationId xmlns:p14="http://schemas.microsoft.com/office/powerpoint/2010/main" val="2341460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BC7509-23FA-40FA-8415-DBE86E4061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2392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BC7509-23FA-40FA-8415-DBE86E4061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2090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3559" tIns="45959" rIns="93559" bIns="45959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510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0613" y="606425"/>
            <a:ext cx="4678362" cy="3508375"/>
          </a:xfrm>
        </p:spPr>
      </p:sp>
    </p:spTree>
    <p:extLst>
      <p:ext uri="{BB962C8B-B14F-4D97-AF65-F5344CB8AC3E}">
        <p14:creationId xmlns:p14="http://schemas.microsoft.com/office/powerpoint/2010/main" val="1979389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marL="0" marR="0" indent="0" algn="just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>
              <a:latin typeface="Arial" charset="0"/>
            </a:endParaRPr>
          </a:p>
        </p:txBody>
      </p:sp>
      <p:sp>
        <p:nvSpPr>
          <p:cNvPr id="16896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66714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3549" tIns="45954" rIns="93549" bIns="45954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536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0613" y="606425"/>
            <a:ext cx="4678362" cy="3508375"/>
          </a:xfrm>
        </p:spPr>
      </p:sp>
    </p:spTree>
    <p:extLst>
      <p:ext uri="{BB962C8B-B14F-4D97-AF65-F5344CB8AC3E}">
        <p14:creationId xmlns:p14="http://schemas.microsoft.com/office/powerpoint/2010/main" val="33931636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zh-CN" baseline="0" dirty="0">
              <a:latin typeface="Arial" charset="0"/>
            </a:endParaRPr>
          </a:p>
        </p:txBody>
      </p:sp>
      <p:sp>
        <p:nvSpPr>
          <p:cNvPr id="16998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2911964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zh-CN" baseline="0" dirty="0">
              <a:latin typeface="Arial" charset="0"/>
            </a:endParaRPr>
          </a:p>
        </p:txBody>
      </p:sp>
      <p:sp>
        <p:nvSpPr>
          <p:cNvPr id="16998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19156014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3549" tIns="45954" rIns="93549" bIns="45954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5565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0613" y="606425"/>
            <a:ext cx="4678362" cy="3508375"/>
          </a:xfrm>
        </p:spPr>
      </p:sp>
    </p:spTree>
    <p:extLst>
      <p:ext uri="{BB962C8B-B14F-4D97-AF65-F5344CB8AC3E}">
        <p14:creationId xmlns:p14="http://schemas.microsoft.com/office/powerpoint/2010/main" val="41792921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3549" tIns="45954" rIns="93549" bIns="45954"/>
          <a:lstStyle/>
          <a:p>
            <a:pPr marL="0" marR="0" indent="0" algn="just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>
              <a:latin typeface="Arial" charset="0"/>
            </a:endParaRPr>
          </a:p>
        </p:txBody>
      </p:sp>
      <p:sp>
        <p:nvSpPr>
          <p:cNvPr id="15667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0613" y="606425"/>
            <a:ext cx="4678362" cy="3508375"/>
          </a:xfrm>
        </p:spPr>
      </p:sp>
    </p:spTree>
    <p:extLst>
      <p:ext uri="{BB962C8B-B14F-4D97-AF65-F5344CB8AC3E}">
        <p14:creationId xmlns:p14="http://schemas.microsoft.com/office/powerpoint/2010/main" val="26716800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3549" tIns="45954" rIns="93549" bIns="45954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587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0613" y="606425"/>
            <a:ext cx="4678362" cy="3508375"/>
          </a:xfrm>
        </p:spPr>
      </p:sp>
    </p:spTree>
    <p:extLst>
      <p:ext uri="{BB962C8B-B14F-4D97-AF65-F5344CB8AC3E}">
        <p14:creationId xmlns:p14="http://schemas.microsoft.com/office/powerpoint/2010/main" val="31291957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3549" tIns="45954" rIns="93549" bIns="45954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607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0613" y="606425"/>
            <a:ext cx="4678362" cy="3508375"/>
          </a:xfrm>
        </p:spPr>
      </p:sp>
    </p:spTree>
    <p:extLst>
      <p:ext uri="{BB962C8B-B14F-4D97-AF65-F5344CB8AC3E}">
        <p14:creationId xmlns:p14="http://schemas.microsoft.com/office/powerpoint/2010/main" val="16381571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3549" tIns="45954" rIns="93549" bIns="45954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6281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0613" y="606425"/>
            <a:ext cx="4678362" cy="3508375"/>
          </a:xfrm>
        </p:spPr>
      </p:sp>
    </p:spTree>
    <p:extLst>
      <p:ext uri="{BB962C8B-B14F-4D97-AF65-F5344CB8AC3E}">
        <p14:creationId xmlns:p14="http://schemas.microsoft.com/office/powerpoint/2010/main" val="1838594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3549" tIns="45954" rIns="93549" bIns="45954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648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0613" y="606425"/>
            <a:ext cx="4678362" cy="3508375"/>
          </a:xfrm>
        </p:spPr>
      </p:sp>
    </p:spTree>
    <p:extLst>
      <p:ext uri="{BB962C8B-B14F-4D97-AF65-F5344CB8AC3E}">
        <p14:creationId xmlns:p14="http://schemas.microsoft.com/office/powerpoint/2010/main" val="11561781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3549" tIns="45954" rIns="93549" bIns="45954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6691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0613" y="606425"/>
            <a:ext cx="4678362" cy="3508375"/>
          </a:xfrm>
        </p:spPr>
      </p:sp>
    </p:spTree>
    <p:extLst>
      <p:ext uri="{BB962C8B-B14F-4D97-AF65-F5344CB8AC3E}">
        <p14:creationId xmlns:p14="http://schemas.microsoft.com/office/powerpoint/2010/main" val="32406335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33449684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94135703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387375901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18847758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426657135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33057180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123135008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23499016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236865039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300041339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61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20195384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BC7509-23FA-40FA-8415-DBE86E4061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49386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107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271009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sz="1100" kern="1200" dirty="0">
              <a:solidFill>
                <a:schemeClr val="tx1"/>
              </a:solidFill>
              <a:effectLst/>
              <a:latin typeface="Arial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18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919B8-A1B4-420E-AADF-E63307EE92DF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37208F54-42C8-22EF-69A4-AE45819566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29" y="10392"/>
            <a:ext cx="1313572" cy="1313572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5E99BBB1-8EEB-46FB-201E-508C9D0759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528" t="909" r="12068" b="1273"/>
          <a:stretch/>
        </p:blipFill>
        <p:spPr>
          <a:xfrm>
            <a:off x="31172" y="10392"/>
            <a:ext cx="1340427" cy="13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4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AC4FE-4EB1-4196-830A-993FA99EEC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026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3EBDF-DAB8-41D8-86B3-1BFF07A18F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03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22BC1-7FC1-4B65-8DCC-88E2F44949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5235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3D995-88A0-46FA-B356-FA459EF841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9902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AB43A-8F39-40F7-AB51-66BE5F0EDC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144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2373F-9A07-4B83-AD01-C0E1FFF861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938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0F13C-7485-4D41-9A6D-469650A33C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154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3C9E0C-B70F-4EE2-835C-E91EA4A4E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83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E7160-E460-44BC-A56A-E2A6D1A944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4161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E7EFDDB4-9377-88E9-5CEC-3E3455CC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5069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1E184-7EFF-4B48-9C82-609CF6442F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8749314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3962400" cy="5029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4478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40386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8B9D4-5D11-464B-BDF0-A23355FE455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36097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62F62-C03C-45EC-8E1C-78F85E4B84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6554632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6A67C-8B1C-A749-8DCC-2DEC743E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AFBF06-B449-E44A-951B-BAE0DFBE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51868"/>
            <a:ext cx="2057400" cy="365125"/>
          </a:xfrm>
        </p:spPr>
        <p:txBody>
          <a:bodyPr/>
          <a:lstStyle/>
          <a:p>
            <a:fld id="{EC5D317A-CFFD-074A-9627-3C95EF9C2CAA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720695-78AB-CF4A-8521-DF824D1A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48" y="6551868"/>
            <a:ext cx="30861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334CE8-193B-9E44-9E40-E4E62BCA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596" y="6551868"/>
            <a:ext cx="2057400" cy="365125"/>
          </a:xfrm>
        </p:spPr>
        <p:txBody>
          <a:bodyPr/>
          <a:lstStyle/>
          <a:p>
            <a:fld id="{F4E78B2A-064D-F24A-A7B4-2DCB36AFF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内容占位符 8">
            <a:extLst>
              <a:ext uri="{FF2B5EF4-FFF2-40B4-BE49-F238E27FC236}">
                <a16:creationId xmlns:a16="http://schemas.microsoft.com/office/drawing/2014/main" id="{99326DE1-2956-6144-9631-672ACEFFD5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2576" y="992718"/>
            <a:ext cx="8569325" cy="5342467"/>
          </a:xfrm>
        </p:spPr>
        <p:txBody>
          <a:bodyPr>
            <a:normAutofit/>
          </a:bodyPr>
          <a:lstStyle>
            <a:lvl1pPr algn="just">
              <a:defRPr lang="zh-CN" altLang="en-US" sz="2000" smtClean="0"/>
            </a:lvl1pPr>
            <a:lvl2pPr algn="just">
              <a:defRPr lang="zh-CN" altLang="en-US" sz="2000" smtClean="0"/>
            </a:lvl2pPr>
            <a:lvl3pPr algn="just">
              <a:defRPr lang="zh-CN" altLang="en-US" sz="1800" smtClean="0"/>
            </a:lvl3pPr>
            <a:lvl4pPr algn="just">
              <a:defRPr lang="zh-CN" altLang="en-US" sz="1600" smtClean="0"/>
            </a:lvl4pPr>
            <a:lvl5pPr algn="just">
              <a:defRPr lang="zh-CN" altLang="en-US" sz="1400"/>
            </a:lvl5pPr>
          </a:lstStyle>
          <a:p>
            <a:pPr marL="228594" lvl="0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单击此处编辑母版文本样式</a:t>
            </a:r>
          </a:p>
          <a:p>
            <a:pPr marL="228594" lvl="1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二级</a:t>
            </a:r>
          </a:p>
          <a:p>
            <a:pPr marL="228594" lvl="2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三级</a:t>
            </a:r>
          </a:p>
          <a:p>
            <a:pPr marL="228594" lvl="3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四级</a:t>
            </a:r>
          </a:p>
          <a:p>
            <a:pPr marL="228594" lvl="4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五级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8675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6A67C-8B1C-A749-8DCC-2DEC743E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AFBF06-B449-E44A-951B-BAE0DFBE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51868"/>
            <a:ext cx="2057400" cy="365125"/>
          </a:xfrm>
        </p:spPr>
        <p:txBody>
          <a:bodyPr/>
          <a:lstStyle/>
          <a:p>
            <a:fld id="{EC5D317A-CFFD-074A-9627-3C95EF9C2CAA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720695-78AB-CF4A-8521-DF824D1A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48" y="6551868"/>
            <a:ext cx="30861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334CE8-193B-9E44-9E40-E4E62BCA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596" y="6551868"/>
            <a:ext cx="2057400" cy="365125"/>
          </a:xfrm>
        </p:spPr>
        <p:txBody>
          <a:bodyPr/>
          <a:lstStyle/>
          <a:p>
            <a:fld id="{F4E78B2A-064D-F24A-A7B4-2DCB36AFF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内容占位符 8">
            <a:extLst>
              <a:ext uri="{FF2B5EF4-FFF2-40B4-BE49-F238E27FC236}">
                <a16:creationId xmlns:a16="http://schemas.microsoft.com/office/drawing/2014/main" id="{99326DE1-2956-6144-9631-672ACEFFD5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2576" y="992718"/>
            <a:ext cx="8569325" cy="5342467"/>
          </a:xfrm>
        </p:spPr>
        <p:txBody>
          <a:bodyPr>
            <a:normAutofit/>
          </a:bodyPr>
          <a:lstStyle>
            <a:lvl1pPr algn="just">
              <a:defRPr lang="zh-CN" altLang="en-US" sz="2000" smtClean="0"/>
            </a:lvl1pPr>
            <a:lvl2pPr algn="just">
              <a:defRPr lang="zh-CN" altLang="en-US" sz="2000" smtClean="0"/>
            </a:lvl2pPr>
            <a:lvl3pPr algn="just">
              <a:defRPr lang="zh-CN" altLang="en-US" sz="1800" smtClean="0"/>
            </a:lvl3pPr>
            <a:lvl4pPr algn="just">
              <a:defRPr lang="zh-CN" altLang="en-US" sz="1600" smtClean="0"/>
            </a:lvl4pPr>
            <a:lvl5pPr algn="just">
              <a:defRPr lang="zh-CN" altLang="en-US" sz="1400"/>
            </a:lvl5pPr>
          </a:lstStyle>
          <a:p>
            <a:pPr marL="228594" lvl="0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单击此处编辑母版文本样式</a:t>
            </a:r>
          </a:p>
          <a:p>
            <a:pPr marL="228594" lvl="1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二级</a:t>
            </a:r>
          </a:p>
          <a:p>
            <a:pPr marL="228594" lvl="2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三级</a:t>
            </a:r>
          </a:p>
          <a:p>
            <a:pPr marL="228594" lvl="3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四级</a:t>
            </a:r>
          </a:p>
          <a:p>
            <a:pPr marL="228594" lvl="4" indent="-228594" defTabSz="713087">
              <a:lnSpc>
                <a:spcPct val="100000"/>
              </a:lnSpc>
              <a:spcBef>
                <a:spcPts val="780"/>
              </a:spcBef>
              <a:buClr>
                <a:schemeClr val="accent6"/>
              </a:buClr>
              <a:buSzPct val="80000"/>
              <a:buFont typeface="Wingdings" pitchFamily="2" charset="2"/>
              <a:buChar char="n"/>
            </a:pPr>
            <a:r>
              <a:rPr kumimoji="1" lang="zh-CN" altLang="en-US"/>
              <a:t>五级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7388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C79243-752F-DF47-B6D4-756C566A026A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B3243C-2B3E-9244-9AE7-362CBEA172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483" y="31177"/>
            <a:ext cx="1205345" cy="12053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AF7C71-CEB7-D443-B4F8-90277219EE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28" t="909" r="12068" b="1273"/>
          <a:stretch/>
        </p:blipFill>
        <p:spPr>
          <a:xfrm>
            <a:off x="31173" y="10392"/>
            <a:ext cx="1229988" cy="12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75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020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45AFC4-5D56-9E4D-960E-96CF80556026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4763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BF26C3-45FA-7841-91B3-D1A1061DB1A2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8974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8A5DE4-6B76-514B-9C85-46D3C195F145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402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6A05FC-335B-8C47-829B-195C5628D3E2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5519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9323FE-D334-C941-AFD5-A89894881CDB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367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D4ABB2-ECCD-D243-95A1-B013631202D5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9911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15D010-23F8-7447-A50B-C42956F25B7A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2545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76EB90-D37C-6C45-AA62-36B4DB0EB232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3297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4D3958-10B6-8640-872C-5A3340696B79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3291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68A385-D8EF-7645-A81A-FF8377BC6CF1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7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ea typeface="黑体" panose="02010609060101010101" pitchFamily="49" charset="-122"/>
              </a:defRPr>
            </a:lvl1pPr>
          </a:lstStyle>
          <a:p>
            <a:fld id="{B36EB2BA-E18C-44D4-9F8D-4FCE250BF3F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1031" name="Group 7"/>
          <p:cNvGrpSpPr>
            <a:grpSpLocks/>
          </p:cNvGrpSpPr>
          <p:nvPr userDrawn="1"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1" dirty="0">
                <a:solidFill>
                  <a:schemeClr val="accent2"/>
                </a:solidFill>
                <a:latin typeface="Times New Roman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911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4000" y="136525"/>
            <a:ext cx="8648700" cy="826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22968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 b="1"/>
            </a:lvl1pPr>
          </a:lstStyle>
          <a:p>
            <a:fld id="{ED937CD1-4ED1-F54D-9170-DAEC6AA9BB82}" type="datetime1">
              <a:rPr lang="en-US" altLang="zh-CN" smtClean="0"/>
              <a:t>6/14/24</a:t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 b="1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684214" y="956460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18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750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 b="1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 b="1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 b="1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customXml" Target="../ink/ink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customXml" Target="../ink/ink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21" Type="http://schemas.openxmlformats.org/officeDocument/2006/relationships/image" Target="../media/image8.png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24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customXml" Target="../ink/ink14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" Target="slide91.xml"/><Relationship Id="rId3" Type="http://schemas.openxmlformats.org/officeDocument/2006/relationships/slide" Target="slide76.xml"/><Relationship Id="rId7" Type="http://schemas.openxmlformats.org/officeDocument/2006/relationships/slide" Target="slide90.xml"/><Relationship Id="rId2" Type="http://schemas.openxmlformats.org/officeDocument/2006/relationships/slide" Target="slide8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9.xml"/><Relationship Id="rId5" Type="http://schemas.openxmlformats.org/officeDocument/2006/relationships/slide" Target="slide88.xml"/><Relationship Id="rId4" Type="http://schemas.openxmlformats.org/officeDocument/2006/relationships/slide" Target="slide9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8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2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2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customXml" Target="../ink/ink2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ustomXml" Target="../ink/ink2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9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gray">
          <a:xfrm>
            <a:off x="0" y="3296363"/>
            <a:ext cx="9143999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endParaRPr lang="en-US" altLang="zh-CN" sz="20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F8B39B3-1E39-0D5B-29D3-FDD831CD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57"/>
            <a:ext cx="9144000" cy="118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数字逻辑与处理器基础</a:t>
            </a:r>
            <a:endParaRPr lang="en-US" altLang="zh-CN" sz="360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Fundamentals of Digital Logic and Processor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37B57BC2-E729-9FDD-9C91-02122E580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3199"/>
            <a:ext cx="9144000" cy="2457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zh-CN" altLang="en-US" sz="48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第六讲 微处理器设计</a:t>
            </a:r>
            <a:endParaRPr lang="en-US" altLang="zh-CN" sz="480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第</a:t>
            </a:r>
            <a:r>
              <a:rPr lang="en-US" altLang="zh-CN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部分 单周期处理器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69C2E85-8543-C6B7-DE20-086B5A249F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4332513"/>
            <a:ext cx="9143999" cy="2276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6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李学清</a:t>
            </a:r>
            <a:endParaRPr lang="en-US" altLang="zh-CN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#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腾讯会议：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858-8541-2550</a:t>
            </a:r>
            <a:endParaRPr lang="zh-CN" alt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2024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年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4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月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16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日</a:t>
            </a:r>
            <a:endParaRPr 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431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F395E-8701-2E4E-BDF0-E2D99CE4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期中考试说明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80427B-8304-6F46-9C55-F9123F20CC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2576" y="1705511"/>
            <a:ext cx="8569325" cy="3080246"/>
          </a:xfrm>
        </p:spPr>
        <p:txBody>
          <a:bodyPr/>
          <a:lstStyle/>
          <a:p>
            <a:pPr marL="385763" indent="-342900"/>
            <a:r>
              <a:rPr lang="zh-CN" altLang="en-US" dirty="0"/>
              <a:t>考试时间</a:t>
            </a:r>
            <a:endParaRPr lang="en-US" altLang="zh-CN" dirty="0"/>
          </a:p>
          <a:p>
            <a:pPr marL="728654" lvl="1" indent="-342900"/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21</a:t>
            </a:r>
            <a:r>
              <a:rPr lang="zh-CN" altLang="en-US" dirty="0"/>
              <a:t>日 </a:t>
            </a:r>
            <a:r>
              <a:rPr lang="en-US" altLang="zh-CN" dirty="0"/>
              <a:t>(</a:t>
            </a:r>
            <a:r>
              <a:rPr lang="zh-CN" altLang="en-US" dirty="0"/>
              <a:t>周日</a:t>
            </a:r>
            <a:r>
              <a:rPr lang="en-US" altLang="zh-CN" dirty="0"/>
              <a:t>)</a:t>
            </a:r>
            <a:r>
              <a:rPr lang="zh-CN" altLang="en-US" dirty="0"/>
              <a:t> 上午</a:t>
            </a:r>
            <a:r>
              <a:rPr lang="en-US" altLang="zh-CN" dirty="0"/>
              <a:t>9:00~11:00</a:t>
            </a:r>
          </a:p>
          <a:p>
            <a:pPr marL="385763" indent="-342900"/>
            <a:endParaRPr lang="en-US" altLang="zh-CN" dirty="0"/>
          </a:p>
          <a:p>
            <a:pPr marL="385763" indent="-342900"/>
            <a:r>
              <a:rPr lang="zh-CN" altLang="en-US" dirty="0"/>
              <a:t>考场安排</a:t>
            </a:r>
            <a:endParaRPr lang="en-US" altLang="zh-CN" dirty="0"/>
          </a:p>
          <a:p>
            <a:pPr marL="685800" lvl="1" indent="-342900">
              <a:spcBef>
                <a:spcPts val="750"/>
              </a:spcBef>
            </a:pPr>
            <a:r>
              <a:rPr lang="zh-CN" altLang="en-US" dirty="0"/>
              <a:t>汪老师班</a:t>
            </a:r>
            <a:r>
              <a:rPr lang="en-US" altLang="zh-CN" dirty="0"/>
              <a:t>/</a:t>
            </a:r>
            <a:r>
              <a:rPr lang="zh-CN" altLang="en-US" dirty="0"/>
              <a:t>马老师班</a:t>
            </a:r>
            <a:r>
              <a:rPr lang="en-US" altLang="zh-CN" dirty="0"/>
              <a:t>/</a:t>
            </a:r>
            <a:r>
              <a:rPr lang="zh-CN" altLang="en-US" dirty="0"/>
              <a:t>李老师英文班：系馆三楼报告厅</a:t>
            </a:r>
            <a:endParaRPr lang="en-US" altLang="zh-CN" dirty="0"/>
          </a:p>
          <a:p>
            <a:pPr marL="685800" lvl="1" indent="-342900">
              <a:spcBef>
                <a:spcPts val="750"/>
              </a:spcBef>
            </a:pPr>
            <a:r>
              <a:rPr lang="zh-CN" altLang="en-US" dirty="0"/>
              <a:t>李老师中文班</a:t>
            </a:r>
            <a:r>
              <a:rPr lang="en-US" altLang="zh-CN" dirty="0"/>
              <a:t>/</a:t>
            </a:r>
            <a:r>
              <a:rPr lang="zh-CN" altLang="en-US" dirty="0"/>
              <a:t>杨老师班：建馆报告厅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13437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F395E-8701-2E4E-BDF0-E2D99CE4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期中考试说明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80427B-8304-6F46-9C55-F9123F20CC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2576" y="1601788"/>
            <a:ext cx="8569325" cy="4398962"/>
          </a:xfrm>
        </p:spPr>
        <p:txBody>
          <a:bodyPr>
            <a:normAutofit lnSpcReduction="10000"/>
          </a:bodyPr>
          <a:lstStyle/>
          <a:p>
            <a:pPr marL="385763" indent="-342900"/>
            <a:r>
              <a:rPr lang="zh-CN" altLang="en-US" dirty="0"/>
              <a:t>考试范围</a:t>
            </a:r>
            <a:endParaRPr lang="en-US" altLang="zh-CN" dirty="0"/>
          </a:p>
          <a:p>
            <a:pPr marL="728654" lvl="1" indent="-342900"/>
            <a:r>
              <a:rPr kumimoji="1" lang="zh-CN" altLang="en-US" dirty="0"/>
              <a:t>数字逻辑部分</a:t>
            </a:r>
            <a:endParaRPr kumimoji="1" lang="en-US" altLang="zh-CN" dirty="0"/>
          </a:p>
          <a:p>
            <a:pPr marL="1071545" lvl="2" indent="-342900"/>
            <a:r>
              <a:rPr lang="zh-CN" altLang="en-US" dirty="0"/>
              <a:t>数的表示与布尔函数，组合逻辑，时序逻辑</a:t>
            </a:r>
            <a:endParaRPr lang="en-US" altLang="zh-CN" dirty="0"/>
          </a:p>
          <a:p>
            <a:pPr marL="728654" lvl="1" indent="-342900"/>
            <a:r>
              <a:rPr lang="zh-CN" altLang="en-US" dirty="0"/>
              <a:t>题型类似模拟题</a:t>
            </a:r>
            <a:endParaRPr lang="en-US" altLang="zh-CN" dirty="0"/>
          </a:p>
          <a:p>
            <a:pPr marL="385763" indent="-342900"/>
            <a:endParaRPr kumimoji="1" lang="en-US" altLang="zh-CN" dirty="0"/>
          </a:p>
          <a:p>
            <a:pPr marL="385763" indent="-342900"/>
            <a:r>
              <a:rPr kumimoji="1" lang="zh-CN" altLang="en-US" dirty="0"/>
              <a:t>考试形式</a:t>
            </a:r>
            <a:endParaRPr kumimoji="1" lang="en-US" altLang="zh-CN" dirty="0"/>
          </a:p>
          <a:p>
            <a:pPr marL="728654" lvl="1" indent="-342900"/>
            <a:r>
              <a:rPr lang="zh-CN" altLang="en-US" dirty="0"/>
              <a:t>闭卷考试</a:t>
            </a:r>
            <a:endParaRPr lang="en-US" altLang="zh-CN" dirty="0"/>
          </a:p>
          <a:p>
            <a:pPr marL="728654" lvl="1" indent="-342900"/>
            <a:r>
              <a:rPr lang="zh-CN" altLang="en-US" b="1" dirty="0">
                <a:solidFill>
                  <a:srgbClr val="3333FF"/>
                </a:solidFill>
              </a:rPr>
              <a:t>不允许</a:t>
            </a:r>
            <a:r>
              <a:rPr kumimoji="1" lang="zh-CN" altLang="en-US" dirty="0"/>
              <a:t>使用计算器</a:t>
            </a:r>
            <a:endParaRPr kumimoji="1" lang="en-US" altLang="zh-CN" dirty="0"/>
          </a:p>
          <a:p>
            <a:pPr marL="1071545" lvl="2" indent="-342900"/>
            <a:r>
              <a:rPr lang="zh-CN" altLang="en-US" dirty="0"/>
              <a:t>没有过于复杂的计算问题</a:t>
            </a:r>
            <a:endParaRPr lang="en-US" altLang="zh-CN" dirty="0"/>
          </a:p>
          <a:p>
            <a:pPr marL="385763" indent="-342900"/>
            <a:endParaRPr kumimoji="1" lang="en-US" altLang="zh-CN" dirty="0"/>
          </a:p>
          <a:p>
            <a:pPr marL="385763" indent="-342900"/>
            <a:r>
              <a:rPr kumimoji="1" lang="zh-CN" altLang="en-US" dirty="0"/>
              <a:t>考前答疑</a:t>
            </a:r>
            <a:endParaRPr kumimoji="1" lang="en-US" altLang="zh-CN" dirty="0"/>
          </a:p>
          <a:p>
            <a:pPr marL="728654" lvl="1" indent="-342900"/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20</a:t>
            </a:r>
            <a:r>
              <a:rPr lang="zh-CN" altLang="en-US" dirty="0"/>
              <a:t>日</a:t>
            </a:r>
            <a:r>
              <a:rPr lang="en-US" altLang="zh-CN" dirty="0"/>
              <a:t> (</a:t>
            </a:r>
            <a:r>
              <a:rPr lang="zh-CN" altLang="en-US" dirty="0"/>
              <a:t>周六</a:t>
            </a:r>
            <a:r>
              <a:rPr lang="en-US" altLang="zh-CN" dirty="0"/>
              <a:t>) </a:t>
            </a:r>
            <a:r>
              <a:rPr lang="zh-CN" altLang="en-US" dirty="0"/>
              <a:t>下午</a:t>
            </a:r>
            <a:r>
              <a:rPr kumimoji="1" lang="en-US" altLang="zh-CN" dirty="0"/>
              <a:t>3:00~5:00</a:t>
            </a:r>
            <a:r>
              <a:rPr kumimoji="1" lang="zh-CN" altLang="en-US" dirty="0"/>
              <a:t>，系馆</a:t>
            </a:r>
            <a:r>
              <a:rPr kumimoji="1" lang="en-US" altLang="zh-CN" dirty="0"/>
              <a:t>8-208</a:t>
            </a:r>
            <a:endParaRPr lang="en-US" altLang="zh-CN" dirty="0"/>
          </a:p>
          <a:p>
            <a:pPr marL="728654" lvl="1" indent="-342900"/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20</a:t>
            </a:r>
            <a:r>
              <a:rPr lang="zh-CN" altLang="en-US" dirty="0"/>
              <a:t>日</a:t>
            </a:r>
            <a:r>
              <a:rPr lang="en-US" altLang="zh-CN" dirty="0"/>
              <a:t> (</a:t>
            </a:r>
            <a:r>
              <a:rPr lang="zh-CN" altLang="en-US" dirty="0"/>
              <a:t>周六</a:t>
            </a:r>
            <a:r>
              <a:rPr lang="en-US" altLang="zh-CN" dirty="0"/>
              <a:t>) </a:t>
            </a:r>
            <a:r>
              <a:rPr lang="zh-CN" altLang="en-US" dirty="0"/>
              <a:t>晚上</a:t>
            </a:r>
            <a:r>
              <a:rPr kumimoji="1" lang="en-US" altLang="zh-CN" dirty="0"/>
              <a:t>7:00~9:00</a:t>
            </a:r>
            <a:r>
              <a:rPr kumimoji="1" lang="zh-CN" altLang="en-US" dirty="0"/>
              <a:t>，系馆</a:t>
            </a:r>
            <a:r>
              <a:rPr kumimoji="1" lang="en-US" altLang="zh-CN" dirty="0"/>
              <a:t>8-208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855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27AFB9-7151-0243-80CA-87FF783EF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SimHei" panose="02010609060101010101" pitchFamily="49" charset="-122"/>
              </a:rPr>
              <a:t>作业</a:t>
            </a:r>
            <a:endParaRPr lang="en-CN" dirty="0">
              <a:latin typeface="SimHei" panose="02010609060101010101" pitchFamily="49" charset="-122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8EEBF-DB67-F748-BA5F-FBF1266F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3288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要求</a:t>
            </a:r>
            <a:endParaRPr lang="en-CN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作业提交截止日期：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4/29/2024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标记学号，姓名和班级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不要抄袭或迟交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作业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教材第</a:t>
            </a:r>
            <a:r>
              <a:rPr lang="en-US" altLang="zh-CN" sz="2400" dirty="0"/>
              <a:t>6</a:t>
            </a:r>
            <a:r>
              <a:rPr lang="zh-CN" altLang="en-US" sz="2400" dirty="0"/>
              <a:t>章习题</a:t>
            </a:r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6</a:t>
            </a:r>
            <a:r>
              <a:rPr lang="zh-CN" altLang="en-US" sz="2400" dirty="0"/>
              <a:t>、</a:t>
            </a:r>
            <a:r>
              <a:rPr lang="en-US" altLang="zh-CN" sz="2400" dirty="0"/>
              <a:t>7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60FC60A-982B-1843-87CD-57E36C56A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064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03-9B07-6A4B-85FB-680FDCDD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</a:rPr>
              <a:t>微体系结构</a:t>
            </a:r>
            <a:endParaRPr lang="en-CN" dirty="0">
              <a:latin typeface="SimHei" panose="02010609060101010101" pitchFamily="49" charset="-122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604ACD-5754-9F4F-AC2A-F5A8E2D5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21A072-E7F7-460A-8CDA-1F33B6B9FE37}"/>
              </a:ext>
            </a:extLst>
          </p:cNvPr>
          <p:cNvCxnSpPr>
            <a:cxnSpLocks/>
          </p:cNvCxnSpPr>
          <p:nvPr/>
        </p:nvCxnSpPr>
        <p:spPr>
          <a:xfrm flipV="1">
            <a:off x="525583" y="3810457"/>
            <a:ext cx="0" cy="639149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C1EAB-A398-495E-B820-5463D7961843}"/>
              </a:ext>
            </a:extLst>
          </p:cNvPr>
          <p:cNvCxnSpPr>
            <a:cxnSpLocks/>
          </p:cNvCxnSpPr>
          <p:nvPr/>
        </p:nvCxnSpPr>
        <p:spPr>
          <a:xfrm>
            <a:off x="532184" y="5017479"/>
            <a:ext cx="0" cy="98104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01B781-19FA-4DB6-8601-5232956DD816}"/>
              </a:ext>
            </a:extLst>
          </p:cNvPr>
          <p:cNvCxnSpPr>
            <a:cxnSpLocks/>
          </p:cNvCxnSpPr>
          <p:nvPr/>
        </p:nvCxnSpPr>
        <p:spPr>
          <a:xfrm flipH="1" flipV="1">
            <a:off x="529916" y="1482390"/>
            <a:ext cx="6843" cy="97182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EA88E30F-39ED-47A2-B237-ACC2C6B2048C}"/>
              </a:ext>
            </a:extLst>
          </p:cNvPr>
          <p:cNvCxnSpPr>
            <a:cxnSpLocks/>
          </p:cNvCxnSpPr>
          <p:nvPr/>
        </p:nvCxnSpPr>
        <p:spPr>
          <a:xfrm>
            <a:off x="83118" y="3810457"/>
            <a:ext cx="1227927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9">
            <a:extLst>
              <a:ext uri="{FF2B5EF4-FFF2-40B4-BE49-F238E27FC236}">
                <a16:creationId xmlns:a16="http://schemas.microsoft.com/office/drawing/2014/main" id="{52807708-A919-4E61-A0DD-DF1CB0390A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8226154"/>
              </p:ext>
            </p:extLst>
          </p:nvPr>
        </p:nvGraphicFramePr>
        <p:xfrm>
          <a:off x="1229032" y="1482388"/>
          <a:ext cx="2870863" cy="46607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0863">
                  <a:extLst>
                    <a:ext uri="{9D8B030D-6E8A-4147-A177-3AD203B41FA5}">
                      <a16:colId xmlns:a16="http://schemas.microsoft.com/office/drawing/2014/main" val="1946283791"/>
                    </a:ext>
                  </a:extLst>
                </a:gridCol>
              </a:tblGrid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应用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55462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算法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49615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操作系统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177615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编译器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00589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计算机指令系统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80628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i="0" kern="1200" dirty="0">
                          <a:solidFill>
                            <a:srgbClr val="0432FF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微体系结构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12972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i="0" kern="1200" dirty="0">
                          <a:solidFill>
                            <a:srgbClr val="0432FF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CPU/DSP/…</a:t>
                      </a:r>
                      <a:endParaRPr lang="zh-CN" altLang="en-US" sz="2000" b="0" i="0" kern="1200" dirty="0">
                        <a:solidFill>
                          <a:srgbClr val="0432FF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67303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电路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204186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器件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63798"/>
                  </a:ext>
                </a:extLst>
              </a:tr>
            </a:tbl>
          </a:graphicData>
        </a:graphic>
      </p:graphicFrame>
      <p:sp>
        <p:nvSpPr>
          <p:cNvPr id="21" name="TextBox 25">
            <a:extLst>
              <a:ext uri="{FF2B5EF4-FFF2-40B4-BE49-F238E27FC236}">
                <a16:creationId xmlns:a16="http://schemas.microsoft.com/office/drawing/2014/main" id="{CE921038-380C-462D-8759-1D8F7FD316C6}"/>
              </a:ext>
            </a:extLst>
          </p:cNvPr>
          <p:cNvSpPr txBox="1"/>
          <p:nvPr/>
        </p:nvSpPr>
        <p:spPr>
          <a:xfrm>
            <a:off x="1804122" y="6131646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计算机系统</a:t>
            </a:r>
          </a:p>
        </p:txBody>
      </p:sp>
      <p:cxnSp>
        <p:nvCxnSpPr>
          <p:cNvPr id="22" name="Straight Connector 26">
            <a:extLst>
              <a:ext uri="{FF2B5EF4-FFF2-40B4-BE49-F238E27FC236}">
                <a16:creationId xmlns:a16="http://schemas.microsoft.com/office/drawing/2014/main" id="{D9648051-9A30-43AB-B9F8-96D81F2207CB}"/>
              </a:ext>
            </a:extLst>
          </p:cNvPr>
          <p:cNvCxnSpPr>
            <a:cxnSpLocks/>
          </p:cNvCxnSpPr>
          <p:nvPr/>
        </p:nvCxnSpPr>
        <p:spPr>
          <a:xfrm>
            <a:off x="525583" y="3038525"/>
            <a:ext cx="0" cy="771932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8">
            <a:extLst>
              <a:ext uri="{FF2B5EF4-FFF2-40B4-BE49-F238E27FC236}">
                <a16:creationId xmlns:a16="http://schemas.microsoft.com/office/drawing/2014/main" id="{BE731097-E7F9-4EBE-9269-4CD4F0A4BCD3}"/>
              </a:ext>
            </a:extLst>
          </p:cNvPr>
          <p:cNvSpPr txBox="1"/>
          <p:nvPr/>
        </p:nvSpPr>
        <p:spPr>
          <a:xfrm>
            <a:off x="187945" y="256886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软件</a:t>
            </a:r>
          </a:p>
        </p:txBody>
      </p:sp>
      <p:sp>
        <p:nvSpPr>
          <p:cNvPr id="24" name="TextBox 29">
            <a:extLst>
              <a:ext uri="{FF2B5EF4-FFF2-40B4-BE49-F238E27FC236}">
                <a16:creationId xmlns:a16="http://schemas.microsoft.com/office/drawing/2014/main" id="{4E8CDB25-D623-4634-8167-87F91560DAB2}"/>
              </a:ext>
            </a:extLst>
          </p:cNvPr>
          <p:cNvSpPr txBox="1"/>
          <p:nvPr/>
        </p:nvSpPr>
        <p:spPr>
          <a:xfrm>
            <a:off x="183375" y="450271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硬件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621EA36-56D8-A1FD-C44B-39C93885B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155497"/>
              </p:ext>
            </p:extLst>
          </p:nvPr>
        </p:nvGraphicFramePr>
        <p:xfrm>
          <a:off x="4336573" y="1482388"/>
          <a:ext cx="4049389" cy="5158684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72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3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45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周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日期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暂定主要内容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2/2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概论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布尔代数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组合逻辑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3/1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时序逻辑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3/2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时序逻辑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计算机指令系统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计算机指令系统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8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4/1</a:t>
                      </a:r>
                      <a:r>
                        <a:rPr lang="en-US" altLang="zh-CN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en-US" sz="18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4/21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期中考试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endParaRPr lang="en-US" sz="1800" b="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劳动节放假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lt"/>
                          <a:ea typeface="+mn-ea"/>
                        </a:rPr>
                        <a:t>12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13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13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20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27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15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16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6/10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/IO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与总线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总结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49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03-9B07-6A4B-85FB-680FDCDD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</a:rPr>
              <a:t>本节课学习目标</a:t>
            </a:r>
            <a:endParaRPr lang="en-CN" dirty="0">
              <a:latin typeface="SimHei" panose="02010609060101010101" pitchFamily="49" charset="-122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ACB8E1B-309C-49FA-BE30-A05BB9B97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328814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知识点：概念、原理和指标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高级语言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汇编语言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硬件上的指令执行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能力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掌握设计和分析单周期处理器的方法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掌握设计折衷和评估方法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思想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同步和结构化的计算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折衷</a:t>
            </a:r>
            <a:endParaRPr lang="en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32C8BA1-8DD6-DE49-A5ED-CA8C2B6E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88885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4180" y="1334729"/>
            <a:ext cx="8229600" cy="4732506"/>
          </a:xfrm>
        </p:spPr>
        <p:txBody>
          <a:bodyPr/>
          <a:lstStyle/>
          <a:p>
            <a:r>
              <a:rPr lang="zh-CN" altLang="en-US" dirty="0">
                <a:solidFill>
                  <a:srgbClr val="3333FF"/>
                </a:solidFill>
              </a:rPr>
              <a:t>复习与回顾</a:t>
            </a:r>
            <a:endParaRPr lang="en-US" altLang="zh-CN" dirty="0">
              <a:solidFill>
                <a:srgbClr val="3333FF"/>
              </a:solidFill>
            </a:endParaRPr>
          </a:p>
          <a:p>
            <a:pPr marL="342900" lvl="1" indent="-342900">
              <a:buFontTx/>
              <a:buChar char="•"/>
            </a:pPr>
            <a:r>
              <a:rPr lang="zh-CN" altLang="en-US" sz="3200" dirty="0">
                <a:cs typeface="+mn-cs"/>
              </a:rPr>
              <a:t>单周期数据通路设计流程</a:t>
            </a:r>
            <a:endParaRPr lang="en-US" altLang="zh-CN" sz="3200" dirty="0">
              <a:cs typeface="+mn-cs"/>
            </a:endParaRPr>
          </a:p>
          <a:p>
            <a:pPr lvl="1"/>
            <a:r>
              <a:rPr lang="zh-CN" altLang="en-US" sz="2400" dirty="0"/>
              <a:t>指令集和设计需求分析</a:t>
            </a:r>
            <a:endParaRPr lang="en-US" altLang="zh-CN" sz="2400" dirty="0"/>
          </a:p>
          <a:p>
            <a:pPr lvl="1"/>
            <a:r>
              <a:rPr lang="zh-CN" altLang="en-US" sz="2400" dirty="0"/>
              <a:t>功能模块设计</a:t>
            </a:r>
            <a:endParaRPr lang="en-US" altLang="zh-CN" dirty="0"/>
          </a:p>
          <a:p>
            <a:pPr lvl="1"/>
            <a:r>
              <a:rPr lang="zh-CN" altLang="en-US" sz="2400" dirty="0"/>
              <a:t>数据通路模块组装</a:t>
            </a:r>
            <a:endParaRPr lang="en-US" altLang="zh-CN" sz="2400" dirty="0"/>
          </a:p>
          <a:p>
            <a:pPr lvl="1"/>
            <a:r>
              <a:rPr lang="zh-CN" altLang="en-US" sz="2400" dirty="0"/>
              <a:t>控制信号分析与逻辑设计</a:t>
            </a:r>
            <a:endParaRPr lang="en-US" altLang="zh-CN" sz="2400" dirty="0"/>
          </a:p>
          <a:p>
            <a:r>
              <a:rPr lang="zh-CN" altLang="en-US" dirty="0"/>
              <a:t>单周期数据通路延时分析</a:t>
            </a:r>
            <a:endParaRPr lang="en-US" altLang="zh-CN" dirty="0"/>
          </a:p>
          <a:p>
            <a:r>
              <a:rPr lang="zh-CN" altLang="en-US" dirty="0"/>
              <a:t>多周期数据通路</a:t>
            </a:r>
            <a:endParaRPr lang="en-US" altLang="zh-CN" dirty="0"/>
          </a:p>
          <a:p>
            <a:r>
              <a:rPr lang="zh-CN" altLang="en-US" dirty="0"/>
              <a:t>异常与中断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792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3E26D-8D28-1A43-92F0-BCA840D7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知识点框图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AFAA3F5-C9BC-F247-81C9-5F3307923314}"/>
              </a:ext>
            </a:extLst>
          </p:cNvPr>
          <p:cNvGrpSpPr/>
          <p:nvPr/>
        </p:nvGrpSpPr>
        <p:grpSpPr>
          <a:xfrm>
            <a:off x="42187" y="1637423"/>
            <a:ext cx="9027591" cy="5024634"/>
            <a:chOff x="-770277" y="-11990"/>
            <a:chExt cx="12527827" cy="7224641"/>
          </a:xfrm>
        </p:grpSpPr>
        <p:sp>
          <p:nvSpPr>
            <p:cNvPr id="56" name="圆角矩形 55">
              <a:extLst>
                <a:ext uri="{FF2B5EF4-FFF2-40B4-BE49-F238E27FC236}">
                  <a16:creationId xmlns:a16="http://schemas.microsoft.com/office/drawing/2014/main" id="{04286BE5-A81B-3447-B974-80C893C26FA7}"/>
                </a:ext>
              </a:extLst>
            </p:cNvPr>
            <p:cNvSpPr/>
            <p:nvPr/>
          </p:nvSpPr>
          <p:spPr>
            <a:xfrm>
              <a:off x="-770277" y="595725"/>
              <a:ext cx="2207111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处理器基础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57" name="圆角矩形 56">
              <a:extLst>
                <a:ext uri="{FF2B5EF4-FFF2-40B4-BE49-F238E27FC236}">
                  <a16:creationId xmlns:a16="http://schemas.microsoft.com/office/drawing/2014/main" id="{53CE096C-0E94-ED43-B136-8711A063F66B}"/>
                </a:ext>
              </a:extLst>
            </p:cNvPr>
            <p:cNvSpPr/>
            <p:nvPr/>
          </p:nvSpPr>
          <p:spPr>
            <a:xfrm>
              <a:off x="-770277" y="5644179"/>
              <a:ext cx="2115460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多周期处理器</a:t>
              </a:r>
            </a:p>
          </p:txBody>
        </p:sp>
        <p:cxnSp>
          <p:nvCxnSpPr>
            <p:cNvPr id="70" name="肘形连接符 69">
              <a:extLst>
                <a:ext uri="{FF2B5EF4-FFF2-40B4-BE49-F238E27FC236}">
                  <a16:creationId xmlns:a16="http://schemas.microsoft.com/office/drawing/2014/main" id="{9501BC1B-CFB3-3844-8F46-6D984FE4A2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2557" y="372064"/>
              <a:ext cx="775190" cy="522113"/>
            </a:xfrm>
            <a:prstGeom prst="bentConnector3">
              <a:avLst>
                <a:gd name="adj1" fmla="val 46812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肘形连接符 71">
              <a:extLst>
                <a:ext uri="{FF2B5EF4-FFF2-40B4-BE49-F238E27FC236}">
                  <a16:creationId xmlns:a16="http://schemas.microsoft.com/office/drawing/2014/main" id="{20D643A2-7B02-6947-A75E-F74E79D901E6}"/>
                </a:ext>
              </a:extLst>
            </p:cNvPr>
            <p:cNvCxnSpPr>
              <a:cxnSpLocks/>
            </p:cNvCxnSpPr>
            <p:nvPr/>
          </p:nvCxnSpPr>
          <p:spPr>
            <a:xfrm>
              <a:off x="1490378" y="894176"/>
              <a:ext cx="775190" cy="473622"/>
            </a:xfrm>
            <a:prstGeom prst="bentConnector3">
              <a:avLst>
                <a:gd name="adj1" fmla="val 46812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圆角矩形 72">
              <a:extLst>
                <a:ext uri="{FF2B5EF4-FFF2-40B4-BE49-F238E27FC236}">
                  <a16:creationId xmlns:a16="http://schemas.microsoft.com/office/drawing/2014/main" id="{9711818D-6401-E944-9F30-CEC8D9AB8CCA}"/>
                </a:ext>
              </a:extLst>
            </p:cNvPr>
            <p:cNvSpPr/>
            <p:nvPr/>
          </p:nvSpPr>
          <p:spPr>
            <a:xfrm>
              <a:off x="2274640" y="36398"/>
              <a:ext cx="2223226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基本概念</a:t>
              </a:r>
            </a:p>
          </p:txBody>
        </p:sp>
        <p:sp>
          <p:nvSpPr>
            <p:cNvPr id="74" name="圆角矩形 73">
              <a:extLst>
                <a:ext uri="{FF2B5EF4-FFF2-40B4-BE49-F238E27FC236}">
                  <a16:creationId xmlns:a16="http://schemas.microsoft.com/office/drawing/2014/main" id="{EE97B7F1-46DD-814B-90E4-F4ECB447B22F}"/>
                </a:ext>
              </a:extLst>
            </p:cNvPr>
            <p:cNvSpPr/>
            <p:nvPr/>
          </p:nvSpPr>
          <p:spPr>
            <a:xfrm>
              <a:off x="2257747" y="1076464"/>
              <a:ext cx="2240119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指令集</a:t>
              </a:r>
            </a:p>
          </p:txBody>
        </p:sp>
        <p:cxnSp>
          <p:nvCxnSpPr>
            <p:cNvPr id="75" name="直线箭头连接符 74">
              <a:extLst>
                <a:ext uri="{FF2B5EF4-FFF2-40B4-BE49-F238E27FC236}">
                  <a16:creationId xmlns:a16="http://schemas.microsoft.com/office/drawing/2014/main" id="{B966BB80-C56F-BA47-94E0-C06EE0209981}"/>
                </a:ext>
              </a:extLst>
            </p:cNvPr>
            <p:cNvCxnSpPr>
              <a:cxnSpLocks/>
            </p:cNvCxnSpPr>
            <p:nvPr/>
          </p:nvCxnSpPr>
          <p:spPr>
            <a:xfrm>
              <a:off x="4508505" y="323677"/>
              <a:ext cx="67779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圆角矩形 75">
              <a:extLst>
                <a:ext uri="{FF2B5EF4-FFF2-40B4-BE49-F238E27FC236}">
                  <a16:creationId xmlns:a16="http://schemas.microsoft.com/office/drawing/2014/main" id="{1487E026-D224-2B4A-B9C1-D9FD192B0479}"/>
                </a:ext>
              </a:extLst>
            </p:cNvPr>
            <p:cNvSpPr/>
            <p:nvPr/>
          </p:nvSpPr>
          <p:spPr>
            <a:xfrm>
              <a:off x="5186301" y="-11989"/>
              <a:ext cx="1280983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取指令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77" name="圆角矩形 76">
              <a:extLst>
                <a:ext uri="{FF2B5EF4-FFF2-40B4-BE49-F238E27FC236}">
                  <a16:creationId xmlns:a16="http://schemas.microsoft.com/office/drawing/2014/main" id="{127D94DA-54A5-5149-9FD8-998496129AB0}"/>
                </a:ext>
              </a:extLst>
            </p:cNvPr>
            <p:cNvSpPr/>
            <p:nvPr/>
          </p:nvSpPr>
          <p:spPr>
            <a:xfrm>
              <a:off x="6580556" y="-11990"/>
              <a:ext cx="1398372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ea typeface="SimHei" panose="02010609060101010101" pitchFamily="49" charset="-122"/>
                  <a:cs typeface="Times New Roman" panose="02020603050405020304" pitchFamily="18" charset="0"/>
                </a:rPr>
                <a:t>程序计数器（</a:t>
              </a:r>
              <a:r>
                <a:rPr kumimoji="1" lang="en-US" altLang="zh-CN" sz="1400" b="1" dirty="0">
                  <a:solidFill>
                    <a:schemeClr val="tx1"/>
                  </a:solidFill>
                  <a:ea typeface="SimHei" panose="02010609060101010101" pitchFamily="49" charset="-122"/>
                  <a:cs typeface="Times New Roman" panose="02020603050405020304" pitchFamily="18" charset="0"/>
                </a:rPr>
                <a:t>PC</a:t>
              </a:r>
              <a:r>
                <a:rPr kumimoji="1" lang="zh-CN" altLang="en-US" sz="1400" b="1" dirty="0">
                  <a:solidFill>
                    <a:schemeClr val="tx1"/>
                  </a:solidFill>
                  <a:ea typeface="SimHei" panose="02010609060101010101" pitchFamily="49" charset="-122"/>
                  <a:cs typeface="Times New Roman" panose="02020603050405020304" pitchFamily="18" charset="0"/>
                </a:rPr>
                <a:t>）</a:t>
              </a:r>
              <a:endParaRPr kumimoji="1" lang="zh-CN" altLang="en-US" sz="1400" b="1" dirty="0">
                <a:solidFill>
                  <a:schemeClr val="tx1"/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78" name="圆角矩形 77">
              <a:extLst>
                <a:ext uri="{FF2B5EF4-FFF2-40B4-BE49-F238E27FC236}">
                  <a16:creationId xmlns:a16="http://schemas.microsoft.com/office/drawing/2014/main" id="{02584BA7-59D1-4A4A-AFEA-09760E30244F}"/>
                </a:ext>
              </a:extLst>
            </p:cNvPr>
            <p:cNvSpPr/>
            <p:nvPr/>
          </p:nvSpPr>
          <p:spPr>
            <a:xfrm>
              <a:off x="9702494" y="-9154"/>
              <a:ext cx="2055056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经典单周期处理器结构</a:t>
              </a:r>
            </a:p>
          </p:txBody>
        </p:sp>
        <p:cxnSp>
          <p:nvCxnSpPr>
            <p:cNvPr id="79" name="直线箭头连接符 78">
              <a:extLst>
                <a:ext uri="{FF2B5EF4-FFF2-40B4-BE49-F238E27FC236}">
                  <a16:creationId xmlns:a16="http://schemas.microsoft.com/office/drawing/2014/main" id="{590F00DC-2743-8B4A-8B6E-06377D8E7648}"/>
                </a:ext>
              </a:extLst>
            </p:cNvPr>
            <p:cNvCxnSpPr>
              <a:cxnSpLocks/>
            </p:cNvCxnSpPr>
            <p:nvPr/>
          </p:nvCxnSpPr>
          <p:spPr>
            <a:xfrm>
              <a:off x="4508505" y="1395023"/>
              <a:ext cx="67779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圆角矩形 79">
              <a:extLst>
                <a:ext uri="{FF2B5EF4-FFF2-40B4-BE49-F238E27FC236}">
                  <a16:creationId xmlns:a16="http://schemas.microsoft.com/office/drawing/2014/main" id="{AEE93EEA-98B1-3147-9649-4AB5B4229385}"/>
                </a:ext>
              </a:extLst>
            </p:cNvPr>
            <p:cNvSpPr/>
            <p:nvPr/>
          </p:nvSpPr>
          <p:spPr>
            <a:xfrm>
              <a:off x="5186301" y="1059357"/>
              <a:ext cx="1280983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计算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81" name="圆角矩形 80">
              <a:extLst>
                <a:ext uri="{FF2B5EF4-FFF2-40B4-BE49-F238E27FC236}">
                  <a16:creationId xmlns:a16="http://schemas.microsoft.com/office/drawing/2014/main" id="{80F630A8-43FA-C543-B7DF-556CA0976FB2}"/>
                </a:ext>
              </a:extLst>
            </p:cNvPr>
            <p:cNvSpPr/>
            <p:nvPr/>
          </p:nvSpPr>
          <p:spPr>
            <a:xfrm>
              <a:off x="6580556" y="1059357"/>
              <a:ext cx="1280983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访存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82" name="圆角矩形 81">
              <a:extLst>
                <a:ext uri="{FF2B5EF4-FFF2-40B4-BE49-F238E27FC236}">
                  <a16:creationId xmlns:a16="http://schemas.microsoft.com/office/drawing/2014/main" id="{AE922776-C0B9-B547-B9EC-99DDBC09C5BD}"/>
                </a:ext>
              </a:extLst>
            </p:cNvPr>
            <p:cNvSpPr/>
            <p:nvPr/>
          </p:nvSpPr>
          <p:spPr>
            <a:xfrm>
              <a:off x="7997464" y="1059357"/>
              <a:ext cx="1520852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分支</a:t>
              </a:r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跳转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83" name="圆角矩形 82">
              <a:extLst>
                <a:ext uri="{FF2B5EF4-FFF2-40B4-BE49-F238E27FC236}">
                  <a16:creationId xmlns:a16="http://schemas.microsoft.com/office/drawing/2014/main" id="{B136D08A-2F5E-CB4A-B081-93C56286BC46}"/>
                </a:ext>
              </a:extLst>
            </p:cNvPr>
            <p:cNvSpPr/>
            <p:nvPr/>
          </p:nvSpPr>
          <p:spPr>
            <a:xfrm>
              <a:off x="9702494" y="1059357"/>
              <a:ext cx="1398372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异常处理</a:t>
              </a:r>
            </a:p>
          </p:txBody>
        </p:sp>
        <p:cxnSp>
          <p:nvCxnSpPr>
            <p:cNvPr id="84" name="肘形连接符 83">
              <a:extLst>
                <a:ext uri="{FF2B5EF4-FFF2-40B4-BE49-F238E27FC236}">
                  <a16:creationId xmlns:a16="http://schemas.microsoft.com/office/drawing/2014/main" id="{CF581AF9-F891-F84F-9F64-152919E1C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5183" y="5115347"/>
              <a:ext cx="1074336" cy="853192"/>
            </a:xfrm>
            <a:prstGeom prst="bentConnector3">
              <a:avLst>
                <a:gd name="adj1" fmla="val 50000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圆角矩形 84">
              <a:extLst>
                <a:ext uri="{FF2B5EF4-FFF2-40B4-BE49-F238E27FC236}">
                  <a16:creationId xmlns:a16="http://schemas.microsoft.com/office/drawing/2014/main" id="{0D87FB72-5A02-8949-BA36-5F0EEA1D6CCD}"/>
                </a:ext>
              </a:extLst>
            </p:cNvPr>
            <p:cNvSpPr/>
            <p:nvPr/>
          </p:nvSpPr>
          <p:spPr>
            <a:xfrm>
              <a:off x="2460703" y="5653276"/>
              <a:ext cx="2240119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状态机描述</a:t>
              </a:r>
            </a:p>
          </p:txBody>
        </p:sp>
        <p:cxnSp>
          <p:nvCxnSpPr>
            <p:cNvPr id="86" name="肘形连接符 85">
              <a:extLst>
                <a:ext uri="{FF2B5EF4-FFF2-40B4-BE49-F238E27FC236}">
                  <a16:creationId xmlns:a16="http://schemas.microsoft.com/office/drawing/2014/main" id="{B575CD2F-DB11-4247-9572-4978D554C168}"/>
                </a:ext>
              </a:extLst>
            </p:cNvPr>
            <p:cNvCxnSpPr>
              <a:cxnSpLocks/>
            </p:cNvCxnSpPr>
            <p:nvPr/>
          </p:nvCxnSpPr>
          <p:spPr>
            <a:xfrm>
              <a:off x="1345183" y="5968539"/>
              <a:ext cx="1074336" cy="817994"/>
            </a:xfrm>
            <a:prstGeom prst="bentConnector3">
              <a:avLst>
                <a:gd name="adj1" fmla="val 50000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箭头连接符 86">
              <a:extLst>
                <a:ext uri="{FF2B5EF4-FFF2-40B4-BE49-F238E27FC236}">
                  <a16:creationId xmlns:a16="http://schemas.microsoft.com/office/drawing/2014/main" id="{3537FAE0-553D-404E-9543-DA5F7DE350F4}"/>
                </a:ext>
              </a:extLst>
            </p:cNvPr>
            <p:cNvCxnSpPr>
              <a:cxnSpLocks/>
            </p:cNvCxnSpPr>
            <p:nvPr/>
          </p:nvCxnSpPr>
          <p:spPr>
            <a:xfrm>
              <a:off x="1905714" y="5979844"/>
              <a:ext cx="554990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圆角矩形 87">
              <a:extLst>
                <a:ext uri="{FF2B5EF4-FFF2-40B4-BE49-F238E27FC236}">
                  <a16:creationId xmlns:a16="http://schemas.microsoft.com/office/drawing/2014/main" id="{AF9DB471-7B0F-1F4A-874A-81CF58BE17B7}"/>
                </a:ext>
              </a:extLst>
            </p:cNvPr>
            <p:cNvSpPr/>
            <p:nvPr/>
          </p:nvSpPr>
          <p:spPr>
            <a:xfrm>
              <a:off x="2441557" y="3845073"/>
              <a:ext cx="2240119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影响性能的因素</a:t>
              </a:r>
            </a:p>
          </p:txBody>
        </p:sp>
        <p:sp>
          <p:nvSpPr>
            <p:cNvPr id="89" name="圆角矩形 88">
              <a:extLst>
                <a:ext uri="{FF2B5EF4-FFF2-40B4-BE49-F238E27FC236}">
                  <a16:creationId xmlns:a16="http://schemas.microsoft.com/office/drawing/2014/main" id="{1D13B69E-ABF6-F746-8655-FCFEAEC07EF2}"/>
                </a:ext>
              </a:extLst>
            </p:cNvPr>
            <p:cNvSpPr/>
            <p:nvPr/>
          </p:nvSpPr>
          <p:spPr>
            <a:xfrm>
              <a:off x="2460704" y="6541320"/>
              <a:ext cx="2240119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性能评价和优化</a:t>
              </a:r>
            </a:p>
          </p:txBody>
        </p:sp>
        <p:sp>
          <p:nvSpPr>
            <p:cNvPr id="90" name="圆角矩形 13">
              <a:extLst>
                <a:ext uri="{FF2B5EF4-FFF2-40B4-BE49-F238E27FC236}">
                  <a16:creationId xmlns:a16="http://schemas.microsoft.com/office/drawing/2014/main" id="{5A4F1C54-DF56-DF43-B81C-7054F31A0725}"/>
                </a:ext>
              </a:extLst>
            </p:cNvPr>
            <p:cNvSpPr/>
            <p:nvPr/>
          </p:nvSpPr>
          <p:spPr>
            <a:xfrm>
              <a:off x="-765709" y="2945327"/>
              <a:ext cx="2115460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单周期处理器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91" name="圆角矩形 30">
              <a:extLst>
                <a:ext uri="{FF2B5EF4-FFF2-40B4-BE49-F238E27FC236}">
                  <a16:creationId xmlns:a16="http://schemas.microsoft.com/office/drawing/2014/main" id="{E5EA021B-0969-E44E-BA2D-97E3D53789EE}"/>
                </a:ext>
              </a:extLst>
            </p:cNvPr>
            <p:cNvSpPr/>
            <p:nvPr/>
          </p:nvSpPr>
          <p:spPr>
            <a:xfrm>
              <a:off x="2403457" y="2157400"/>
              <a:ext cx="2223226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硬件模块</a:t>
              </a:r>
            </a:p>
          </p:txBody>
        </p:sp>
        <p:sp>
          <p:nvSpPr>
            <p:cNvPr id="92" name="圆角矩形 31">
              <a:extLst>
                <a:ext uri="{FF2B5EF4-FFF2-40B4-BE49-F238E27FC236}">
                  <a16:creationId xmlns:a16="http://schemas.microsoft.com/office/drawing/2014/main" id="{FD903FDF-55AC-5745-B9EC-C74A8E6E2EA0}"/>
                </a:ext>
              </a:extLst>
            </p:cNvPr>
            <p:cNvSpPr/>
            <p:nvPr/>
          </p:nvSpPr>
          <p:spPr>
            <a:xfrm>
              <a:off x="2488164" y="3032366"/>
              <a:ext cx="2240119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数据通路</a:t>
              </a:r>
            </a:p>
          </p:txBody>
        </p:sp>
        <p:cxnSp>
          <p:nvCxnSpPr>
            <p:cNvPr id="93" name="直线箭头连接符 32">
              <a:extLst>
                <a:ext uri="{FF2B5EF4-FFF2-40B4-BE49-F238E27FC236}">
                  <a16:creationId xmlns:a16="http://schemas.microsoft.com/office/drawing/2014/main" id="{CC4B2F42-A661-3F46-96F0-254B8F4A83F5}"/>
                </a:ext>
              </a:extLst>
            </p:cNvPr>
            <p:cNvCxnSpPr>
              <a:cxnSpLocks/>
            </p:cNvCxnSpPr>
            <p:nvPr/>
          </p:nvCxnSpPr>
          <p:spPr>
            <a:xfrm>
              <a:off x="4637322" y="2406579"/>
              <a:ext cx="67779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圆角矩形 33">
              <a:extLst>
                <a:ext uri="{FF2B5EF4-FFF2-40B4-BE49-F238E27FC236}">
                  <a16:creationId xmlns:a16="http://schemas.microsoft.com/office/drawing/2014/main" id="{84EA7F9F-8585-6240-8703-CA7E357B1567}"/>
                </a:ext>
              </a:extLst>
            </p:cNvPr>
            <p:cNvSpPr/>
            <p:nvPr/>
          </p:nvSpPr>
          <p:spPr>
            <a:xfrm>
              <a:off x="5315118" y="2070913"/>
              <a:ext cx="1280983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寄存器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95" name="圆角矩形 36">
              <a:extLst>
                <a:ext uri="{FF2B5EF4-FFF2-40B4-BE49-F238E27FC236}">
                  <a16:creationId xmlns:a16="http://schemas.microsoft.com/office/drawing/2014/main" id="{D85781F4-739C-B044-AE0A-6390FE89A7A3}"/>
                </a:ext>
              </a:extLst>
            </p:cNvPr>
            <p:cNvSpPr/>
            <p:nvPr/>
          </p:nvSpPr>
          <p:spPr>
            <a:xfrm>
              <a:off x="6752176" y="2066398"/>
              <a:ext cx="1280983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存储器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96" name="圆角矩形 37">
              <a:extLst>
                <a:ext uri="{FF2B5EF4-FFF2-40B4-BE49-F238E27FC236}">
                  <a16:creationId xmlns:a16="http://schemas.microsoft.com/office/drawing/2014/main" id="{A10181A9-4333-C241-9DB3-227CADD97C26}"/>
                </a:ext>
              </a:extLst>
            </p:cNvPr>
            <p:cNvSpPr/>
            <p:nvPr/>
          </p:nvSpPr>
          <p:spPr>
            <a:xfrm>
              <a:off x="8169083" y="2066398"/>
              <a:ext cx="2055055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算术逻辑单元</a:t>
              </a:r>
            </a:p>
          </p:txBody>
        </p:sp>
        <p:cxnSp>
          <p:nvCxnSpPr>
            <p:cNvPr id="97" name="直线箭头连接符 39">
              <a:extLst>
                <a:ext uri="{FF2B5EF4-FFF2-40B4-BE49-F238E27FC236}">
                  <a16:creationId xmlns:a16="http://schemas.microsoft.com/office/drawing/2014/main" id="{2AD48071-1F94-E54F-A373-65594F24BEF9}"/>
                </a:ext>
              </a:extLst>
            </p:cNvPr>
            <p:cNvCxnSpPr>
              <a:cxnSpLocks/>
            </p:cNvCxnSpPr>
            <p:nvPr/>
          </p:nvCxnSpPr>
          <p:spPr>
            <a:xfrm>
              <a:off x="4738922" y="3312825"/>
              <a:ext cx="67779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圆角矩形 40">
              <a:extLst>
                <a:ext uri="{FF2B5EF4-FFF2-40B4-BE49-F238E27FC236}">
                  <a16:creationId xmlns:a16="http://schemas.microsoft.com/office/drawing/2014/main" id="{D4DE714D-C199-7F4B-AF76-7BFDB188D120}"/>
                </a:ext>
              </a:extLst>
            </p:cNvPr>
            <p:cNvSpPr/>
            <p:nvPr/>
          </p:nvSpPr>
          <p:spPr>
            <a:xfrm>
              <a:off x="5416718" y="2977159"/>
              <a:ext cx="1483155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控制信号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99" name="圆角矩形 41">
              <a:extLst>
                <a:ext uri="{FF2B5EF4-FFF2-40B4-BE49-F238E27FC236}">
                  <a16:creationId xmlns:a16="http://schemas.microsoft.com/office/drawing/2014/main" id="{0A9A2F41-5159-D740-9B75-4C5A2BD2EA15}"/>
                </a:ext>
              </a:extLst>
            </p:cNvPr>
            <p:cNvSpPr/>
            <p:nvPr/>
          </p:nvSpPr>
          <p:spPr>
            <a:xfrm>
              <a:off x="7031307" y="2974253"/>
              <a:ext cx="1731932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多路选择器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00" name="圆角矩形 36">
              <a:extLst>
                <a:ext uri="{FF2B5EF4-FFF2-40B4-BE49-F238E27FC236}">
                  <a16:creationId xmlns:a16="http://schemas.microsoft.com/office/drawing/2014/main" id="{61519F0F-8C4C-424A-971F-B86C1197FCA7}"/>
                </a:ext>
              </a:extLst>
            </p:cNvPr>
            <p:cNvSpPr/>
            <p:nvPr/>
          </p:nvSpPr>
          <p:spPr>
            <a:xfrm>
              <a:off x="8141525" y="-11990"/>
              <a:ext cx="1398372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时钟周期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cxnSp>
          <p:nvCxnSpPr>
            <p:cNvPr id="101" name="直线箭头连接符 39">
              <a:extLst>
                <a:ext uri="{FF2B5EF4-FFF2-40B4-BE49-F238E27FC236}">
                  <a16:creationId xmlns:a16="http://schemas.microsoft.com/office/drawing/2014/main" id="{965E1F68-6DAE-F144-B141-41AE20DCE7E8}"/>
                </a:ext>
              </a:extLst>
            </p:cNvPr>
            <p:cNvCxnSpPr>
              <a:cxnSpLocks/>
            </p:cNvCxnSpPr>
            <p:nvPr/>
          </p:nvCxnSpPr>
          <p:spPr>
            <a:xfrm>
              <a:off x="4700822" y="4174931"/>
              <a:ext cx="67779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圆角矩形 40">
              <a:extLst>
                <a:ext uri="{FF2B5EF4-FFF2-40B4-BE49-F238E27FC236}">
                  <a16:creationId xmlns:a16="http://schemas.microsoft.com/office/drawing/2014/main" id="{A99BD314-F10C-5241-B44B-0217897362BD}"/>
                </a:ext>
              </a:extLst>
            </p:cNvPr>
            <p:cNvSpPr/>
            <p:nvPr/>
          </p:nvSpPr>
          <p:spPr>
            <a:xfrm>
              <a:off x="5378618" y="3839265"/>
              <a:ext cx="1483155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关键路径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03" name="圆角矩形 41">
              <a:extLst>
                <a:ext uri="{FF2B5EF4-FFF2-40B4-BE49-F238E27FC236}">
                  <a16:creationId xmlns:a16="http://schemas.microsoft.com/office/drawing/2014/main" id="{6D9EACEC-167E-4A4E-8B71-DB10C075AD0D}"/>
                </a:ext>
              </a:extLst>
            </p:cNvPr>
            <p:cNvSpPr/>
            <p:nvPr/>
          </p:nvSpPr>
          <p:spPr>
            <a:xfrm>
              <a:off x="7018368" y="3835509"/>
              <a:ext cx="2100232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性能瓶颈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cxnSp>
          <p:nvCxnSpPr>
            <p:cNvPr id="104" name="直线箭头连接符 39">
              <a:extLst>
                <a:ext uri="{FF2B5EF4-FFF2-40B4-BE49-F238E27FC236}">
                  <a16:creationId xmlns:a16="http://schemas.microsoft.com/office/drawing/2014/main" id="{4E8A5E09-82D3-6446-A026-512FF4725EE6}"/>
                </a:ext>
              </a:extLst>
            </p:cNvPr>
            <p:cNvCxnSpPr>
              <a:cxnSpLocks/>
            </p:cNvCxnSpPr>
            <p:nvPr/>
          </p:nvCxnSpPr>
          <p:spPr>
            <a:xfrm>
              <a:off x="4711845" y="5988942"/>
              <a:ext cx="67779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圆角矩形 40">
              <a:extLst>
                <a:ext uri="{FF2B5EF4-FFF2-40B4-BE49-F238E27FC236}">
                  <a16:creationId xmlns:a16="http://schemas.microsoft.com/office/drawing/2014/main" id="{F3F190E6-2E43-0D45-B7F0-16DD8E23A122}"/>
                </a:ext>
              </a:extLst>
            </p:cNvPr>
            <p:cNvSpPr/>
            <p:nvPr/>
          </p:nvSpPr>
          <p:spPr>
            <a:xfrm>
              <a:off x="5389641" y="5653276"/>
              <a:ext cx="1483155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状态转移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06" name="圆角矩形 41">
              <a:extLst>
                <a:ext uri="{FF2B5EF4-FFF2-40B4-BE49-F238E27FC236}">
                  <a16:creationId xmlns:a16="http://schemas.microsoft.com/office/drawing/2014/main" id="{9C07C575-BF83-C843-B66F-1D1AA2A3426D}"/>
                </a:ext>
              </a:extLst>
            </p:cNvPr>
            <p:cNvSpPr/>
            <p:nvPr/>
          </p:nvSpPr>
          <p:spPr>
            <a:xfrm>
              <a:off x="7076691" y="5653276"/>
              <a:ext cx="1483155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控制信号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cxnSp>
          <p:nvCxnSpPr>
            <p:cNvPr id="107" name="肘形连接符 45">
              <a:extLst>
                <a:ext uri="{FF2B5EF4-FFF2-40B4-BE49-F238E27FC236}">
                  <a16:creationId xmlns:a16="http://schemas.microsoft.com/office/drawing/2014/main" id="{BBB924E8-ACCE-EC44-A6B6-9BC1DA05F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3755" y="2470241"/>
              <a:ext cx="1074336" cy="853192"/>
            </a:xfrm>
            <a:prstGeom prst="bentConnector3">
              <a:avLst>
                <a:gd name="adj1" fmla="val 50000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肘形连接符 56">
              <a:extLst>
                <a:ext uri="{FF2B5EF4-FFF2-40B4-BE49-F238E27FC236}">
                  <a16:creationId xmlns:a16="http://schemas.microsoft.com/office/drawing/2014/main" id="{C9DF94C7-C9C5-AA4A-9E90-9B40E097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363755" y="3323433"/>
              <a:ext cx="1074336" cy="817994"/>
            </a:xfrm>
            <a:prstGeom prst="bentConnector3">
              <a:avLst>
                <a:gd name="adj1" fmla="val 50000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箭头连接符 58">
              <a:extLst>
                <a:ext uri="{FF2B5EF4-FFF2-40B4-BE49-F238E27FC236}">
                  <a16:creationId xmlns:a16="http://schemas.microsoft.com/office/drawing/2014/main" id="{419D5E20-F0C8-DA49-AC66-86F7CA6BD49C}"/>
                </a:ext>
              </a:extLst>
            </p:cNvPr>
            <p:cNvCxnSpPr>
              <a:cxnSpLocks/>
            </p:cNvCxnSpPr>
            <p:nvPr/>
          </p:nvCxnSpPr>
          <p:spPr>
            <a:xfrm>
              <a:off x="1924286" y="3334738"/>
              <a:ext cx="554990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圆角矩形 47">
              <a:extLst>
                <a:ext uri="{FF2B5EF4-FFF2-40B4-BE49-F238E27FC236}">
                  <a16:creationId xmlns:a16="http://schemas.microsoft.com/office/drawing/2014/main" id="{63212EDA-1867-6541-80D8-A891131DE4B9}"/>
                </a:ext>
              </a:extLst>
            </p:cNvPr>
            <p:cNvSpPr/>
            <p:nvPr/>
          </p:nvSpPr>
          <p:spPr>
            <a:xfrm>
              <a:off x="2460703" y="4807791"/>
              <a:ext cx="2240119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多周期处理器</a:t>
              </a:r>
              <a:endParaRPr kumimoji="1" lang="en-US" altLang="zh-CN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基本概念</a:t>
              </a:r>
            </a:p>
          </p:txBody>
        </p:sp>
        <p:cxnSp>
          <p:nvCxnSpPr>
            <p:cNvPr id="111" name="直线箭头连接符 39">
              <a:extLst>
                <a:ext uri="{FF2B5EF4-FFF2-40B4-BE49-F238E27FC236}">
                  <a16:creationId xmlns:a16="http://schemas.microsoft.com/office/drawing/2014/main" id="{F46F010E-D7FE-2546-820C-37F4221C3F6D}"/>
                </a:ext>
              </a:extLst>
            </p:cNvPr>
            <p:cNvCxnSpPr>
              <a:cxnSpLocks/>
            </p:cNvCxnSpPr>
            <p:nvPr/>
          </p:nvCxnSpPr>
          <p:spPr>
            <a:xfrm>
              <a:off x="4700822" y="5153482"/>
              <a:ext cx="67779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圆角矩形 40">
              <a:extLst>
                <a:ext uri="{FF2B5EF4-FFF2-40B4-BE49-F238E27FC236}">
                  <a16:creationId xmlns:a16="http://schemas.microsoft.com/office/drawing/2014/main" id="{6FAF2D03-C48F-7D45-BF70-E8F40789A69F}"/>
                </a:ext>
              </a:extLst>
            </p:cNvPr>
            <p:cNvSpPr/>
            <p:nvPr/>
          </p:nvSpPr>
          <p:spPr>
            <a:xfrm>
              <a:off x="5378618" y="4817816"/>
              <a:ext cx="1483155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步骤划分</a:t>
              </a:r>
            </a:p>
          </p:txBody>
        </p:sp>
        <p:sp>
          <p:nvSpPr>
            <p:cNvPr id="113" name="圆角矩形 41">
              <a:extLst>
                <a:ext uri="{FF2B5EF4-FFF2-40B4-BE49-F238E27FC236}">
                  <a16:creationId xmlns:a16="http://schemas.microsoft.com/office/drawing/2014/main" id="{F5BAB15E-4EAA-0D47-96AA-347BF3551376}"/>
                </a:ext>
              </a:extLst>
            </p:cNvPr>
            <p:cNvSpPr/>
            <p:nvPr/>
          </p:nvSpPr>
          <p:spPr>
            <a:xfrm>
              <a:off x="7018368" y="4814060"/>
              <a:ext cx="1981737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中间结果寄存</a:t>
              </a:r>
            </a:p>
          </p:txBody>
        </p:sp>
        <p:sp>
          <p:nvSpPr>
            <p:cNvPr id="114" name="圆角矩形 41">
              <a:extLst>
                <a:ext uri="{FF2B5EF4-FFF2-40B4-BE49-F238E27FC236}">
                  <a16:creationId xmlns:a16="http://schemas.microsoft.com/office/drawing/2014/main" id="{E341BB64-3A7C-434E-9663-3EE9733A9399}"/>
                </a:ext>
              </a:extLst>
            </p:cNvPr>
            <p:cNvSpPr/>
            <p:nvPr/>
          </p:nvSpPr>
          <p:spPr>
            <a:xfrm>
              <a:off x="9179319" y="4820572"/>
              <a:ext cx="1981737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资源复用</a:t>
              </a:r>
            </a:p>
          </p:txBody>
        </p:sp>
        <p:cxnSp>
          <p:nvCxnSpPr>
            <p:cNvPr id="115" name="直线箭头连接符 39">
              <a:extLst>
                <a:ext uri="{FF2B5EF4-FFF2-40B4-BE49-F238E27FC236}">
                  <a16:creationId xmlns:a16="http://schemas.microsoft.com/office/drawing/2014/main" id="{4173792F-429F-DB4A-9F5E-7A5B06FD3902}"/>
                </a:ext>
              </a:extLst>
            </p:cNvPr>
            <p:cNvCxnSpPr>
              <a:cxnSpLocks/>
            </p:cNvCxnSpPr>
            <p:nvPr/>
          </p:nvCxnSpPr>
          <p:spPr>
            <a:xfrm>
              <a:off x="4711845" y="6876986"/>
              <a:ext cx="67779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圆角矩形 40">
              <a:extLst>
                <a:ext uri="{FF2B5EF4-FFF2-40B4-BE49-F238E27FC236}">
                  <a16:creationId xmlns:a16="http://schemas.microsoft.com/office/drawing/2014/main" id="{FB722DBB-3D6C-B047-932B-FE0D6ADA92FB}"/>
                </a:ext>
              </a:extLst>
            </p:cNvPr>
            <p:cNvSpPr/>
            <p:nvPr/>
          </p:nvSpPr>
          <p:spPr>
            <a:xfrm>
              <a:off x="5389641" y="6541320"/>
              <a:ext cx="1483155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关键路径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17" name="圆角矩形 41">
              <a:extLst>
                <a:ext uri="{FF2B5EF4-FFF2-40B4-BE49-F238E27FC236}">
                  <a16:creationId xmlns:a16="http://schemas.microsoft.com/office/drawing/2014/main" id="{502F02CF-130E-7747-8CDE-C7D9189E3124}"/>
                </a:ext>
              </a:extLst>
            </p:cNvPr>
            <p:cNvSpPr/>
            <p:nvPr/>
          </p:nvSpPr>
          <p:spPr>
            <a:xfrm>
              <a:off x="7076691" y="6541320"/>
              <a:ext cx="1483155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指令分布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18" name="圆角矩形 41">
              <a:extLst>
                <a:ext uri="{FF2B5EF4-FFF2-40B4-BE49-F238E27FC236}">
                  <a16:creationId xmlns:a16="http://schemas.microsoft.com/office/drawing/2014/main" id="{AAE2C5D3-F42F-A74B-BB7B-B1D47346BD03}"/>
                </a:ext>
              </a:extLst>
            </p:cNvPr>
            <p:cNvSpPr/>
            <p:nvPr/>
          </p:nvSpPr>
          <p:spPr>
            <a:xfrm>
              <a:off x="8740983" y="6541320"/>
              <a:ext cx="1483155" cy="67133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吞吐率</a:t>
              </a:r>
              <a:endPara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67B0533-8398-5B48-20BE-A4DEDF959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/>
              <a:pPr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6853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1">
            <a:extLst>
              <a:ext uri="{FF2B5EF4-FFF2-40B4-BE49-F238E27FC236}">
                <a16:creationId xmlns:a16="http://schemas.microsoft.com/office/drawing/2014/main" id="{316F45F4-15CD-4E65-BF53-28A44E57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826" y="64768"/>
            <a:ext cx="9339649" cy="1143000"/>
          </a:xfrm>
        </p:spPr>
        <p:txBody>
          <a:bodyPr/>
          <a:lstStyle/>
          <a:p>
            <a:r>
              <a:rPr lang="zh-CN" altLang="en-US" sz="4000" dirty="0"/>
              <a:t>回顾</a:t>
            </a:r>
            <a:r>
              <a:rPr lang="en-US" altLang="zh-CN" sz="4000" dirty="0"/>
              <a:t>: </a:t>
            </a:r>
            <a:r>
              <a:rPr lang="zh-CN" altLang="en-US" sz="4000" dirty="0"/>
              <a:t>两种实现方法</a:t>
            </a: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700599A0-44D0-41CB-A806-C874B3875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563852"/>
            <a:ext cx="6963032" cy="159275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① 定制硬件</a:t>
            </a:r>
            <a:r>
              <a:rPr lang="en-US" altLang="zh-CN" sz="2400" dirty="0"/>
              <a:t>:</a:t>
            </a:r>
            <a:r>
              <a:rPr lang="zh-CN" altLang="en-US" sz="2400" dirty="0"/>
              <a:t> 一种算法</a:t>
            </a:r>
            <a:r>
              <a:rPr lang="en-US" altLang="zh-CN" sz="2400" dirty="0"/>
              <a:t>,</a:t>
            </a:r>
            <a:r>
              <a:rPr lang="zh-CN" altLang="en-US" sz="2400" dirty="0"/>
              <a:t> 一种电路</a:t>
            </a:r>
            <a:r>
              <a:rPr lang="en-US" altLang="zh-CN" sz="2400" dirty="0"/>
              <a:t> (ASIC)</a:t>
            </a:r>
          </a:p>
          <a:p>
            <a:pPr marL="0" indent="0">
              <a:buNone/>
            </a:pPr>
            <a:r>
              <a:rPr lang="zh-CN" altLang="en-US" sz="2400" dirty="0"/>
              <a:t>② 通用硬件</a:t>
            </a:r>
            <a:r>
              <a:rPr lang="en-US" altLang="zh-CN" sz="2400" dirty="0"/>
              <a:t>:</a:t>
            </a:r>
            <a:r>
              <a:rPr lang="zh-CN" altLang="en-US" sz="2400" dirty="0"/>
              <a:t> 多种算法</a:t>
            </a:r>
            <a:r>
              <a:rPr lang="en-US" altLang="zh-CN" sz="2400" dirty="0"/>
              <a:t>,</a:t>
            </a:r>
            <a:r>
              <a:rPr lang="zh-CN" altLang="en-US" sz="2400" dirty="0"/>
              <a:t> 一种电路 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A180B27-99A5-4DCE-BD14-AB2BCCA4511C}"/>
              </a:ext>
            </a:extLst>
          </p:cNvPr>
          <p:cNvGrpSpPr/>
          <p:nvPr/>
        </p:nvGrpSpPr>
        <p:grpSpPr>
          <a:xfrm>
            <a:off x="76200" y="2718992"/>
            <a:ext cx="8991600" cy="2931239"/>
            <a:chOff x="0" y="2783761"/>
            <a:chExt cx="8991600" cy="2931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3">
                  <a:extLst>
                    <a:ext uri="{FF2B5EF4-FFF2-40B4-BE49-F238E27FC236}">
                      <a16:creationId xmlns:a16="http://schemas.microsoft.com/office/drawing/2014/main" id="{5E8A42D0-935B-4F78-8E4A-E80CA030C9D6}"/>
                    </a:ext>
                  </a:extLst>
                </p:cNvPr>
                <p:cNvSpPr txBox="1"/>
                <p:nvPr/>
              </p:nvSpPr>
              <p:spPr>
                <a:xfrm>
                  <a:off x="1790700" y="2783761"/>
                  <a:ext cx="5257800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40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  <m:r>
                          <a:rPr lang="en-US" altLang="zh-CN" sz="440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altLang="zh-CN" sz="440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CN" sz="4400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a:rPr lang="en-US" altLang="zh-CN" sz="4400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oMath>
                    </m:oMathPara>
                  </a14:m>
                  <a:endParaRPr lang="zh-CN" altLang="en-US" sz="4400" dirty="0">
                    <a:solidFill>
                      <a:prstClr val="black"/>
                    </a:solidFill>
                    <a:ea typeface="SimHe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8" name="TextBox 3">
                  <a:extLst>
                    <a:ext uri="{FF2B5EF4-FFF2-40B4-BE49-F238E27FC236}">
                      <a16:creationId xmlns:a16="http://schemas.microsoft.com/office/drawing/2014/main" id="{5E8A42D0-935B-4F78-8E4A-E80CA030C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0700" y="2783761"/>
                  <a:ext cx="5257800" cy="769441"/>
                </a:xfrm>
                <a:prstGeom prst="rect">
                  <a:avLst/>
                </a:prstGeom>
                <a:blipFill>
                  <a:blip r:embed="rId2"/>
                  <a:stretch>
                    <a:fillRect b="-278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6B1A0623-1CEF-42FD-BB4F-C40F5280B852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00" y="5715000"/>
              <a:ext cx="9906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95CF955D-C561-4842-8C36-00B24A6815E7}"/>
                </a:ext>
              </a:extLst>
            </p:cNvPr>
            <p:cNvCxnSpPr>
              <a:cxnSpLocks/>
            </p:cNvCxnSpPr>
            <p:nvPr/>
          </p:nvCxnSpPr>
          <p:spPr>
            <a:xfrm>
              <a:off x="5181600" y="5715000"/>
              <a:ext cx="9906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10">
              <a:extLst>
                <a:ext uri="{FF2B5EF4-FFF2-40B4-BE49-F238E27FC236}">
                  <a16:creationId xmlns:a16="http://schemas.microsoft.com/office/drawing/2014/main" id="{FB684DB0-8AE5-4C06-AD9F-3C5893320A8C}"/>
                </a:ext>
              </a:extLst>
            </p:cNvPr>
            <p:cNvSpPr txBox="1"/>
            <p:nvPr/>
          </p:nvSpPr>
          <p:spPr>
            <a:xfrm>
              <a:off x="2476500" y="5130225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prstClr val="black"/>
                  </a:solidFill>
                  <a:latin typeface="Arial" panose="020B0604020202020204" pitchFamily="34" charset="0"/>
                  <a:ea typeface="SimHei" panose="02010609060101010101" pitchFamily="49" charset="-122"/>
                </a:rPr>
                <a:t>I</a:t>
              </a:r>
              <a:endPara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3" name="TextBox 11">
              <a:extLst>
                <a:ext uri="{FF2B5EF4-FFF2-40B4-BE49-F238E27FC236}">
                  <a16:creationId xmlns:a16="http://schemas.microsoft.com/office/drawing/2014/main" id="{266512A3-6D2B-4E03-BBDC-8513D04EB6C6}"/>
                </a:ext>
              </a:extLst>
            </p:cNvPr>
            <p:cNvSpPr txBox="1"/>
            <p:nvPr/>
          </p:nvSpPr>
          <p:spPr>
            <a:xfrm>
              <a:off x="5219700" y="5103169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prstClr val="black"/>
                  </a:solidFill>
                  <a:latin typeface="Arial" panose="020B0604020202020204" pitchFamily="34" charset="0"/>
                  <a:ea typeface="SimHei" panose="02010609060101010101" pitchFamily="49" charset="-122"/>
                </a:rPr>
                <a:t>O</a:t>
              </a:r>
              <a:endPara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F93CEA7E-1EFB-4073-9289-ADEF1A4B5D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2000" y="3886200"/>
              <a:ext cx="647700" cy="83820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7D78AFF1-9B23-4591-ACA4-303ADA99A965}"/>
                </a:ext>
              </a:extLst>
            </p:cNvPr>
            <p:cNvCxnSpPr/>
            <p:nvPr/>
          </p:nvCxnSpPr>
          <p:spPr>
            <a:xfrm>
              <a:off x="3429000" y="3886200"/>
              <a:ext cx="609600" cy="83820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内容占位符 2">
              <a:extLst>
                <a:ext uri="{FF2B5EF4-FFF2-40B4-BE49-F238E27FC236}">
                  <a16:creationId xmlns:a16="http://schemas.microsoft.com/office/drawing/2014/main" id="{6CFEA4D9-07F1-4297-A64E-0FB3BBEF19F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0" y="3717033"/>
              <a:ext cx="3733800" cy="1176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•"/>
                <a:defRPr sz="36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32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•"/>
                <a:defRPr sz="28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24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4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charset="0"/>
                <a:buNone/>
              </a:pPr>
              <a:r>
                <a:rPr lang="zh-CN" altLang="en-US" sz="2800" dirty="0">
                  <a:solidFill>
                    <a:prstClr val="black"/>
                  </a:solidFill>
                </a:rPr>
                <a:t>①</a:t>
              </a:r>
              <a:r>
                <a:rPr lang="en-US" altLang="zh-CN" sz="2800" dirty="0">
                  <a:solidFill>
                    <a:prstClr val="black"/>
                  </a:solidFill>
                </a:rPr>
                <a:t>ASIC</a:t>
              </a:r>
            </a:p>
            <a:p>
              <a:pPr marL="0" indent="0" algn="ctr">
                <a:buFont typeface="Arial" charset="0"/>
                <a:buNone/>
              </a:pPr>
              <a:r>
                <a:rPr lang="zh-CN" altLang="en-US" sz="2400" dirty="0">
                  <a:solidFill>
                    <a:prstClr val="black"/>
                  </a:solidFill>
                  <a:sym typeface="Symbol"/>
                </a:rPr>
                <a:t>不同算法  </a:t>
              </a:r>
              <a:endParaRPr lang="en-US" altLang="zh-CN" sz="2400" dirty="0">
                <a:solidFill>
                  <a:prstClr val="black"/>
                </a:solidFill>
                <a:sym typeface="Symbol"/>
              </a:endParaRPr>
            </a:p>
            <a:p>
              <a:pPr marL="0" indent="0" algn="ctr">
                <a:buFont typeface="Arial" charset="0"/>
                <a:buNone/>
              </a:pPr>
              <a:r>
                <a:rPr lang="zh-CN" altLang="en-US" sz="2400" dirty="0">
                  <a:solidFill>
                    <a:prstClr val="black"/>
                  </a:solidFill>
                  <a:sym typeface="Symbol"/>
                </a:rPr>
                <a:t>不同电路</a:t>
              </a:r>
              <a:endParaRPr lang="en-US" altLang="zh-CN" sz="2400" dirty="0">
                <a:solidFill>
                  <a:prstClr val="black"/>
                </a:solidFill>
                <a:sym typeface="Symbol"/>
              </a:endParaRPr>
            </a:p>
          </p:txBody>
        </p:sp>
        <p:sp>
          <p:nvSpPr>
            <p:cNvPr id="67" name="内容占位符 2">
              <a:extLst>
                <a:ext uri="{FF2B5EF4-FFF2-40B4-BE49-F238E27FC236}">
                  <a16:creationId xmlns:a16="http://schemas.microsoft.com/office/drawing/2014/main" id="{2548AE2B-F2BF-4DE3-A763-5F8BC47D6F9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953000" y="3717033"/>
              <a:ext cx="4038600" cy="1176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•"/>
                <a:defRPr sz="36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32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•"/>
                <a:defRPr sz="28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24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400" kern="1200" baseline="0">
                  <a:solidFill>
                    <a:schemeClr val="tx1"/>
                  </a:solidFill>
                  <a:latin typeface="+mn-lt"/>
                  <a:ea typeface="黑体" pitchFamily="49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charset="0"/>
                <a:buNone/>
              </a:pPr>
              <a:r>
                <a:rPr lang="zh-CN" altLang="en-US" sz="2800" dirty="0">
                  <a:solidFill>
                    <a:prstClr val="black"/>
                  </a:solidFill>
                </a:rPr>
                <a:t>②通用硬件</a:t>
              </a:r>
              <a:endParaRPr lang="en-US" altLang="zh-CN" sz="2800" dirty="0">
                <a:solidFill>
                  <a:prstClr val="black"/>
                </a:solidFill>
              </a:endParaRPr>
            </a:p>
            <a:p>
              <a:pPr marL="0" indent="0" algn="ctr">
                <a:buNone/>
              </a:pPr>
              <a:r>
                <a:rPr lang="zh-CN" altLang="en-US" sz="2400" dirty="0">
                  <a:solidFill>
                    <a:prstClr val="black"/>
                  </a:solidFill>
                  <a:sym typeface="Symbol"/>
                </a:rPr>
                <a:t>不同算法  </a:t>
              </a:r>
              <a:endParaRPr lang="en-US" altLang="zh-CN" sz="2400" dirty="0">
                <a:solidFill>
                  <a:prstClr val="black"/>
                </a:solidFill>
                <a:sym typeface="Symbol"/>
              </a:endParaRPr>
            </a:p>
            <a:p>
              <a:pPr marL="0" indent="0" algn="ctr">
                <a:buNone/>
              </a:pPr>
              <a:r>
                <a:rPr lang="zh-CN" altLang="en-US" sz="2400" dirty="0">
                  <a:solidFill>
                    <a:prstClr val="black"/>
                  </a:solidFill>
                  <a:sym typeface="Symbol"/>
                </a:rPr>
                <a:t>相同电路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68" name="矩形 67">
            <a:extLst>
              <a:ext uri="{FF2B5EF4-FFF2-40B4-BE49-F238E27FC236}">
                <a16:creationId xmlns:a16="http://schemas.microsoft.com/office/drawing/2014/main" id="{478DDA0A-A114-45C3-B811-0C07812C7D20}"/>
              </a:ext>
            </a:extLst>
          </p:cNvPr>
          <p:cNvSpPr/>
          <p:nvPr/>
        </p:nvSpPr>
        <p:spPr>
          <a:xfrm>
            <a:off x="3733800" y="4888231"/>
            <a:ext cx="1524000" cy="1524000"/>
          </a:xfrm>
          <a:prstGeom prst="rect">
            <a:avLst/>
          </a:prstGeom>
          <a:solidFill>
            <a:srgbClr val="99CCFF"/>
          </a:solidFill>
          <a:ln w="25400" cap="flat" cmpd="sng" algn="ctr">
            <a:solidFill>
              <a:srgbClr val="99CC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8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黑体"/>
                <a:cs typeface="+mn-cs"/>
              </a:rPr>
              <a:t>C</a:t>
            </a:r>
            <a:endParaRPr kumimoji="0" lang="zh-CN" altLang="en-US" sz="8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黑体"/>
              <a:cs typeface="+mn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05AFAC4-7F8F-5774-2151-5E432B59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/>
              <a:pPr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24411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B0D50-B0F0-DF49-8190-9281F436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回顾：如何支持通用算法？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E9E03B-6A5B-BD4D-8A92-47069293E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</a:rPr>
              <a:t>指令集的角色</a:t>
            </a:r>
            <a:endParaRPr lang="en-US" altLang="zh-CN" dirty="0"/>
          </a:p>
          <a:p>
            <a:pPr lvl="1"/>
            <a:r>
              <a:rPr lang="zh-CN" altLang="en-US" dirty="0"/>
              <a:t>软件和通用处理器之间的桥梁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821B67B-99FD-9441-7793-E293C3588C30}"/>
              </a:ext>
            </a:extLst>
          </p:cNvPr>
          <p:cNvGrpSpPr/>
          <p:nvPr/>
        </p:nvGrpSpPr>
        <p:grpSpPr>
          <a:xfrm>
            <a:off x="1101984" y="2713277"/>
            <a:ext cx="6940032" cy="3544066"/>
            <a:chOff x="1103242" y="2004145"/>
            <a:chExt cx="6940032" cy="4553836"/>
          </a:xfrm>
        </p:grpSpPr>
        <p:sp>
          <p:nvSpPr>
            <p:cNvPr id="5" name="内容占位符 5">
              <a:extLst>
                <a:ext uri="{FF2B5EF4-FFF2-40B4-BE49-F238E27FC236}">
                  <a16:creationId xmlns:a16="http://schemas.microsoft.com/office/drawing/2014/main" id="{3ED548D8-E20B-C14C-84BE-612E2EC4849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103242" y="2004145"/>
              <a:ext cx="1726019" cy="1995908"/>
            </a:xfrm>
            <a:prstGeom prst="roundRect">
              <a:avLst>
                <a:gd name="adj" fmla="val 482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75000"/>
                </a:schemeClr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i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=0;S=0;r=0;</a:t>
              </a:r>
            </a:p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while(</a:t>
              </a:r>
              <a:r>
                <a:rPr kumimoji="1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i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&lt;10){</a:t>
              </a:r>
            </a:p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    r=A[</a:t>
              </a:r>
              <a:r>
                <a:rPr kumimoji="1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i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];</a:t>
              </a:r>
            </a:p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    S=</a:t>
              </a:r>
              <a:r>
                <a:rPr kumimoji="1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S+r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;</a:t>
              </a:r>
            </a:p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    </a:t>
              </a:r>
              <a:r>
                <a:rPr kumimoji="1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i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=i+1;</a:t>
              </a:r>
            </a:p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rPr>
                <a:t>}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27F3278-F0FA-5E45-904F-FACA167A8A7E}"/>
                </a:ext>
              </a:extLst>
            </p:cNvPr>
            <p:cNvSpPr txBox="1"/>
            <p:nvPr/>
          </p:nvSpPr>
          <p:spPr>
            <a:xfrm>
              <a:off x="2035027" y="3406637"/>
              <a:ext cx="813043" cy="5932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8" name="右箭头 7">
              <a:extLst>
                <a:ext uri="{FF2B5EF4-FFF2-40B4-BE49-F238E27FC236}">
                  <a16:creationId xmlns:a16="http://schemas.microsoft.com/office/drawing/2014/main" id="{A32DFB8C-20ED-514C-9DB0-89BAAA4EDC71}"/>
                </a:ext>
              </a:extLst>
            </p:cNvPr>
            <p:cNvSpPr/>
            <p:nvPr/>
          </p:nvSpPr>
          <p:spPr>
            <a:xfrm>
              <a:off x="2933393" y="2586033"/>
              <a:ext cx="3485480" cy="820600"/>
            </a:xfrm>
            <a:prstGeom prst="leftRightArrow">
              <a:avLst/>
            </a:prstGeom>
            <a:gradFill flip="none" rotWithShape="1">
              <a:gsLst>
                <a:gs pos="47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0800000" scaled="0"/>
              <a:tileRect/>
            </a:gradFill>
            <a:ln w="25400"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cs typeface="+mn-cs"/>
                </a:rPr>
                <a:t>编译器</a:t>
              </a:r>
            </a:p>
          </p:txBody>
        </p:sp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5A6062D2-3283-8D4A-B8A3-2C3AD4EA6040}"/>
                </a:ext>
              </a:extLst>
            </p:cNvPr>
            <p:cNvSpPr/>
            <p:nvPr/>
          </p:nvSpPr>
          <p:spPr>
            <a:xfrm>
              <a:off x="6523006" y="4890546"/>
              <a:ext cx="1520268" cy="1667435"/>
            </a:xfrm>
            <a:prstGeom prst="roundRect">
              <a:avLst>
                <a:gd name="adj" fmla="val 12435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+mn-cs"/>
                </a:rPr>
                <a:t>通用</a:t>
              </a:r>
              <a:b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+mn-cs"/>
                </a:rPr>
              </a:b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+mn-cs"/>
                </a:rPr>
                <a:t>处理器</a:t>
              </a:r>
            </a:p>
          </p:txBody>
        </p:sp>
        <p:sp>
          <p:nvSpPr>
            <p:cNvPr id="25" name="下箭头 24">
              <a:extLst>
                <a:ext uri="{FF2B5EF4-FFF2-40B4-BE49-F238E27FC236}">
                  <a16:creationId xmlns:a16="http://schemas.microsoft.com/office/drawing/2014/main" id="{5BEAB162-0DD2-2B4D-BD13-0181551644AF}"/>
                </a:ext>
              </a:extLst>
            </p:cNvPr>
            <p:cNvSpPr/>
            <p:nvPr/>
          </p:nvSpPr>
          <p:spPr>
            <a:xfrm>
              <a:off x="7079026" y="4000053"/>
              <a:ext cx="435687" cy="890493"/>
            </a:xfrm>
            <a:prstGeom prst="upDownArrow">
              <a:avLst/>
            </a:prstGeom>
            <a:gradFill flip="none" rotWithShape="1">
              <a:gsLst>
                <a:gs pos="47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E062E3E-8105-482E-A346-EEA5099FFCBA}"/>
                </a:ext>
              </a:extLst>
            </p:cNvPr>
            <p:cNvGrpSpPr/>
            <p:nvPr/>
          </p:nvGrpSpPr>
          <p:grpSpPr>
            <a:xfrm>
              <a:off x="6502114" y="2004146"/>
              <a:ext cx="1541159" cy="2033969"/>
              <a:chOff x="1103242" y="4313409"/>
              <a:chExt cx="1541159" cy="2033969"/>
            </a:xfrm>
          </p:grpSpPr>
          <p:sp>
            <p:nvSpPr>
              <p:cNvPr id="36" name="圆角矩形 18">
                <a:extLst>
                  <a:ext uri="{FF2B5EF4-FFF2-40B4-BE49-F238E27FC236}">
                    <a16:creationId xmlns:a16="http://schemas.microsoft.com/office/drawing/2014/main" id="{7B252DB4-ADD2-44C0-B4AF-39F6CD70B41B}"/>
                  </a:ext>
                </a:extLst>
              </p:cNvPr>
              <p:cNvSpPr/>
              <p:nvPr/>
            </p:nvSpPr>
            <p:spPr>
              <a:xfrm>
                <a:off x="1124133" y="4313409"/>
                <a:ext cx="1509823" cy="2005598"/>
              </a:xfrm>
              <a:prstGeom prst="roundRect">
                <a:avLst>
                  <a:gd name="adj" fmla="val 9542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37" name="矩形 21">
                <a:extLst>
                  <a:ext uri="{FF2B5EF4-FFF2-40B4-BE49-F238E27FC236}">
                    <a16:creationId xmlns:a16="http://schemas.microsoft.com/office/drawing/2014/main" id="{850F3B5F-98FC-413C-B175-6AF322934C3F}"/>
                  </a:ext>
                </a:extLst>
              </p:cNvPr>
              <p:cNvSpPr/>
              <p:nvPr/>
            </p:nvSpPr>
            <p:spPr>
              <a:xfrm rot="5400000">
                <a:off x="1646251" y="5115775"/>
                <a:ext cx="67839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……</a:t>
                </a: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4A1150E-2322-4F0B-BBCD-34E5CA65FDEF}"/>
                  </a:ext>
                </a:extLst>
              </p:cNvPr>
              <p:cNvCxnSpPr/>
              <p:nvPr/>
            </p:nvCxnSpPr>
            <p:spPr>
              <a:xfrm>
                <a:off x="1103242" y="4733925"/>
                <a:ext cx="153071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6413AC8-37B5-41D9-AC89-3C0E7873BC24}"/>
                  </a:ext>
                </a:extLst>
              </p:cNvPr>
              <p:cNvCxnSpPr/>
              <p:nvPr/>
            </p:nvCxnSpPr>
            <p:spPr>
              <a:xfrm>
                <a:off x="1103242" y="5074668"/>
                <a:ext cx="153071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2A5EA72F-448C-432B-A172-ADA79A29F0E8}"/>
                  </a:ext>
                </a:extLst>
              </p:cNvPr>
              <p:cNvCxnSpPr/>
              <p:nvPr/>
            </p:nvCxnSpPr>
            <p:spPr>
              <a:xfrm>
                <a:off x="1113687" y="5890848"/>
                <a:ext cx="153071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020F65-4FE4-456D-AD17-8D890E579332}"/>
                  </a:ext>
                </a:extLst>
              </p:cNvPr>
              <p:cNvSpPr txBox="1"/>
              <p:nvPr/>
            </p:nvSpPr>
            <p:spPr>
              <a:xfrm>
                <a:off x="1529561" y="4336693"/>
                <a:ext cx="776175" cy="4350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指令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1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3210A7B-AF02-42FB-A435-E09EDA602584}"/>
                  </a:ext>
                </a:extLst>
              </p:cNvPr>
              <p:cNvSpPr txBox="1"/>
              <p:nvPr/>
            </p:nvSpPr>
            <p:spPr>
              <a:xfrm>
                <a:off x="1529558" y="4698832"/>
                <a:ext cx="776175" cy="4350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指令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2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34E5046-7DA9-4FEC-9971-862EE76A7899}"/>
                  </a:ext>
                </a:extLst>
              </p:cNvPr>
              <p:cNvSpPr txBox="1"/>
              <p:nvPr/>
            </p:nvSpPr>
            <p:spPr>
              <a:xfrm>
                <a:off x="1490675" y="5912364"/>
                <a:ext cx="814646" cy="4350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指令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N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CC2E0D1E-D396-FA4E-B7B9-E55BD6CAB2A1}"/>
                </a:ext>
              </a:extLst>
            </p:cNvPr>
            <p:cNvSpPr/>
            <p:nvPr/>
          </p:nvSpPr>
          <p:spPr>
            <a:xfrm>
              <a:off x="1103242" y="4890546"/>
              <a:ext cx="1726019" cy="1667435"/>
            </a:xfrm>
            <a:prstGeom prst="roundRect">
              <a:avLst>
                <a:gd name="adj" fmla="val 731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panose="020B0604020202020204" pitchFamily="34" charset="0"/>
                </a:rPr>
                <a:t>处理器</a:t>
              </a:r>
              <a:b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panose="020B0604020202020204" pitchFamily="34" charset="0"/>
                </a:rPr>
              </a:b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panose="020B0604020202020204" pitchFamily="34" charset="0"/>
                </a:rPr>
                <a:t>设计师</a:t>
              </a:r>
              <a:endPara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44" name="右箭头 7">
              <a:extLst>
                <a:ext uri="{FF2B5EF4-FFF2-40B4-BE49-F238E27FC236}">
                  <a16:creationId xmlns:a16="http://schemas.microsoft.com/office/drawing/2014/main" id="{8CA1285F-4DEF-DB4B-9850-9626E1892AD7}"/>
                </a:ext>
              </a:extLst>
            </p:cNvPr>
            <p:cNvSpPr/>
            <p:nvPr/>
          </p:nvSpPr>
          <p:spPr>
            <a:xfrm>
              <a:off x="2933393" y="5313963"/>
              <a:ext cx="3485480" cy="820600"/>
            </a:xfrm>
            <a:prstGeom prst="leftRightArrow">
              <a:avLst/>
            </a:prstGeom>
            <a:gradFill flip="none" rotWithShape="1">
              <a:gsLst>
                <a:gs pos="65000">
                  <a:srgbClr val="F4EEDC"/>
                </a:gs>
                <a:gs pos="0">
                  <a:schemeClr val="accent3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 w="25400"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cs typeface="+mn-cs"/>
                </a:rPr>
                <a:t>CPU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cs typeface="+mn-cs"/>
                </a:rPr>
                <a:t>设计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849F6D4-AB45-8046-B9A4-D2CF04DE5F45}"/>
                </a:ext>
              </a:extLst>
            </p:cNvPr>
            <p:cNvGrpSpPr/>
            <p:nvPr/>
          </p:nvGrpSpPr>
          <p:grpSpPr>
            <a:xfrm>
              <a:off x="3557783" y="3201484"/>
              <a:ext cx="3630165" cy="2317629"/>
              <a:chOff x="3557783" y="3201484"/>
              <a:chExt cx="3630165" cy="2317629"/>
            </a:xfrm>
          </p:grpSpPr>
          <p:sp>
            <p:nvSpPr>
              <p:cNvPr id="14" name="圆角矩形 13">
                <a:extLst>
                  <a:ext uri="{FF2B5EF4-FFF2-40B4-BE49-F238E27FC236}">
                    <a16:creationId xmlns:a16="http://schemas.microsoft.com/office/drawing/2014/main" id="{596D9DE8-15A8-2648-9BDE-0B7D1B0AD867}"/>
                  </a:ext>
                </a:extLst>
              </p:cNvPr>
              <p:cNvSpPr/>
              <p:nvPr/>
            </p:nvSpPr>
            <p:spPr>
              <a:xfrm>
                <a:off x="3557783" y="4150920"/>
                <a:ext cx="2236699" cy="609078"/>
              </a:xfrm>
              <a:prstGeom prst="roundRect">
                <a:avLst>
                  <a:gd name="adj" fmla="val 13146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cs typeface="+mn-cs"/>
                  </a:rPr>
                  <a:t>指令集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74DB9490-B041-7848-B9FA-DDAC30AEBDAC}"/>
                  </a:ext>
                </a:extLst>
              </p:cNvPr>
              <p:cNvCxnSpPr>
                <a:cxnSpLocks/>
                <a:stCxn id="14" idx="0"/>
                <a:endCxn id="8" idx="5"/>
              </p:cNvCxnSpPr>
              <p:nvPr/>
            </p:nvCxnSpPr>
            <p:spPr>
              <a:xfrm flipV="1">
                <a:off x="4676133" y="3201484"/>
                <a:ext cx="0" cy="949436"/>
              </a:xfrm>
              <a:prstGeom prst="straightConnector1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BEDE99A1-B622-6A4D-A726-865FAAB66576}"/>
                  </a:ext>
                </a:extLst>
              </p:cNvPr>
              <p:cNvCxnSpPr>
                <a:stCxn id="14" idx="3"/>
                <a:endCxn id="25" idx="2"/>
              </p:cNvCxnSpPr>
              <p:nvPr/>
            </p:nvCxnSpPr>
            <p:spPr>
              <a:xfrm flipV="1">
                <a:off x="5794482" y="4445300"/>
                <a:ext cx="1393466" cy="10159"/>
              </a:xfrm>
              <a:prstGeom prst="straightConnector1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6E8D7CD-B963-584B-A9C3-132931FD5AB3}"/>
                  </a:ext>
                </a:extLst>
              </p:cNvPr>
              <p:cNvCxnSpPr>
                <a:cxnSpLocks/>
                <a:stCxn id="14" idx="2"/>
                <a:endCxn id="44" idx="1"/>
              </p:cNvCxnSpPr>
              <p:nvPr/>
            </p:nvCxnSpPr>
            <p:spPr>
              <a:xfrm>
                <a:off x="4676133" y="4759999"/>
                <a:ext cx="0" cy="759114"/>
              </a:xfrm>
              <a:prstGeom prst="straightConnector1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92A9885-7706-9F18-A449-8DA2930BDE38}"/>
              </a:ext>
            </a:extLst>
          </p:cNvPr>
          <p:cNvSpPr txBox="1">
            <a:spLocks/>
          </p:cNvSpPr>
          <p:nvPr/>
        </p:nvSpPr>
        <p:spPr bwMode="auto">
          <a:xfrm>
            <a:off x="6552000" y="62460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14659731-6BD7-46E7-8D3C-2F3AC07E20B1}" type="slidenum">
              <a:rPr lang="en-US" altLang="zh-CN" smtClean="0"/>
              <a:pPr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669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DB792-C450-AB4C-9860-EF48E6B4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从指令集到处理器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8CF5FF-2ACD-BA44-ADD2-77D10EAF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5" name="内容占位符 5">
            <a:extLst>
              <a:ext uri="{FF2B5EF4-FFF2-40B4-BE49-F238E27FC236}">
                <a16:creationId xmlns:a16="http://schemas.microsoft.com/office/drawing/2014/main" id="{93621C01-480A-A74D-82CF-68A90B2D4C6F}"/>
              </a:ext>
            </a:extLst>
          </p:cNvPr>
          <p:cNvSpPr txBox="1">
            <a:spLocks/>
          </p:cNvSpPr>
          <p:nvPr/>
        </p:nvSpPr>
        <p:spPr bwMode="auto">
          <a:xfrm>
            <a:off x="1284112" y="2297905"/>
            <a:ext cx="2954212" cy="3067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b="0" dirty="0">
                <a:ea typeface="SimHei" panose="02010609060101010101" pitchFamily="49" charset="-122"/>
              </a:rPr>
              <a:t>E.g. vector add:</a:t>
            </a:r>
          </a:p>
          <a:p>
            <a:pPr marL="0" indent="0">
              <a:buNone/>
            </a:pPr>
            <a:r>
              <a:rPr lang="en-US" altLang="zh-CN" sz="2000" b="0" dirty="0">
                <a:ea typeface="SimHei" panose="02010609060101010101" pitchFamily="49" charset="-122"/>
              </a:rPr>
              <a:t>i=0;S=0;r=0;</a:t>
            </a:r>
          </a:p>
          <a:p>
            <a:pPr marL="0" indent="0">
              <a:buNone/>
            </a:pPr>
            <a:r>
              <a:rPr lang="en-US" altLang="zh-CN" sz="2000" b="0" dirty="0">
                <a:ea typeface="SimHei" panose="02010609060101010101" pitchFamily="49" charset="-122"/>
              </a:rPr>
              <a:t>While(i&lt;10){</a:t>
            </a:r>
          </a:p>
          <a:p>
            <a:pPr marL="0" indent="0">
              <a:buNone/>
            </a:pPr>
            <a:r>
              <a:rPr lang="en-US" altLang="zh-CN" sz="2000" b="0" dirty="0">
                <a:ea typeface="SimHei" panose="02010609060101010101" pitchFamily="49" charset="-122"/>
              </a:rPr>
              <a:t>    r=A[i];</a:t>
            </a:r>
          </a:p>
          <a:p>
            <a:pPr marL="0" indent="0">
              <a:buNone/>
            </a:pPr>
            <a:r>
              <a:rPr lang="en-US" altLang="zh-CN" sz="2000" b="0" dirty="0">
                <a:ea typeface="SimHei" panose="02010609060101010101" pitchFamily="49" charset="-122"/>
              </a:rPr>
              <a:t>    S=</a:t>
            </a:r>
            <a:r>
              <a:rPr lang="en-US" altLang="zh-CN" sz="2000" b="0" dirty="0" err="1">
                <a:ea typeface="SimHei" panose="02010609060101010101" pitchFamily="49" charset="-122"/>
              </a:rPr>
              <a:t>S+r</a:t>
            </a:r>
            <a:r>
              <a:rPr lang="en-US" altLang="zh-CN" sz="2000" b="0" dirty="0">
                <a:ea typeface="SimHei" panose="02010609060101010101" pitchFamily="49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b="0" dirty="0">
                <a:ea typeface="SimHei" panose="02010609060101010101" pitchFamily="49" charset="-122"/>
              </a:rPr>
              <a:t>    i=i+1;</a:t>
            </a:r>
          </a:p>
          <a:p>
            <a:pPr marL="0" indent="0">
              <a:buNone/>
            </a:pPr>
            <a:r>
              <a:rPr lang="en-US" altLang="zh-CN" sz="2000" b="0" dirty="0">
                <a:ea typeface="SimHei" panose="02010609060101010101" pitchFamily="49" charset="-122"/>
              </a:rPr>
              <a:t>}</a:t>
            </a:r>
          </a:p>
          <a:p>
            <a:pPr marL="0" indent="0">
              <a:buNone/>
            </a:pPr>
            <a:endParaRPr lang="en-US" altLang="zh-CN" sz="2000" b="0" dirty="0"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000" b="0" dirty="0">
              <a:ea typeface="SimHei" panose="02010609060101010101" pitchFamily="49" charset="-122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C3D55F-AA4E-1C40-83B1-541C602C1DE3}"/>
              </a:ext>
            </a:extLst>
          </p:cNvPr>
          <p:cNvSpPr txBox="1">
            <a:spLocks/>
          </p:cNvSpPr>
          <p:nvPr/>
        </p:nvSpPr>
        <p:spPr bwMode="auto">
          <a:xfrm>
            <a:off x="1965756" y="5025176"/>
            <a:ext cx="5799387" cy="438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zh-CN" altLang="en-US" sz="2800" b="0" dirty="0">
                <a:solidFill>
                  <a:srgbClr val="3333FF"/>
                </a:solidFill>
                <a:ea typeface="SimHei" panose="02010609060101010101" pitchFamily="49" charset="-122"/>
              </a:rPr>
              <a:t>处理器应当具有哪些功能？</a:t>
            </a:r>
            <a:endParaRPr lang="en-US" altLang="zh-CN" sz="2800" b="0" dirty="0">
              <a:solidFill>
                <a:srgbClr val="3333FF"/>
              </a:solidFill>
              <a:ea typeface="SimHei" panose="02010609060101010101" pitchFamily="49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511D4A5-B2E6-C241-B826-ECCE204D6805}"/>
              </a:ext>
            </a:extLst>
          </p:cNvPr>
          <p:cNvGrpSpPr/>
          <p:nvPr/>
        </p:nvGrpSpPr>
        <p:grpSpPr>
          <a:xfrm>
            <a:off x="2941898" y="2360387"/>
            <a:ext cx="3619730" cy="2007341"/>
            <a:chOff x="2866471" y="4080509"/>
            <a:chExt cx="3619730" cy="200734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D3E939D-0AC6-5F48-9505-7D971CB8CF76}"/>
                </a:ext>
              </a:extLst>
            </p:cNvPr>
            <p:cNvSpPr txBox="1"/>
            <p:nvPr/>
          </p:nvSpPr>
          <p:spPr>
            <a:xfrm>
              <a:off x="4440262" y="4080509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accent2"/>
                  </a:solidFill>
                  <a:latin typeface="Arial (正文)"/>
                  <a:ea typeface="SimHei" panose="02010609060101010101" pitchFamily="49" charset="-122"/>
                </a:rPr>
                <a:t>变量声明和加载</a:t>
              </a:r>
            </a:p>
          </p:txBody>
        </p: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708222E5-1A66-7D47-869A-B8312949C097}"/>
                </a:ext>
              </a:extLst>
            </p:cNvPr>
            <p:cNvCxnSpPr/>
            <p:nvPr/>
          </p:nvCxnSpPr>
          <p:spPr>
            <a:xfrm flipH="1">
              <a:off x="2866471" y="4268083"/>
              <a:ext cx="1588405" cy="340963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1EB6A48C-A9D0-9E43-8FD2-C1BE9D4AB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6472" y="4958244"/>
              <a:ext cx="1573790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968EED7-D900-244A-A5A0-C5D28D90F993}"/>
                </a:ext>
              </a:extLst>
            </p:cNvPr>
            <p:cNvSpPr txBox="1"/>
            <p:nvPr/>
          </p:nvSpPr>
          <p:spPr>
            <a:xfrm>
              <a:off x="4454876" y="4755173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accent2"/>
                  </a:solidFill>
                  <a:latin typeface="Arial (正文)"/>
                  <a:ea typeface="SimHei" panose="02010609060101010101" pitchFamily="49" charset="-122"/>
                </a:rPr>
                <a:t>比较、判断和分支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90384ED-DF44-2241-A651-35AA04FC0443}"/>
                </a:ext>
              </a:extLst>
            </p:cNvPr>
            <p:cNvSpPr txBox="1"/>
            <p:nvPr/>
          </p:nvSpPr>
          <p:spPr>
            <a:xfrm>
              <a:off x="4454875" y="5228388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accent2"/>
                  </a:solidFill>
                  <a:latin typeface="Arial (正文)"/>
                  <a:ea typeface="SimHei" panose="02010609060101010101" pitchFamily="49" charset="-122"/>
                </a:rPr>
                <a:t>算法和逻辑操作</a:t>
              </a:r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992D612A-3AD5-4E46-BA88-8921EC046C38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2881085" y="5413054"/>
              <a:ext cx="1573790" cy="276999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9229FFF5-5C25-6642-8B44-36EAD4B358DF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2881085" y="5413054"/>
              <a:ext cx="1573790" cy="614022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605BA4B-2A4E-804B-A26F-D88B9F34D561}"/>
                </a:ext>
              </a:extLst>
            </p:cNvPr>
            <p:cNvSpPr txBox="1"/>
            <p:nvPr/>
          </p:nvSpPr>
          <p:spPr>
            <a:xfrm>
              <a:off x="4454875" y="571851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accent2"/>
                  </a:solidFill>
                  <a:latin typeface="Arial (正文)"/>
                  <a:ea typeface="SimHei" panose="02010609060101010101" pitchFamily="49" charset="-122"/>
                </a:rPr>
                <a:t>数据写回</a:t>
              </a:r>
            </a:p>
          </p:txBody>
        </p: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48C05194-6923-9B4A-8929-4091D3B4F289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 flipV="1">
              <a:off x="2912141" y="5358150"/>
              <a:ext cx="1542734" cy="54503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1F0243F1-0530-B148-AAE8-229C0CD32B37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 flipV="1">
              <a:off x="2912141" y="5671838"/>
              <a:ext cx="1542734" cy="231346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F2FA6401-3739-354C-93E0-D60EC153C7CF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>
              <a:off x="2912141" y="5903184"/>
              <a:ext cx="1542734" cy="112833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2FA5FDE2-FA12-A45F-4C7A-2DAD4DEF206D}"/>
              </a:ext>
            </a:extLst>
          </p:cNvPr>
          <p:cNvSpPr txBox="1">
            <a:spLocks/>
          </p:cNvSpPr>
          <p:nvPr/>
        </p:nvSpPr>
        <p:spPr bwMode="auto">
          <a:xfrm>
            <a:off x="6553200" y="1943499"/>
            <a:ext cx="2423886" cy="3067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sz="2000" dirty="0"/>
              <a:t>例子：</a:t>
            </a:r>
            <a:r>
              <a:rPr lang="en-US" altLang="zh-CN" sz="2000" dirty="0"/>
              <a:t>MIPS</a:t>
            </a:r>
            <a:r>
              <a:rPr lang="zh-CN" altLang="en-US" sz="2000" dirty="0"/>
              <a:t>指令集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lw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beq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 err="1"/>
              <a:t>jal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 err="1"/>
              <a:t>jr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...</a:t>
            </a:r>
          </a:p>
          <a:p>
            <a:pPr marL="0" indent="0">
              <a:buNone/>
            </a:pPr>
            <a:r>
              <a:rPr lang="en-US" altLang="zh-CN" sz="2000" dirty="0"/>
              <a:t>add,</a:t>
            </a:r>
            <a:r>
              <a:rPr lang="zh-CN" altLang="en-US" sz="2000" dirty="0"/>
              <a:t> </a:t>
            </a:r>
            <a:r>
              <a:rPr lang="en-US" altLang="zh-CN" sz="2000" dirty="0" err="1"/>
              <a:t>addi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...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sw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19557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6BF05-3E2E-B84C-812F-89DD5C02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回顾：从专用芯片到处理器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0F58B-DF4C-A846-A166-49658526B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如何让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支持指令集？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明确指令操作步骤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构造摩尔机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E1BBF1-7222-1648-B068-7F5627A9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grpSp>
        <p:nvGrpSpPr>
          <p:cNvPr id="66" name="Group 30">
            <a:extLst>
              <a:ext uri="{FF2B5EF4-FFF2-40B4-BE49-F238E27FC236}">
                <a16:creationId xmlns:a16="http://schemas.microsoft.com/office/drawing/2014/main" id="{B5851C55-D62E-994F-AF3E-2D8B5C750118}"/>
              </a:ext>
            </a:extLst>
          </p:cNvPr>
          <p:cNvGrpSpPr/>
          <p:nvPr/>
        </p:nvGrpSpPr>
        <p:grpSpPr>
          <a:xfrm>
            <a:off x="154097" y="3514168"/>
            <a:ext cx="4754927" cy="2756647"/>
            <a:chOff x="154097" y="3444481"/>
            <a:chExt cx="4754927" cy="2756647"/>
          </a:xfrm>
        </p:grpSpPr>
        <p:sp>
          <p:nvSpPr>
            <p:cNvPr id="67" name="Rectangle 31">
              <a:extLst>
                <a:ext uri="{FF2B5EF4-FFF2-40B4-BE49-F238E27FC236}">
                  <a16:creationId xmlns:a16="http://schemas.microsoft.com/office/drawing/2014/main" id="{D64B9C14-9893-9147-ACEA-85479D5201A2}"/>
                </a:ext>
              </a:extLst>
            </p:cNvPr>
            <p:cNvSpPr/>
            <p:nvPr/>
          </p:nvSpPr>
          <p:spPr>
            <a:xfrm>
              <a:off x="154097" y="3444481"/>
              <a:ext cx="4754927" cy="2756647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68" name="Group 33">
              <a:extLst>
                <a:ext uri="{FF2B5EF4-FFF2-40B4-BE49-F238E27FC236}">
                  <a16:creationId xmlns:a16="http://schemas.microsoft.com/office/drawing/2014/main" id="{FD7AD656-3518-254E-BE49-92AA2DE4CAB4}"/>
                </a:ext>
              </a:extLst>
            </p:cNvPr>
            <p:cNvGrpSpPr/>
            <p:nvPr/>
          </p:nvGrpSpPr>
          <p:grpSpPr>
            <a:xfrm>
              <a:off x="812070" y="3661840"/>
              <a:ext cx="3940336" cy="2354113"/>
              <a:chOff x="283061" y="3645941"/>
              <a:chExt cx="3940336" cy="2354113"/>
            </a:xfrm>
          </p:grpSpPr>
          <p:grpSp>
            <p:nvGrpSpPr>
              <p:cNvPr id="83" name="Group 51">
                <a:extLst>
                  <a:ext uri="{FF2B5EF4-FFF2-40B4-BE49-F238E27FC236}">
                    <a16:creationId xmlns:a16="http://schemas.microsoft.com/office/drawing/2014/main" id="{F7A51D27-0F73-CD4E-8860-20E4114FEF40}"/>
                  </a:ext>
                </a:extLst>
              </p:cNvPr>
              <p:cNvGrpSpPr/>
              <p:nvPr/>
            </p:nvGrpSpPr>
            <p:grpSpPr>
              <a:xfrm>
                <a:off x="283061" y="3645941"/>
                <a:ext cx="3912923" cy="400111"/>
                <a:chOff x="18986" y="2684360"/>
                <a:chExt cx="3912923" cy="400111"/>
              </a:xfrm>
            </p:grpSpPr>
            <p:sp>
              <p:nvSpPr>
                <p:cNvPr id="94" name="Rectangle 29" descr="e">
                  <a:extLst>
                    <a:ext uri="{FF2B5EF4-FFF2-40B4-BE49-F238E27FC236}">
                      <a16:creationId xmlns:a16="http://schemas.microsoft.com/office/drawing/2014/main" id="{A9B7CE5B-64FC-3746-81B3-133518434C84}"/>
                    </a:ext>
                  </a:extLst>
                </p:cNvPr>
                <p:cNvSpPr/>
                <p:nvPr/>
              </p:nvSpPr>
              <p:spPr>
                <a:xfrm>
                  <a:off x="1085553" y="2701313"/>
                  <a:ext cx="2846356" cy="366207"/>
                </a:xfrm>
                <a:prstGeom prst="rect">
                  <a:avLst/>
                </a:prstGeom>
                <a:solidFill>
                  <a:srgbClr val="F79646">
                    <a:lumMod val="20000"/>
                    <a:lumOff val="80000"/>
                  </a:srgbClr>
                </a:solidFill>
                <a:ln w="254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取指令</a:t>
                  </a:r>
                </a:p>
              </p:txBody>
            </p:sp>
            <p:sp>
              <p:nvSpPr>
                <p:cNvPr id="95" name="矩形 5">
                  <a:extLst>
                    <a:ext uri="{FF2B5EF4-FFF2-40B4-BE49-F238E27FC236}">
                      <a16:creationId xmlns:a16="http://schemas.microsoft.com/office/drawing/2014/main" id="{36FE7E96-01FA-3942-AF56-83819DB4E84E}"/>
                    </a:ext>
                  </a:extLst>
                </p:cNvPr>
                <p:cNvSpPr/>
                <p:nvPr/>
              </p:nvSpPr>
              <p:spPr>
                <a:xfrm>
                  <a:off x="18986" y="2684360"/>
                  <a:ext cx="1001197" cy="40011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79646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步骤</a:t>
                  </a:r>
                  <a:r>
                    <a:rPr kumimoji="0" lang="en-US" altLang="zh-CN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79646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 1</a:t>
                  </a:r>
                  <a:endPara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F7964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4" name="Group 54">
                <a:extLst>
                  <a:ext uri="{FF2B5EF4-FFF2-40B4-BE49-F238E27FC236}">
                    <a16:creationId xmlns:a16="http://schemas.microsoft.com/office/drawing/2014/main" id="{BABE2597-9A32-B448-B4EF-9167620E04C3}"/>
                  </a:ext>
                </a:extLst>
              </p:cNvPr>
              <p:cNvGrpSpPr/>
              <p:nvPr/>
            </p:nvGrpSpPr>
            <p:grpSpPr>
              <a:xfrm>
                <a:off x="283061" y="5305757"/>
                <a:ext cx="3912923" cy="694297"/>
                <a:chOff x="18986" y="4580852"/>
                <a:chExt cx="3912923" cy="694297"/>
              </a:xfrm>
            </p:grpSpPr>
            <p:sp>
              <p:nvSpPr>
                <p:cNvPr id="92" name="Rectangle 29" descr="e">
                  <a:extLst>
                    <a:ext uri="{FF2B5EF4-FFF2-40B4-BE49-F238E27FC236}">
                      <a16:creationId xmlns:a16="http://schemas.microsoft.com/office/drawing/2014/main" id="{DDFE1FC7-7D84-3343-B16D-E77D8F38913A}"/>
                    </a:ext>
                  </a:extLst>
                </p:cNvPr>
                <p:cNvSpPr/>
                <p:nvPr/>
              </p:nvSpPr>
              <p:spPr>
                <a:xfrm>
                  <a:off x="1085553" y="4580852"/>
                  <a:ext cx="2846356" cy="694297"/>
                </a:xfrm>
                <a:prstGeom prst="rect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执行指令</a:t>
                  </a:r>
                  <a:endPara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&amp; </a:t>
                  </a:r>
                  <a:r>
                    <a:rPr kumimoji="0" lang="zh-CN" altLang="en-US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计算输出数据</a:t>
                  </a:r>
                </a:p>
              </p:txBody>
            </p:sp>
            <p:sp>
              <p:nvSpPr>
                <p:cNvPr id="93" name="矩形 14">
                  <a:extLst>
                    <a:ext uri="{FF2B5EF4-FFF2-40B4-BE49-F238E27FC236}">
                      <a16:creationId xmlns:a16="http://schemas.microsoft.com/office/drawing/2014/main" id="{202FF8B6-A9DE-9C49-8E74-5BACCDB908B5}"/>
                    </a:ext>
                  </a:extLst>
                </p:cNvPr>
                <p:cNvSpPr/>
                <p:nvPr/>
              </p:nvSpPr>
              <p:spPr>
                <a:xfrm>
                  <a:off x="18986" y="4727944"/>
                  <a:ext cx="1009120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9BBB59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步骤</a:t>
                  </a:r>
                  <a:r>
                    <a:rPr kumimoji="0" lang="en-US" altLang="zh-CN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9BBB59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 3</a:t>
                  </a:r>
                  <a:endPara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9BBB5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5" name="Group 58">
                <a:extLst>
                  <a:ext uri="{FF2B5EF4-FFF2-40B4-BE49-F238E27FC236}">
                    <a16:creationId xmlns:a16="http://schemas.microsoft.com/office/drawing/2014/main" id="{A5F88314-9A4C-6F42-A2B6-F467DADD67FB}"/>
                  </a:ext>
                </a:extLst>
              </p:cNvPr>
              <p:cNvGrpSpPr/>
              <p:nvPr/>
            </p:nvGrpSpPr>
            <p:grpSpPr>
              <a:xfrm>
                <a:off x="283061" y="4036496"/>
                <a:ext cx="3940336" cy="1236988"/>
                <a:chOff x="51620" y="3208491"/>
                <a:chExt cx="3940336" cy="1236988"/>
              </a:xfrm>
            </p:grpSpPr>
            <p:sp>
              <p:nvSpPr>
                <p:cNvPr id="86" name="Rectangle 29" descr="e">
                  <a:extLst>
                    <a:ext uri="{FF2B5EF4-FFF2-40B4-BE49-F238E27FC236}">
                      <a16:creationId xmlns:a16="http://schemas.microsoft.com/office/drawing/2014/main" id="{6864748E-EFB4-E54B-BE81-7F1118837BFD}"/>
                    </a:ext>
                  </a:extLst>
                </p:cNvPr>
                <p:cNvSpPr/>
                <p:nvPr/>
              </p:nvSpPr>
              <p:spPr>
                <a:xfrm>
                  <a:off x="1117827" y="3632622"/>
                  <a:ext cx="2846356" cy="366207"/>
                </a:xfrm>
                <a:prstGeom prst="rect">
                  <a:avLst/>
                </a:prstGeom>
                <a:solidFill>
                  <a:srgbClr val="8064A2">
                    <a:lumMod val="40000"/>
                    <a:lumOff val="60000"/>
                  </a:srgbClr>
                </a:solidFill>
                <a:ln w="254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黑体" panose="02010609060101010101" pitchFamily="49" charset="-122"/>
                      <a:cs typeface="Arial" panose="020B0604020202020204" pitchFamily="34" charset="0"/>
                    </a:rPr>
                    <a:t>指令解码</a:t>
                  </a:r>
                </a:p>
              </p:txBody>
            </p:sp>
            <p:sp>
              <p:nvSpPr>
                <p:cNvPr id="87" name="矩形 7">
                  <a:extLst>
                    <a:ext uri="{FF2B5EF4-FFF2-40B4-BE49-F238E27FC236}">
                      <a16:creationId xmlns:a16="http://schemas.microsoft.com/office/drawing/2014/main" id="{4FF45179-61E7-284F-AEE7-EE2F6F66AA74}"/>
                    </a:ext>
                  </a:extLst>
                </p:cNvPr>
                <p:cNvSpPr/>
                <p:nvPr/>
              </p:nvSpPr>
              <p:spPr>
                <a:xfrm>
                  <a:off x="51620" y="3595107"/>
                  <a:ext cx="100119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8064A2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步骤 </a:t>
                  </a:r>
                  <a:r>
                    <a:rPr kumimoji="0" lang="en-US" altLang="zh-CN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8064A2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2</a:t>
                  </a:r>
                  <a:endPara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806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88" name="Straight Arrow Connector 35">
                  <a:extLst>
                    <a:ext uri="{FF2B5EF4-FFF2-40B4-BE49-F238E27FC236}">
                      <a16:creationId xmlns:a16="http://schemas.microsoft.com/office/drawing/2014/main" id="{4D0702A9-188A-F349-BF16-426ADD7D6E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93305" y="3225117"/>
                  <a:ext cx="0" cy="407505"/>
                </a:xfrm>
                <a:prstGeom prst="straightConnector1">
                  <a:avLst/>
                </a:prstGeom>
                <a:noFill/>
                <a:ln w="38100" cap="rnd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  <a:effectLst/>
              </p:spPr>
            </p:cxnSp>
            <p:cxnSp>
              <p:nvCxnSpPr>
                <p:cNvPr id="89" name="Straight Arrow Connector 35">
                  <a:extLst>
                    <a:ext uri="{FF2B5EF4-FFF2-40B4-BE49-F238E27FC236}">
                      <a16:creationId xmlns:a16="http://schemas.microsoft.com/office/drawing/2014/main" id="{0DC7A4B8-9746-6D40-B27B-6FA873015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93305" y="3998829"/>
                  <a:ext cx="360" cy="446650"/>
                </a:xfrm>
                <a:prstGeom prst="straightConnector1">
                  <a:avLst/>
                </a:prstGeom>
                <a:noFill/>
                <a:ln w="38100" cap="rnd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  <a:effectLst/>
              </p:spPr>
            </p:cxnSp>
            <p:sp>
              <p:nvSpPr>
                <p:cNvPr id="90" name="矩形 17">
                  <a:extLst>
                    <a:ext uri="{FF2B5EF4-FFF2-40B4-BE49-F238E27FC236}">
                      <a16:creationId xmlns:a16="http://schemas.microsoft.com/office/drawing/2014/main" id="{F570713F-EBE4-CA48-9DBD-DFFE209B7665}"/>
                    </a:ext>
                  </a:extLst>
                </p:cNvPr>
                <p:cNvSpPr/>
                <p:nvPr/>
              </p:nvSpPr>
              <p:spPr>
                <a:xfrm>
                  <a:off x="1942626" y="4031102"/>
                  <a:ext cx="2049330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数据和控制信号</a:t>
                  </a:r>
                </a:p>
              </p:txBody>
            </p:sp>
            <p:sp>
              <p:nvSpPr>
                <p:cNvPr id="91" name="矩形 17">
                  <a:extLst>
                    <a:ext uri="{FF2B5EF4-FFF2-40B4-BE49-F238E27FC236}">
                      <a16:creationId xmlns:a16="http://schemas.microsoft.com/office/drawing/2014/main" id="{7DC4FE6E-9D37-F142-93BA-81F567345C01}"/>
                    </a:ext>
                  </a:extLst>
                </p:cNvPr>
                <p:cNvSpPr/>
                <p:nvPr/>
              </p:nvSpPr>
              <p:spPr>
                <a:xfrm>
                  <a:off x="1895015" y="3208491"/>
                  <a:ext cx="2049330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SimHei" panose="02010609060101010101" pitchFamily="49" charset="-122"/>
                      <a:cs typeface="Arial" panose="020B0604020202020204" pitchFamily="34" charset="0"/>
                    </a:rPr>
                    <a:t>指令</a:t>
                  </a:r>
                </a:p>
              </p:txBody>
            </p:sp>
          </p:grpSp>
        </p:grpSp>
        <p:sp>
          <p:nvSpPr>
            <p:cNvPr id="69" name="Oval 35">
              <a:extLst>
                <a:ext uri="{FF2B5EF4-FFF2-40B4-BE49-F238E27FC236}">
                  <a16:creationId xmlns:a16="http://schemas.microsoft.com/office/drawing/2014/main" id="{D5ABA109-1C52-AA40-9D1A-006F938D70CD}"/>
                </a:ext>
              </a:extLst>
            </p:cNvPr>
            <p:cNvSpPr/>
            <p:nvPr/>
          </p:nvSpPr>
          <p:spPr>
            <a:xfrm>
              <a:off x="261725" y="3557944"/>
              <a:ext cx="555959" cy="555959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cxnSp>
          <p:nvCxnSpPr>
            <p:cNvPr id="70" name="Straight Connector 36">
              <a:extLst>
                <a:ext uri="{FF2B5EF4-FFF2-40B4-BE49-F238E27FC236}">
                  <a16:creationId xmlns:a16="http://schemas.microsoft.com/office/drawing/2014/main" id="{C12F0D83-F5A6-BB48-8B0B-A112AB287896}"/>
                </a:ext>
              </a:extLst>
            </p:cNvPr>
            <p:cNvCxnSpPr>
              <a:cxnSpLocks/>
              <a:stCxn id="69" idx="5"/>
            </p:cNvCxnSpPr>
            <p:nvPr/>
          </p:nvCxnSpPr>
          <p:spPr>
            <a:xfrm flipH="1" flipV="1">
              <a:off x="539705" y="3832486"/>
              <a:ext cx="196561" cy="199999"/>
            </a:xfrm>
            <a:prstGeom prst="line">
              <a:avLst/>
            </a:prstGeom>
            <a:noFill/>
            <a:ln w="1905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oval"/>
            </a:ln>
            <a:effectLst/>
          </p:spPr>
        </p:cxnSp>
        <p:sp>
          <p:nvSpPr>
            <p:cNvPr id="71" name="Pie 58">
              <a:extLst>
                <a:ext uri="{FF2B5EF4-FFF2-40B4-BE49-F238E27FC236}">
                  <a16:creationId xmlns:a16="http://schemas.microsoft.com/office/drawing/2014/main" id="{9796D869-5A7E-3E43-8E9F-BD4ABCC513C8}"/>
                </a:ext>
              </a:extLst>
            </p:cNvPr>
            <p:cNvSpPr/>
            <p:nvPr/>
          </p:nvSpPr>
          <p:spPr>
            <a:xfrm>
              <a:off x="261726" y="3557945"/>
              <a:ext cx="555959" cy="555959"/>
            </a:xfrm>
            <a:prstGeom prst="pie">
              <a:avLst>
                <a:gd name="adj1" fmla="val 16263014"/>
                <a:gd name="adj2" fmla="val 2739376"/>
              </a:avLst>
            </a:prstGeom>
            <a:solidFill>
              <a:srgbClr val="F79646">
                <a:lumMod val="20000"/>
                <a:lumOff val="8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2" name="Oval 38">
              <a:extLst>
                <a:ext uri="{FF2B5EF4-FFF2-40B4-BE49-F238E27FC236}">
                  <a16:creationId xmlns:a16="http://schemas.microsoft.com/office/drawing/2014/main" id="{E7674D2A-8250-5E4F-850C-B39AE59F4C4D}"/>
                </a:ext>
              </a:extLst>
            </p:cNvPr>
            <p:cNvSpPr/>
            <p:nvPr/>
          </p:nvSpPr>
          <p:spPr>
            <a:xfrm>
              <a:off x="261633" y="4388443"/>
              <a:ext cx="555959" cy="555959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cxnSp>
          <p:nvCxnSpPr>
            <p:cNvPr id="73" name="Straight Connector 39">
              <a:extLst>
                <a:ext uri="{FF2B5EF4-FFF2-40B4-BE49-F238E27FC236}">
                  <a16:creationId xmlns:a16="http://schemas.microsoft.com/office/drawing/2014/main" id="{0C8285EA-46ED-3F47-B8C1-39974550C799}"/>
                </a:ext>
              </a:extLst>
            </p:cNvPr>
            <p:cNvCxnSpPr>
              <a:cxnSpLocks/>
              <a:stCxn id="72" idx="5"/>
            </p:cNvCxnSpPr>
            <p:nvPr/>
          </p:nvCxnSpPr>
          <p:spPr>
            <a:xfrm flipH="1" flipV="1">
              <a:off x="539613" y="4662985"/>
              <a:ext cx="196561" cy="199999"/>
            </a:xfrm>
            <a:prstGeom prst="line">
              <a:avLst/>
            </a:prstGeom>
            <a:noFill/>
            <a:ln w="1905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oval"/>
            </a:ln>
            <a:effectLst/>
          </p:spPr>
        </p:cxnSp>
        <p:sp>
          <p:nvSpPr>
            <p:cNvPr id="74" name="Pie 65">
              <a:extLst>
                <a:ext uri="{FF2B5EF4-FFF2-40B4-BE49-F238E27FC236}">
                  <a16:creationId xmlns:a16="http://schemas.microsoft.com/office/drawing/2014/main" id="{EA2E4953-D7C7-494A-9643-B14428B3880F}"/>
                </a:ext>
              </a:extLst>
            </p:cNvPr>
            <p:cNvSpPr/>
            <p:nvPr/>
          </p:nvSpPr>
          <p:spPr>
            <a:xfrm>
              <a:off x="261634" y="4388444"/>
              <a:ext cx="555959" cy="555959"/>
            </a:xfrm>
            <a:prstGeom prst="pie">
              <a:avLst>
                <a:gd name="adj1" fmla="val 2763786"/>
                <a:gd name="adj2" fmla="val 10273713"/>
              </a:avLst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5" name="Pie 75">
              <a:extLst>
                <a:ext uri="{FF2B5EF4-FFF2-40B4-BE49-F238E27FC236}">
                  <a16:creationId xmlns:a16="http://schemas.microsoft.com/office/drawing/2014/main" id="{71F8F63D-3099-EA48-9CEC-17F4C7337120}"/>
                </a:ext>
              </a:extLst>
            </p:cNvPr>
            <p:cNvSpPr/>
            <p:nvPr/>
          </p:nvSpPr>
          <p:spPr>
            <a:xfrm>
              <a:off x="261632" y="4388443"/>
              <a:ext cx="555959" cy="555959"/>
            </a:xfrm>
            <a:prstGeom prst="pie">
              <a:avLst>
                <a:gd name="adj1" fmla="val 16263014"/>
                <a:gd name="adj2" fmla="val 2739376"/>
              </a:avLst>
            </a:prstGeom>
            <a:solidFill>
              <a:srgbClr val="F79646">
                <a:lumMod val="20000"/>
                <a:lumOff val="8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6" name="Oval 42">
              <a:extLst>
                <a:ext uri="{FF2B5EF4-FFF2-40B4-BE49-F238E27FC236}">
                  <a16:creationId xmlns:a16="http://schemas.microsoft.com/office/drawing/2014/main" id="{AE19728E-FA12-0F4E-BC71-74AFDF4E28DB}"/>
                </a:ext>
              </a:extLst>
            </p:cNvPr>
            <p:cNvSpPr/>
            <p:nvPr/>
          </p:nvSpPr>
          <p:spPr>
            <a:xfrm>
              <a:off x="261633" y="5405336"/>
              <a:ext cx="555959" cy="555959"/>
            </a:xfrm>
            <a:prstGeom prst="ellipse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cxnSp>
          <p:nvCxnSpPr>
            <p:cNvPr id="77" name="Straight Connector 43">
              <a:extLst>
                <a:ext uri="{FF2B5EF4-FFF2-40B4-BE49-F238E27FC236}">
                  <a16:creationId xmlns:a16="http://schemas.microsoft.com/office/drawing/2014/main" id="{2B01243E-E9EE-1A4D-9075-B1E397E10BE2}"/>
                </a:ext>
              </a:extLst>
            </p:cNvPr>
            <p:cNvCxnSpPr>
              <a:cxnSpLocks/>
              <a:stCxn id="76" idx="5"/>
            </p:cNvCxnSpPr>
            <p:nvPr/>
          </p:nvCxnSpPr>
          <p:spPr>
            <a:xfrm flipH="1" flipV="1">
              <a:off x="539613" y="5679878"/>
              <a:ext cx="196561" cy="199999"/>
            </a:xfrm>
            <a:prstGeom prst="line">
              <a:avLst/>
            </a:prstGeom>
            <a:noFill/>
            <a:ln w="1905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oval"/>
            </a:ln>
            <a:effectLst/>
          </p:spPr>
        </p:cxnSp>
        <p:sp>
          <p:nvSpPr>
            <p:cNvPr id="78" name="Pie 78">
              <a:extLst>
                <a:ext uri="{FF2B5EF4-FFF2-40B4-BE49-F238E27FC236}">
                  <a16:creationId xmlns:a16="http://schemas.microsoft.com/office/drawing/2014/main" id="{359937BC-CC8B-D14A-8114-7EF7D3677ADE}"/>
                </a:ext>
              </a:extLst>
            </p:cNvPr>
            <p:cNvSpPr/>
            <p:nvPr/>
          </p:nvSpPr>
          <p:spPr>
            <a:xfrm>
              <a:off x="261634" y="5405337"/>
              <a:ext cx="555959" cy="555959"/>
            </a:xfrm>
            <a:prstGeom prst="pie">
              <a:avLst>
                <a:gd name="adj1" fmla="val 2763786"/>
                <a:gd name="adj2" fmla="val 10273713"/>
              </a:avLst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9" name="Pie 79">
              <a:extLst>
                <a:ext uri="{FF2B5EF4-FFF2-40B4-BE49-F238E27FC236}">
                  <a16:creationId xmlns:a16="http://schemas.microsoft.com/office/drawing/2014/main" id="{68725C0A-A694-DA4B-94BD-CE3906AEA4D1}"/>
                </a:ext>
              </a:extLst>
            </p:cNvPr>
            <p:cNvSpPr/>
            <p:nvPr/>
          </p:nvSpPr>
          <p:spPr>
            <a:xfrm>
              <a:off x="261632" y="5405336"/>
              <a:ext cx="555959" cy="555959"/>
            </a:xfrm>
            <a:prstGeom prst="pie">
              <a:avLst>
                <a:gd name="adj1" fmla="val 16263014"/>
                <a:gd name="adj2" fmla="val 2739376"/>
              </a:avLst>
            </a:prstGeom>
            <a:solidFill>
              <a:srgbClr val="F79646">
                <a:lumMod val="20000"/>
                <a:lumOff val="8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0" name="Freeform 21">
              <a:extLst>
                <a:ext uri="{FF2B5EF4-FFF2-40B4-BE49-F238E27FC236}">
                  <a16:creationId xmlns:a16="http://schemas.microsoft.com/office/drawing/2014/main" id="{EFDED34C-201F-F146-971E-B636797F297B}"/>
                </a:ext>
              </a:extLst>
            </p:cNvPr>
            <p:cNvSpPr/>
            <p:nvPr/>
          </p:nvSpPr>
          <p:spPr>
            <a:xfrm>
              <a:off x="547662" y="3706498"/>
              <a:ext cx="104740" cy="176035"/>
            </a:xfrm>
            <a:custGeom>
              <a:avLst/>
              <a:gdLst>
                <a:gd name="connsiteX0" fmla="*/ 0 w 104740"/>
                <a:gd name="connsiteY0" fmla="*/ 0 h 176035"/>
                <a:gd name="connsiteX1" fmla="*/ 102687 w 104740"/>
                <a:gd name="connsiteY1" fmla="*/ 78238 h 176035"/>
                <a:gd name="connsiteX2" fmla="*/ 58678 w 104740"/>
                <a:gd name="connsiteY2" fmla="*/ 176035 h 176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740" h="176035">
                  <a:moveTo>
                    <a:pt x="0" y="0"/>
                  </a:moveTo>
                  <a:cubicBezTo>
                    <a:pt x="46453" y="24449"/>
                    <a:pt x="92907" y="48899"/>
                    <a:pt x="102687" y="78238"/>
                  </a:cubicBezTo>
                  <a:cubicBezTo>
                    <a:pt x="112467" y="107577"/>
                    <a:pt x="85572" y="141806"/>
                    <a:pt x="58678" y="176035"/>
                  </a:cubicBezTo>
                </a:path>
              </a:pathLst>
            </a:custGeom>
            <a:noFill/>
            <a:ln w="25400" cap="flat" cmpd="sng" algn="ctr">
              <a:solidFill>
                <a:srgbClr val="F79646">
                  <a:lumMod val="75000"/>
                </a:srgbClr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4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36214B6D-E5C6-3842-ACA2-0EDAD594D1B8}"/>
                </a:ext>
              </a:extLst>
            </p:cNvPr>
            <p:cNvSpPr/>
            <p:nvPr/>
          </p:nvSpPr>
          <p:spPr>
            <a:xfrm rot="7488657">
              <a:off x="442337" y="4658298"/>
              <a:ext cx="104740" cy="176035"/>
            </a:xfrm>
            <a:custGeom>
              <a:avLst/>
              <a:gdLst>
                <a:gd name="connsiteX0" fmla="*/ 0 w 104740"/>
                <a:gd name="connsiteY0" fmla="*/ 0 h 176035"/>
                <a:gd name="connsiteX1" fmla="*/ 102687 w 104740"/>
                <a:gd name="connsiteY1" fmla="*/ 78238 h 176035"/>
                <a:gd name="connsiteX2" fmla="*/ 58678 w 104740"/>
                <a:gd name="connsiteY2" fmla="*/ 176035 h 176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740" h="176035">
                  <a:moveTo>
                    <a:pt x="0" y="0"/>
                  </a:moveTo>
                  <a:cubicBezTo>
                    <a:pt x="46453" y="24449"/>
                    <a:pt x="92907" y="48899"/>
                    <a:pt x="102687" y="78238"/>
                  </a:cubicBezTo>
                  <a:cubicBezTo>
                    <a:pt x="112467" y="107577"/>
                    <a:pt x="85572" y="141806"/>
                    <a:pt x="58678" y="176035"/>
                  </a:cubicBezTo>
                </a:path>
              </a:pathLst>
            </a:custGeom>
            <a:noFill/>
            <a:ln w="25400" cap="flat" cmpd="sng" algn="ctr">
              <a:solidFill>
                <a:srgbClr val="8064A2">
                  <a:lumMod val="75000"/>
                </a:srgbClr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4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2" name="Freeform 84">
              <a:extLst>
                <a:ext uri="{FF2B5EF4-FFF2-40B4-BE49-F238E27FC236}">
                  <a16:creationId xmlns:a16="http://schemas.microsoft.com/office/drawing/2014/main" id="{CBF1BA56-DAD9-E44F-8379-94998596A130}"/>
                </a:ext>
              </a:extLst>
            </p:cNvPr>
            <p:cNvSpPr/>
            <p:nvPr/>
          </p:nvSpPr>
          <p:spPr>
            <a:xfrm rot="14628013">
              <a:off x="404791" y="5516864"/>
              <a:ext cx="104740" cy="176035"/>
            </a:xfrm>
            <a:custGeom>
              <a:avLst/>
              <a:gdLst>
                <a:gd name="connsiteX0" fmla="*/ 0 w 104740"/>
                <a:gd name="connsiteY0" fmla="*/ 0 h 176035"/>
                <a:gd name="connsiteX1" fmla="*/ 102687 w 104740"/>
                <a:gd name="connsiteY1" fmla="*/ 78238 h 176035"/>
                <a:gd name="connsiteX2" fmla="*/ 58678 w 104740"/>
                <a:gd name="connsiteY2" fmla="*/ 176035 h 176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740" h="176035">
                  <a:moveTo>
                    <a:pt x="0" y="0"/>
                  </a:moveTo>
                  <a:cubicBezTo>
                    <a:pt x="46453" y="24449"/>
                    <a:pt x="92907" y="48899"/>
                    <a:pt x="102687" y="78238"/>
                  </a:cubicBezTo>
                  <a:cubicBezTo>
                    <a:pt x="112467" y="107577"/>
                    <a:pt x="85572" y="141806"/>
                    <a:pt x="58678" y="176035"/>
                  </a:cubicBezTo>
                </a:path>
              </a:pathLst>
            </a:custGeom>
            <a:noFill/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4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6" name="Group 82">
            <a:extLst>
              <a:ext uri="{FF2B5EF4-FFF2-40B4-BE49-F238E27FC236}">
                <a16:creationId xmlns:a16="http://schemas.microsoft.com/office/drawing/2014/main" id="{1AF77324-B389-A148-A838-10B91F28E7BA}"/>
              </a:ext>
            </a:extLst>
          </p:cNvPr>
          <p:cNvGrpSpPr/>
          <p:nvPr/>
        </p:nvGrpSpPr>
        <p:grpSpPr>
          <a:xfrm>
            <a:off x="5090455" y="3514586"/>
            <a:ext cx="3878132" cy="2770916"/>
            <a:chOff x="5090455" y="3444899"/>
            <a:chExt cx="3878132" cy="2770916"/>
          </a:xfrm>
        </p:grpSpPr>
        <p:grpSp>
          <p:nvGrpSpPr>
            <p:cNvPr id="97" name="Group 83">
              <a:extLst>
                <a:ext uri="{FF2B5EF4-FFF2-40B4-BE49-F238E27FC236}">
                  <a16:creationId xmlns:a16="http://schemas.microsoft.com/office/drawing/2014/main" id="{8DD36525-E0F4-5D40-8771-A63974CB8020}"/>
                </a:ext>
              </a:extLst>
            </p:cNvPr>
            <p:cNvGrpSpPr/>
            <p:nvPr/>
          </p:nvGrpSpPr>
          <p:grpSpPr>
            <a:xfrm>
              <a:off x="5090455" y="3444899"/>
              <a:ext cx="3878132" cy="2756647"/>
              <a:chOff x="5090455" y="3444899"/>
              <a:chExt cx="3878132" cy="2756647"/>
            </a:xfrm>
          </p:grpSpPr>
          <p:sp>
            <p:nvSpPr>
              <p:cNvPr id="100" name="Rectangle 86">
                <a:extLst>
                  <a:ext uri="{FF2B5EF4-FFF2-40B4-BE49-F238E27FC236}">
                    <a16:creationId xmlns:a16="http://schemas.microsoft.com/office/drawing/2014/main" id="{FB602B41-6AA2-4C4D-A82E-C533E0CF3E5C}"/>
                  </a:ext>
                </a:extLst>
              </p:cNvPr>
              <p:cNvSpPr/>
              <p:nvPr/>
            </p:nvSpPr>
            <p:spPr>
              <a:xfrm>
                <a:off x="5090455" y="3444899"/>
                <a:ext cx="3878132" cy="2756647"/>
              </a:xfrm>
              <a:prstGeom prst="rect">
                <a:avLst/>
              </a:prstGeom>
              <a:solidFill>
                <a:srgbClr val="4F81BD">
                  <a:lumMod val="20000"/>
                  <a:lumOff val="8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tIns="144000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u="none" strike="noStrike" kern="0" cap="none" spc="0" normalizeH="0" baseline="0" noProof="0" dirty="0">
                    <a:ln>
                      <a:noFill/>
                    </a:ln>
                    <a:solidFill>
                      <a:srgbClr val="4F81BD">
                        <a:lumMod val="7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摩尔机</a:t>
                </a:r>
              </a:p>
            </p:txBody>
          </p:sp>
          <p:sp>
            <p:nvSpPr>
              <p:cNvPr id="101" name="Rectangle 165">
                <a:extLst>
                  <a:ext uri="{FF2B5EF4-FFF2-40B4-BE49-F238E27FC236}">
                    <a16:creationId xmlns:a16="http://schemas.microsoft.com/office/drawing/2014/main" id="{2347670B-D5FA-6D4B-BE88-BB96AF489EAA}"/>
                  </a:ext>
                </a:extLst>
              </p:cNvPr>
              <p:cNvSpPr/>
              <p:nvPr/>
            </p:nvSpPr>
            <p:spPr>
              <a:xfrm>
                <a:off x="5323313" y="4250105"/>
                <a:ext cx="874344" cy="1761491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状态</a:t>
                </a:r>
                <a: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S/S+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数据</a:t>
                </a:r>
              </a:p>
            </p:txBody>
          </p:sp>
          <p:sp>
            <p:nvSpPr>
              <p:cNvPr id="102" name="Rectangle 166">
                <a:extLst>
                  <a:ext uri="{FF2B5EF4-FFF2-40B4-BE49-F238E27FC236}">
                    <a16:creationId xmlns:a16="http://schemas.microsoft.com/office/drawing/2014/main" id="{539AD6F6-2EA1-D745-BFF3-7664E276C098}"/>
                  </a:ext>
                </a:extLst>
              </p:cNvPr>
              <p:cNvSpPr/>
              <p:nvPr/>
            </p:nvSpPr>
            <p:spPr>
              <a:xfrm>
                <a:off x="7368101" y="4250106"/>
                <a:ext cx="1487527" cy="1761490"/>
              </a:xfrm>
              <a:prstGeom prst="rect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组合逻辑</a:t>
                </a:r>
                <a:b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</a:br>
                <a:b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</a:b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步骤</a:t>
                </a:r>
                <a: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1,2,3</a:t>
                </a:r>
              </a:p>
            </p:txBody>
          </p:sp>
          <p:cxnSp>
            <p:nvCxnSpPr>
              <p:cNvPr id="103" name="Straight Arrow Connector 35">
                <a:extLst>
                  <a:ext uri="{FF2B5EF4-FFF2-40B4-BE49-F238E27FC236}">
                    <a16:creationId xmlns:a16="http://schemas.microsoft.com/office/drawing/2014/main" id="{34C40557-C9E5-EF40-9F46-0DE6395BFA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7657" y="5519032"/>
                <a:ext cx="1170444" cy="0"/>
              </a:xfrm>
              <a:prstGeom prst="straightConnector1">
                <a:avLst/>
              </a:prstGeom>
              <a:noFill/>
              <a:ln w="38100" cap="rnd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4" name="Straight Arrow Connector 35">
                <a:extLst>
                  <a:ext uri="{FF2B5EF4-FFF2-40B4-BE49-F238E27FC236}">
                    <a16:creationId xmlns:a16="http://schemas.microsoft.com/office/drawing/2014/main" id="{DA201146-10DF-9D4D-9B5E-0016BA22EF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97652" y="4691673"/>
                <a:ext cx="1170449" cy="0"/>
              </a:xfrm>
              <a:prstGeom prst="straightConnector1">
                <a:avLst/>
              </a:prstGeom>
              <a:noFill/>
              <a:ln w="38100" cap="rnd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05" name="矩形 42">
                <a:extLst>
                  <a:ext uri="{FF2B5EF4-FFF2-40B4-BE49-F238E27FC236}">
                    <a16:creationId xmlns:a16="http://schemas.microsoft.com/office/drawing/2014/main" id="{BAD22267-BD2C-5F49-B2D3-E0FC34897D7D}"/>
                  </a:ext>
                </a:extLst>
              </p:cNvPr>
              <p:cNvSpPr/>
              <p:nvPr/>
            </p:nvSpPr>
            <p:spPr>
              <a:xfrm>
                <a:off x="6163111" y="4285029"/>
                <a:ext cx="123341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状态转移</a:t>
                </a:r>
              </a:p>
            </p:txBody>
          </p:sp>
          <p:sp>
            <p:nvSpPr>
              <p:cNvPr id="106" name="矩形 42">
                <a:extLst>
                  <a:ext uri="{FF2B5EF4-FFF2-40B4-BE49-F238E27FC236}">
                    <a16:creationId xmlns:a16="http://schemas.microsoft.com/office/drawing/2014/main" id="{ACB988ED-8475-8145-A100-83610E259147}"/>
                  </a:ext>
                </a:extLst>
              </p:cNvPr>
              <p:cNvSpPr/>
              <p:nvPr/>
            </p:nvSpPr>
            <p:spPr>
              <a:xfrm>
                <a:off x="6157304" y="4946019"/>
                <a:ext cx="123341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</a:t>
                </a:r>
                <a:endParaRPr kumimoji="0" lang="en-US" altLang="zh-CN" sz="16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&amp; </a:t>
                </a: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数据</a:t>
                </a:r>
              </a:p>
            </p:txBody>
          </p:sp>
        </p:grpSp>
        <p:sp>
          <p:nvSpPr>
            <p:cNvPr id="98" name="矩形 42">
              <a:extLst>
                <a:ext uri="{FF2B5EF4-FFF2-40B4-BE49-F238E27FC236}">
                  <a16:creationId xmlns:a16="http://schemas.microsoft.com/office/drawing/2014/main" id="{5E35F988-8941-9744-A3F9-4B6D9DB023BD}"/>
                </a:ext>
              </a:extLst>
            </p:cNvPr>
            <p:cNvSpPr/>
            <p:nvPr/>
          </p:nvSpPr>
          <p:spPr>
            <a:xfrm>
              <a:off x="6197652" y="5908038"/>
              <a:ext cx="75927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u="none" strike="noStrike" kern="0" cap="none" spc="0" normalizeH="0" baseline="0" noProof="0" dirty="0">
                  <a:ln>
                    <a:noFill/>
                  </a:ln>
                  <a:solidFill>
                    <a:srgbClr val="C0504D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99" name="Straight Arrow Connector 35">
              <a:extLst>
                <a:ext uri="{FF2B5EF4-FFF2-40B4-BE49-F238E27FC236}">
                  <a16:creationId xmlns:a16="http://schemas.microsoft.com/office/drawing/2014/main" id="{5A723122-EF82-2446-ADFA-1554E52768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51" y="5891457"/>
              <a:ext cx="550926" cy="0"/>
            </a:xfrm>
            <a:prstGeom prst="straightConnector1">
              <a:avLst/>
            </a:prstGeom>
            <a:noFill/>
            <a:ln w="38100" cap="rnd" cmpd="sng" algn="ctr">
              <a:solidFill>
                <a:srgbClr val="C0504D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E17C348-3CF2-164A-9DB0-4162A17AD41B}"/>
              </a:ext>
            </a:extLst>
          </p:cNvPr>
          <p:cNvGrpSpPr/>
          <p:nvPr/>
        </p:nvGrpSpPr>
        <p:grpSpPr>
          <a:xfrm>
            <a:off x="5407421" y="1488565"/>
            <a:ext cx="3561166" cy="1905883"/>
            <a:chOff x="5407421" y="1488565"/>
            <a:chExt cx="3561166" cy="1905883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2E87B78-8050-003D-7D13-9AF98108A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7421" y="1488565"/>
              <a:ext cx="3561166" cy="190588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410929B-2F90-5649-99DF-170DECF1DD81}"/>
                </a:ext>
              </a:extLst>
            </p:cNvPr>
            <p:cNvSpPr/>
            <p:nvPr/>
          </p:nvSpPr>
          <p:spPr>
            <a:xfrm>
              <a:off x="5486400" y="1970314"/>
              <a:ext cx="794657" cy="370115"/>
            </a:xfrm>
            <a:prstGeom prst="rect">
              <a:avLst/>
            </a:prstGeom>
            <a:ln w="158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CN" sz="1050" dirty="0"/>
                <a:t>Instruction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7687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D2E8D-9FD3-9A44-9DC5-88C892BB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回顾：处理器硬件</a:t>
            </a:r>
          </a:p>
        </p:txBody>
      </p:sp>
      <p:sp>
        <p:nvSpPr>
          <p:cNvPr id="97" name="Content Placeholder 96">
            <a:extLst>
              <a:ext uri="{FF2B5EF4-FFF2-40B4-BE49-F238E27FC236}">
                <a16:creationId xmlns:a16="http://schemas.microsoft.com/office/drawing/2014/main" id="{4EC08670-EB76-2E4F-BAB9-063DBB2C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50310"/>
          </a:xfrm>
        </p:spPr>
        <p:txBody>
          <a:bodyPr/>
          <a:lstStyle/>
          <a:p>
            <a:r>
              <a:rPr lang="zh-CN" altLang="en-US" dirty="0"/>
              <a:t>通用架构</a:t>
            </a:r>
            <a:endParaRPr lang="en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319641-7755-7B48-A9C4-463CA684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8107E17-3E86-3C4D-A302-930467FDD85A}"/>
              </a:ext>
            </a:extLst>
          </p:cNvPr>
          <p:cNvGrpSpPr/>
          <p:nvPr/>
        </p:nvGrpSpPr>
        <p:grpSpPr>
          <a:xfrm>
            <a:off x="516112" y="2691780"/>
            <a:ext cx="8195570" cy="3154569"/>
            <a:chOff x="516112" y="2691780"/>
            <a:chExt cx="8195570" cy="3154569"/>
          </a:xfrm>
        </p:grpSpPr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01DE3AC-8E33-924E-A6F1-63BE3DDCB892}"/>
                </a:ext>
              </a:extLst>
            </p:cNvPr>
            <p:cNvSpPr/>
            <p:nvPr/>
          </p:nvSpPr>
          <p:spPr>
            <a:xfrm>
              <a:off x="3213734" y="2694999"/>
              <a:ext cx="4666243" cy="3151350"/>
            </a:xfrm>
            <a:custGeom>
              <a:avLst/>
              <a:gdLst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66243" h="3151350" fill="none" extrusionOk="0">
                  <a:moveTo>
                    <a:pt x="0" y="0"/>
                  </a:moveTo>
                  <a:cubicBezTo>
                    <a:pt x="-161990" y="1079049"/>
                    <a:pt x="-3055" y="1999308"/>
                    <a:pt x="0" y="3151350"/>
                  </a:cubicBezTo>
                  <a:cubicBezTo>
                    <a:pt x="1996398" y="2892380"/>
                    <a:pt x="4056094" y="3279585"/>
                    <a:pt x="4666243" y="3151350"/>
                  </a:cubicBezTo>
                  <a:cubicBezTo>
                    <a:pt x="4722698" y="2637951"/>
                    <a:pt x="4857977" y="1760943"/>
                    <a:pt x="4666243" y="868228"/>
                  </a:cubicBezTo>
                  <a:cubicBezTo>
                    <a:pt x="4142734" y="859234"/>
                    <a:pt x="3001194" y="984732"/>
                    <a:pt x="2475707" y="879452"/>
                  </a:cubicBezTo>
                  <a:cubicBezTo>
                    <a:pt x="2401300" y="606711"/>
                    <a:pt x="2513733" y="223447"/>
                    <a:pt x="2476718" y="2519"/>
                  </a:cubicBezTo>
                  <a:cubicBezTo>
                    <a:pt x="1811785" y="74902"/>
                    <a:pt x="766125" y="31099"/>
                    <a:pt x="0" y="0"/>
                  </a:cubicBezTo>
                  <a:close/>
                </a:path>
                <a:path w="4666243" h="3151350" stroke="0" extrusionOk="0">
                  <a:moveTo>
                    <a:pt x="0" y="0"/>
                  </a:moveTo>
                  <a:cubicBezTo>
                    <a:pt x="150584" y="976636"/>
                    <a:pt x="-7677" y="2455276"/>
                    <a:pt x="0" y="3151350"/>
                  </a:cubicBezTo>
                  <a:cubicBezTo>
                    <a:pt x="634682" y="3134693"/>
                    <a:pt x="2870735" y="3421069"/>
                    <a:pt x="4666243" y="3151350"/>
                  </a:cubicBezTo>
                  <a:cubicBezTo>
                    <a:pt x="4709977" y="2642964"/>
                    <a:pt x="4530311" y="1638952"/>
                    <a:pt x="4666243" y="868228"/>
                  </a:cubicBezTo>
                  <a:cubicBezTo>
                    <a:pt x="4532264" y="1055306"/>
                    <a:pt x="3480213" y="904280"/>
                    <a:pt x="2475707" y="879452"/>
                  </a:cubicBezTo>
                  <a:cubicBezTo>
                    <a:pt x="2434332" y="577609"/>
                    <a:pt x="2444507" y="268705"/>
                    <a:pt x="2476718" y="2519"/>
                  </a:cubicBezTo>
                  <a:cubicBezTo>
                    <a:pt x="1640958" y="148789"/>
                    <a:pt x="436181" y="-95289"/>
                    <a:pt x="0" y="0"/>
                  </a:cubicBezTo>
                  <a:close/>
                </a:path>
                <a:path w="4666243" h="3151350" fill="none" stroke="0" extrusionOk="0">
                  <a:moveTo>
                    <a:pt x="0" y="0"/>
                  </a:moveTo>
                  <a:cubicBezTo>
                    <a:pt x="-309627" y="1026320"/>
                    <a:pt x="-166532" y="1882409"/>
                    <a:pt x="0" y="3151350"/>
                  </a:cubicBezTo>
                  <a:cubicBezTo>
                    <a:pt x="2072144" y="2956646"/>
                    <a:pt x="4092690" y="3273292"/>
                    <a:pt x="4666243" y="3151350"/>
                  </a:cubicBezTo>
                  <a:cubicBezTo>
                    <a:pt x="4860220" y="2777334"/>
                    <a:pt x="4725562" y="1794466"/>
                    <a:pt x="4666243" y="868228"/>
                  </a:cubicBezTo>
                  <a:cubicBezTo>
                    <a:pt x="4182555" y="840361"/>
                    <a:pt x="3031855" y="932243"/>
                    <a:pt x="2475707" y="879452"/>
                  </a:cubicBezTo>
                  <a:cubicBezTo>
                    <a:pt x="2420487" y="605749"/>
                    <a:pt x="2495453" y="267523"/>
                    <a:pt x="2476718" y="2519"/>
                  </a:cubicBezTo>
                  <a:cubicBezTo>
                    <a:pt x="1833674" y="45772"/>
                    <a:pt x="686506" y="237005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5400" cap="flat" cmpd="sng" algn="ctr">
              <a:noFill/>
              <a:prstDash val="solid"/>
              <a:extLst>
                <a:ext uri="{C807C97D-BFC1-408E-A445-0C87EB9F89A2}">
                  <ask:lineSketchStyleProps xmlns:ask="http://schemas.microsoft.com/office/drawing/2018/sketchyshapes" sd="507984782">
                    <a:custGeom>
                      <a:avLst/>
                      <a:gdLst>
                        <a:gd name="connsiteX0" fmla="*/ 0 w 4666243"/>
                        <a:gd name="connsiteY0" fmla="*/ 0 h 3151350"/>
                        <a:gd name="connsiteX1" fmla="*/ 0 w 4666243"/>
                        <a:gd name="connsiteY1" fmla="*/ 3151350 h 3151350"/>
                        <a:gd name="connsiteX2" fmla="*/ 4666243 w 4666243"/>
                        <a:gd name="connsiteY2" fmla="*/ 3151350 h 3151350"/>
                        <a:gd name="connsiteX3" fmla="*/ 4666243 w 4666243"/>
                        <a:gd name="connsiteY3" fmla="*/ 868228 h 3151350"/>
                        <a:gd name="connsiteX4" fmla="*/ 2475707 w 4666243"/>
                        <a:gd name="connsiteY4" fmla="*/ 879452 h 3151350"/>
                        <a:gd name="connsiteX5" fmla="*/ 2476718 w 4666243"/>
                        <a:gd name="connsiteY5" fmla="*/ 2519 h 3151350"/>
                        <a:gd name="connsiteX6" fmla="*/ 0 w 4666243"/>
                        <a:gd name="connsiteY6" fmla="*/ 0 h 31513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666243" h="3151350" fill="none" extrusionOk="0">
                          <a:moveTo>
                            <a:pt x="0" y="0"/>
                          </a:moveTo>
                          <a:cubicBezTo>
                            <a:pt x="-135355" y="953583"/>
                            <a:pt x="-16559" y="2007878"/>
                            <a:pt x="0" y="3151350"/>
                          </a:cubicBezTo>
                          <a:cubicBezTo>
                            <a:pt x="2018624" y="2999852"/>
                            <a:pt x="4084212" y="3308028"/>
                            <a:pt x="4666243" y="3151350"/>
                          </a:cubicBezTo>
                          <a:cubicBezTo>
                            <a:pt x="4721886" y="2750337"/>
                            <a:pt x="4786502" y="1887811"/>
                            <a:pt x="4666243" y="868228"/>
                          </a:cubicBezTo>
                          <a:cubicBezTo>
                            <a:pt x="4130843" y="865398"/>
                            <a:pt x="2977228" y="972517"/>
                            <a:pt x="2475707" y="879452"/>
                          </a:cubicBezTo>
                          <a:cubicBezTo>
                            <a:pt x="2427955" y="598503"/>
                            <a:pt x="2498529" y="252566"/>
                            <a:pt x="2476718" y="2519"/>
                          </a:cubicBezTo>
                          <a:cubicBezTo>
                            <a:pt x="1921910" y="56995"/>
                            <a:pt x="816884" y="143015"/>
                            <a:pt x="0" y="0"/>
                          </a:cubicBezTo>
                          <a:close/>
                        </a:path>
                        <a:path w="4666243" h="3151350" stroke="0" extrusionOk="0">
                          <a:moveTo>
                            <a:pt x="0" y="0"/>
                          </a:moveTo>
                          <a:cubicBezTo>
                            <a:pt x="154771" y="1040822"/>
                            <a:pt x="-22147" y="2504018"/>
                            <a:pt x="0" y="3151350"/>
                          </a:cubicBezTo>
                          <a:cubicBezTo>
                            <a:pt x="555577" y="3215745"/>
                            <a:pt x="3081331" y="3199554"/>
                            <a:pt x="4666243" y="3151350"/>
                          </a:cubicBezTo>
                          <a:cubicBezTo>
                            <a:pt x="4682877" y="2607811"/>
                            <a:pt x="4650589" y="1676995"/>
                            <a:pt x="4666243" y="868228"/>
                          </a:cubicBezTo>
                          <a:cubicBezTo>
                            <a:pt x="4412125" y="1026929"/>
                            <a:pt x="3511695" y="982247"/>
                            <a:pt x="2475707" y="879452"/>
                          </a:cubicBezTo>
                          <a:cubicBezTo>
                            <a:pt x="2437817" y="622142"/>
                            <a:pt x="2469373" y="323021"/>
                            <a:pt x="2476718" y="2519"/>
                          </a:cubicBezTo>
                          <a:cubicBezTo>
                            <a:pt x="1715083" y="153231"/>
                            <a:pt x="461816" y="-11571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BE82627-5679-6A40-A783-BB42AF00F8C9}"/>
                </a:ext>
              </a:extLst>
            </p:cNvPr>
            <p:cNvGrpSpPr/>
            <p:nvPr/>
          </p:nvGrpSpPr>
          <p:grpSpPr>
            <a:xfrm>
              <a:off x="516112" y="2691780"/>
              <a:ext cx="8195570" cy="2738715"/>
              <a:chOff x="895780" y="3235251"/>
              <a:chExt cx="8195570" cy="2738715"/>
            </a:xfrm>
          </p:grpSpPr>
          <p:sp>
            <p:nvSpPr>
              <p:cNvPr id="138" name="Rectangle 29" descr="e">
                <a:extLst>
                  <a:ext uri="{FF2B5EF4-FFF2-40B4-BE49-F238E27FC236}">
                    <a16:creationId xmlns:a16="http://schemas.microsoft.com/office/drawing/2014/main" id="{49040C88-9914-E24C-B0B6-1520E072F5B2}"/>
                  </a:ext>
                </a:extLst>
              </p:cNvPr>
              <p:cNvSpPr/>
              <p:nvPr/>
            </p:nvSpPr>
            <p:spPr>
              <a:xfrm>
                <a:off x="897004" y="3449398"/>
                <a:ext cx="1855377" cy="2112816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指令存储</a:t>
                </a:r>
              </a:p>
            </p:txBody>
          </p:sp>
          <p:sp>
            <p:nvSpPr>
              <p:cNvPr id="139" name="Rectangle 29" descr="e">
                <a:extLst>
                  <a:ext uri="{FF2B5EF4-FFF2-40B4-BE49-F238E27FC236}">
                    <a16:creationId xmlns:a16="http://schemas.microsoft.com/office/drawing/2014/main" id="{FF1212AA-4231-6246-A234-79FAE6D226D2}"/>
                  </a:ext>
                </a:extLst>
              </p:cNvPr>
              <p:cNvSpPr/>
              <p:nvPr/>
            </p:nvSpPr>
            <p:spPr>
              <a:xfrm>
                <a:off x="3797984" y="3449398"/>
                <a:ext cx="1691024" cy="2103285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控制模块</a:t>
                </a:r>
              </a:p>
            </p:txBody>
          </p:sp>
          <p:sp>
            <p:nvSpPr>
              <p:cNvPr id="140" name="Rectangle 29" descr="e">
                <a:extLst>
                  <a:ext uri="{FF2B5EF4-FFF2-40B4-BE49-F238E27FC236}">
                    <a16:creationId xmlns:a16="http://schemas.microsoft.com/office/drawing/2014/main" id="{B7697D5D-B19A-1F44-9D2D-E715D4F41BBA}"/>
                  </a:ext>
                </a:extLst>
              </p:cNvPr>
              <p:cNvSpPr/>
              <p:nvPr/>
            </p:nvSpPr>
            <p:spPr>
              <a:xfrm>
                <a:off x="6829425" y="3235251"/>
                <a:ext cx="1314651" cy="678976"/>
              </a:xfrm>
              <a:prstGeom prst="rect">
                <a:avLst/>
              </a:prstGeom>
              <a:solidFill>
                <a:srgbClr val="8064A2">
                  <a:lumMod val="40000"/>
                  <a:lumOff val="6000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数据存储</a:t>
                </a:r>
              </a:p>
            </p:txBody>
          </p:sp>
          <p:sp>
            <p:nvSpPr>
              <p:cNvPr id="141" name="Rectangle 29" descr="e">
                <a:extLst>
                  <a:ext uri="{FF2B5EF4-FFF2-40B4-BE49-F238E27FC236}">
                    <a16:creationId xmlns:a16="http://schemas.microsoft.com/office/drawing/2014/main" id="{C79E2591-AED7-D945-8002-D4C9FD992AF4}"/>
                  </a:ext>
                </a:extLst>
              </p:cNvPr>
              <p:cNvSpPr/>
              <p:nvPr/>
            </p:nvSpPr>
            <p:spPr>
              <a:xfrm>
                <a:off x="6829425" y="5097772"/>
                <a:ext cx="1314651" cy="454919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ALU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42" name="Straight Arrow Connector 35">
                <a:extLst>
                  <a:ext uri="{FF2B5EF4-FFF2-40B4-BE49-F238E27FC236}">
                    <a16:creationId xmlns:a16="http://schemas.microsoft.com/office/drawing/2014/main" id="{7C7F8DB1-A16A-464C-B910-87D347332115}"/>
                  </a:ext>
                </a:extLst>
              </p:cNvPr>
              <p:cNvCxnSpPr>
                <a:cxnSpLocks/>
                <a:stCxn id="133" idx="2"/>
                <a:endCxn id="141" idx="0"/>
              </p:cNvCxnSpPr>
              <p:nvPr/>
            </p:nvCxnSpPr>
            <p:spPr>
              <a:xfrm flipH="1">
                <a:off x="7486751" y="4711724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143" name="矩形 22">
                <a:extLst>
                  <a:ext uri="{FF2B5EF4-FFF2-40B4-BE49-F238E27FC236}">
                    <a16:creationId xmlns:a16="http://schemas.microsoft.com/office/drawing/2014/main" id="{CEB9FBBE-0B71-F44C-93A5-1BE37AFD0CEF}"/>
                  </a:ext>
                </a:extLst>
              </p:cNvPr>
              <p:cNvSpPr/>
              <p:nvPr/>
            </p:nvSpPr>
            <p:spPr>
              <a:xfrm>
                <a:off x="2746988" y="3990881"/>
                <a:ext cx="88766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44" name="Straight Arrow Connector 35">
                <a:extLst>
                  <a:ext uri="{FF2B5EF4-FFF2-40B4-BE49-F238E27FC236}">
                    <a16:creationId xmlns:a16="http://schemas.microsoft.com/office/drawing/2014/main" id="{F16C1D8C-F7D6-7144-9F44-3033B0422D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5064" y="4533623"/>
                <a:ext cx="133436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5" name="Straight Arrow Connector 35">
                <a:extLst>
                  <a:ext uri="{FF2B5EF4-FFF2-40B4-BE49-F238E27FC236}">
                    <a16:creationId xmlns:a16="http://schemas.microsoft.com/office/drawing/2014/main" id="{58FC2294-F453-D24D-BC74-05FF43458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988" y="4393966"/>
                <a:ext cx="104494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9D2BEB2F-CF9E-1043-9D54-EC787B97B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751" y="5562216"/>
                <a:ext cx="0" cy="411750"/>
              </a:xfrm>
              <a:prstGeom prst="line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147" name="矩形 10">
                <a:extLst>
                  <a:ext uri="{FF2B5EF4-FFF2-40B4-BE49-F238E27FC236}">
                    <a16:creationId xmlns:a16="http://schemas.microsoft.com/office/drawing/2014/main" id="{E24B2675-7CD9-BA47-8F89-ECE8C0896F38}"/>
                  </a:ext>
                </a:extLst>
              </p:cNvPr>
              <p:cNvSpPr/>
              <p:nvPr/>
            </p:nvSpPr>
            <p:spPr>
              <a:xfrm>
                <a:off x="895780" y="4849060"/>
                <a:ext cx="184244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所有指令按地址顺序存储</a:t>
                </a:r>
              </a:p>
            </p:txBody>
          </p:sp>
          <p:sp>
            <p:nvSpPr>
              <p:cNvPr id="148" name="矩形 22">
                <a:extLst>
                  <a:ext uri="{FF2B5EF4-FFF2-40B4-BE49-F238E27FC236}">
                    <a16:creationId xmlns:a16="http://schemas.microsoft.com/office/drawing/2014/main" id="{68C2B714-F014-8143-99D7-6CEE4D66545B}"/>
                  </a:ext>
                </a:extLst>
              </p:cNvPr>
              <p:cNvSpPr/>
              <p:nvPr/>
            </p:nvSpPr>
            <p:spPr>
              <a:xfrm>
                <a:off x="8105848" y="3332728"/>
                <a:ext cx="98550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时钟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49" name="Straight Arrow Connector 35">
                <a:extLst>
                  <a:ext uri="{FF2B5EF4-FFF2-40B4-BE49-F238E27FC236}">
                    <a16:creationId xmlns:a16="http://schemas.microsoft.com/office/drawing/2014/main" id="{32893206-4146-724B-9F1E-859D6D9D40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44076" y="3736907"/>
                <a:ext cx="700178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3333FF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A5F58FBA-BF54-D74A-ABEC-BEBBA99A96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4429" y="3939628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151" name="矩形 10">
                <a:extLst>
                  <a:ext uri="{FF2B5EF4-FFF2-40B4-BE49-F238E27FC236}">
                    <a16:creationId xmlns:a16="http://schemas.microsoft.com/office/drawing/2014/main" id="{A66DAF08-DF0E-5142-B7C9-CE4265A66992}"/>
                  </a:ext>
                </a:extLst>
              </p:cNvPr>
              <p:cNvSpPr/>
              <p:nvPr/>
            </p:nvSpPr>
            <p:spPr>
              <a:xfrm>
                <a:off x="3791928" y="4844179"/>
                <a:ext cx="16910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指令解码</a:t>
                </a:r>
                <a:endParaRPr kumimoji="0" lang="en-US" altLang="zh-CN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&amp;</a:t>
                </a:r>
                <a:r>
                  <a:rPr lang="zh-CN" altLang="en-US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控制信号生成</a:t>
                </a:r>
                <a:endParaRPr kumimoji="0" lang="zh-CN" altLang="en-US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9" name="矩形 22">
              <a:extLst>
                <a:ext uri="{FF2B5EF4-FFF2-40B4-BE49-F238E27FC236}">
                  <a16:creationId xmlns:a16="http://schemas.microsoft.com/office/drawing/2014/main" id="{DEAD3645-1858-4448-B99B-A68FE3C32959}"/>
                </a:ext>
              </a:extLst>
            </p:cNvPr>
            <p:cNvSpPr/>
            <p:nvPr/>
          </p:nvSpPr>
          <p:spPr>
            <a:xfrm>
              <a:off x="4953376" y="3486808"/>
              <a:ext cx="1396806" cy="9612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控制信号</a:t>
              </a: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b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</a:b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&amp; </a:t>
              </a: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数据</a:t>
              </a:r>
            </a:p>
          </p:txBody>
        </p:sp>
        <p:cxnSp>
          <p:nvCxnSpPr>
            <p:cNvPr id="130" name="Straight Connector 106">
              <a:extLst>
                <a:ext uri="{FF2B5EF4-FFF2-40B4-BE49-F238E27FC236}">
                  <a16:creationId xmlns:a16="http://schemas.microsoft.com/office/drawing/2014/main" id="{E9930B19-FE07-2D4A-820B-3B674626F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4012" y="5430495"/>
              <a:ext cx="565864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31" name="Straight Arrow Connector 35">
              <a:extLst>
                <a:ext uri="{FF2B5EF4-FFF2-40B4-BE49-F238E27FC236}">
                  <a16:creationId xmlns:a16="http://schemas.microsoft.com/office/drawing/2014/main" id="{06432BE2-A5AB-574B-9635-88ED34E104D0}"/>
                </a:ext>
              </a:extLst>
            </p:cNvPr>
            <p:cNvCxnSpPr>
              <a:cxnSpLocks/>
            </p:cNvCxnSpPr>
            <p:nvPr/>
          </p:nvCxnSpPr>
          <p:spPr>
            <a:xfrm>
              <a:off x="4301842" y="5009212"/>
              <a:ext cx="0" cy="231194"/>
            </a:xfrm>
            <a:prstGeom prst="straightConnector1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132" name="Straight Connector 78">
              <a:extLst>
                <a:ext uri="{FF2B5EF4-FFF2-40B4-BE49-F238E27FC236}">
                  <a16:creationId xmlns:a16="http://schemas.microsoft.com/office/drawing/2014/main" id="{5FB7D8A2-60C5-2A4C-BB64-12A0D615D499}"/>
                </a:ext>
              </a:extLst>
            </p:cNvPr>
            <p:cNvCxnSpPr>
              <a:cxnSpLocks/>
            </p:cNvCxnSpPr>
            <p:nvPr/>
          </p:nvCxnSpPr>
          <p:spPr>
            <a:xfrm>
              <a:off x="1444012" y="5009212"/>
              <a:ext cx="0" cy="421283"/>
            </a:xfrm>
            <a:prstGeom prst="line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triangle" w="med" len="lg"/>
            </a:ln>
            <a:effectLst/>
          </p:spPr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C9DE647-E200-7F46-AFA7-688A5B862E62}"/>
                </a:ext>
              </a:extLst>
            </p:cNvPr>
            <p:cNvSpPr/>
            <p:nvPr/>
          </p:nvSpPr>
          <p:spPr>
            <a:xfrm>
              <a:off x="6454402" y="3788076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寄存器</a:t>
              </a:r>
              <a:endParaRPr kumimoji="0" lang="en-CN" sz="18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F9D056E-1ABA-534E-9781-CF10985DDC1A}"/>
                </a:ext>
              </a:extLst>
            </p:cNvPr>
            <p:cNvSpPr/>
            <p:nvPr/>
          </p:nvSpPr>
          <p:spPr>
            <a:xfrm>
              <a:off x="6207306" y="3037684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 w="25400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4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B6D3125-6555-FC40-ABB2-3BFB43C516E5}"/>
                </a:ext>
              </a:extLst>
            </p:cNvPr>
            <p:cNvSpPr/>
            <p:nvPr/>
          </p:nvSpPr>
          <p:spPr>
            <a:xfrm>
              <a:off x="3908040" y="5240406"/>
              <a:ext cx="776026" cy="456960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N" sz="18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234E7DA1-A617-B14A-B095-552CC3B467C8}"/>
                </a:ext>
              </a:extLst>
            </p:cNvPr>
            <p:cNvSpPr/>
            <p:nvPr/>
          </p:nvSpPr>
          <p:spPr>
            <a:xfrm>
              <a:off x="7772400" y="3182471"/>
              <a:ext cx="421341" cy="77992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25D084B2-3C4D-2548-A319-B470C90AAC6A}"/>
                </a:ext>
              </a:extLst>
            </p:cNvPr>
            <p:cNvSpPr/>
            <p:nvPr/>
          </p:nvSpPr>
          <p:spPr>
            <a:xfrm>
              <a:off x="4695646" y="3956917"/>
              <a:ext cx="3498096" cy="158326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9086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D2E8D-9FD3-9A44-9DC5-88C892BB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回顾：处理器硬件</a:t>
            </a:r>
          </a:p>
        </p:txBody>
      </p:sp>
      <p:sp>
        <p:nvSpPr>
          <p:cNvPr id="97" name="Content Placeholder 96">
            <a:extLst>
              <a:ext uri="{FF2B5EF4-FFF2-40B4-BE49-F238E27FC236}">
                <a16:creationId xmlns:a16="http://schemas.microsoft.com/office/drawing/2014/main" id="{4EC08670-EB76-2E4F-BAB9-063DBB2C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690"/>
            <a:ext cx="8229600" cy="1078071"/>
          </a:xfrm>
        </p:spPr>
        <p:txBody>
          <a:bodyPr/>
          <a:lstStyle/>
          <a:p>
            <a:r>
              <a:rPr lang="en-CN" dirty="0"/>
              <a:t>Load </a:t>
            </a:r>
            <a:r>
              <a:rPr lang="zh-CN" altLang="en-US" dirty="0"/>
              <a:t>指令</a:t>
            </a:r>
            <a:endParaRPr lang="en-CN" dirty="0"/>
          </a:p>
          <a:p>
            <a:pPr lvl="1"/>
            <a:r>
              <a:rPr lang="en-US" altLang="en-US" sz="2000" dirty="0"/>
              <a:t>R[</a:t>
            </a:r>
            <a:r>
              <a:rPr lang="en-US" altLang="en-US" sz="2000" u="sng" dirty="0"/>
              <a:t>rt</a:t>
            </a:r>
            <a:r>
              <a:rPr lang="en-US" altLang="en-US" sz="2000" dirty="0"/>
              <a:t>] &lt;= Mem[R[</a:t>
            </a:r>
            <a:r>
              <a:rPr lang="en-US" altLang="en-US" sz="2000" dirty="0" err="1"/>
              <a:t>rs</a:t>
            </a:r>
            <a:r>
              <a:rPr lang="en-US" altLang="en-US" sz="2000" dirty="0"/>
              <a:t>] + </a:t>
            </a:r>
            <a:r>
              <a:rPr lang="en-US" altLang="en-US" sz="2000" dirty="0" err="1"/>
              <a:t>SignExt</a:t>
            </a:r>
            <a:r>
              <a:rPr lang="en-US" altLang="en-US" sz="2000" dirty="0"/>
              <a:t>[imm16]]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319641-7755-7B48-A9C4-463CA684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grpSp>
        <p:nvGrpSpPr>
          <p:cNvPr id="33" name="Group 9">
            <a:extLst>
              <a:ext uri="{FF2B5EF4-FFF2-40B4-BE49-F238E27FC236}">
                <a16:creationId xmlns:a16="http://schemas.microsoft.com/office/drawing/2014/main" id="{15D0DEF5-BAB9-AE47-8E76-D1AC97A41F2E}"/>
              </a:ext>
            </a:extLst>
          </p:cNvPr>
          <p:cNvGrpSpPr>
            <a:grpSpLocks/>
          </p:cNvGrpSpPr>
          <p:nvPr/>
        </p:nvGrpSpPr>
        <p:grpSpPr bwMode="auto">
          <a:xfrm>
            <a:off x="1282797" y="2469750"/>
            <a:ext cx="5964238" cy="946150"/>
            <a:chOff x="1043" y="794"/>
            <a:chExt cx="3757" cy="596"/>
          </a:xfrm>
        </p:grpSpPr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DEE1F726-A7C6-D64A-BF50-952834498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35" name="Group 11">
              <a:extLst>
                <a:ext uri="{FF2B5EF4-FFF2-40B4-BE49-F238E27FC236}">
                  <a16:creationId xmlns:a16="http://schemas.microsoft.com/office/drawing/2014/main" id="{E93D8B4E-3C63-1641-885F-C36ACB29F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53" name="Rectangle 12">
                <a:extLst>
                  <a:ext uri="{FF2B5EF4-FFF2-40B4-BE49-F238E27FC236}">
                    <a16:creationId xmlns:a16="http://schemas.microsoft.com/office/drawing/2014/main" id="{F25D88F9-FF83-7D49-9ADD-1B67C0D09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4" name="Rectangle 13">
                <a:extLst>
                  <a:ext uri="{FF2B5EF4-FFF2-40B4-BE49-F238E27FC236}">
                    <a16:creationId xmlns:a16="http://schemas.microsoft.com/office/drawing/2014/main" id="{9AD864C8-3BEF-384E-A182-44877ACEF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36" name="Group 14">
              <a:extLst>
                <a:ext uri="{FF2B5EF4-FFF2-40B4-BE49-F238E27FC236}">
                  <a16:creationId xmlns:a16="http://schemas.microsoft.com/office/drawing/2014/main" id="{6DA26D85-D6A5-834D-84F1-0F59C30DA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986"/>
              <a:ext cx="580" cy="212"/>
              <a:chOff x="1736" y="986"/>
              <a:chExt cx="580" cy="212"/>
            </a:xfrm>
          </p:grpSpPr>
          <p:sp>
            <p:nvSpPr>
              <p:cNvPr id="51" name="Rectangle 15">
                <a:extLst>
                  <a:ext uri="{FF2B5EF4-FFF2-40B4-BE49-F238E27FC236}">
                    <a16:creationId xmlns:a16="http://schemas.microsoft.com/office/drawing/2014/main" id="{4A3C7249-85B0-9846-B9D2-6F44153B3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99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2" name="Rectangle 16">
                <a:extLst>
                  <a:ext uri="{FF2B5EF4-FFF2-40B4-BE49-F238E27FC236}">
                    <a16:creationId xmlns:a16="http://schemas.microsoft.com/office/drawing/2014/main" id="{60D423E9-4CD6-AA45-BFBC-16F0CE7376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98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37" name="Group 17">
              <a:extLst>
                <a:ext uri="{FF2B5EF4-FFF2-40B4-BE49-F238E27FC236}">
                  <a16:creationId xmlns:a16="http://schemas.microsoft.com/office/drawing/2014/main" id="{592E65E0-5078-2642-BD63-D560CCE057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4" y="986"/>
              <a:ext cx="579" cy="212"/>
              <a:chOff x="2324" y="986"/>
              <a:chExt cx="579" cy="212"/>
            </a:xfrm>
          </p:grpSpPr>
          <p:sp>
            <p:nvSpPr>
              <p:cNvPr id="49" name="Rectangle 18">
                <a:extLst>
                  <a:ext uri="{FF2B5EF4-FFF2-40B4-BE49-F238E27FC236}">
                    <a16:creationId xmlns:a16="http://schemas.microsoft.com/office/drawing/2014/main" id="{E925F9C4-27C6-6C4F-9B98-A5ACE3E04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4" y="99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0" name="Rectangle 19">
                <a:extLst>
                  <a:ext uri="{FF2B5EF4-FFF2-40B4-BE49-F238E27FC236}">
                    <a16:creationId xmlns:a16="http://schemas.microsoft.com/office/drawing/2014/main" id="{89263EE8-DE6D-4B4A-B87E-BD7F13443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8" y="98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38" name="Rectangle 20">
              <a:extLst>
                <a:ext uri="{FF2B5EF4-FFF2-40B4-BE49-F238E27FC236}">
                  <a16:creationId xmlns:a16="http://schemas.microsoft.com/office/drawing/2014/main" id="{C09B7580-D6F3-7A4A-83A1-8E7A0FEFC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" y="99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" name="Rectangle 21">
              <a:extLst>
                <a:ext uri="{FF2B5EF4-FFF2-40B4-BE49-F238E27FC236}">
                  <a16:creationId xmlns:a16="http://schemas.microsoft.com/office/drawing/2014/main" id="{6798B2A2-AA4D-E740-B7B2-49E01BA1B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" y="986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40" name="Rectangle 22">
              <a:extLst>
                <a:ext uri="{FF2B5EF4-FFF2-40B4-BE49-F238E27FC236}">
                  <a16:creationId xmlns:a16="http://schemas.microsoft.com/office/drawing/2014/main" id="{6ABE08D9-992D-084D-8AC8-FE1BDACF6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A424AE94-9AD5-3048-AFD2-EDBEF9B98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42" name="Rectangle 24">
              <a:extLst>
                <a:ext uri="{FF2B5EF4-FFF2-40B4-BE49-F238E27FC236}">
                  <a16:creationId xmlns:a16="http://schemas.microsoft.com/office/drawing/2014/main" id="{2A8D9FCC-4BF3-E042-9597-560CCC08C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F42736DC-20A8-2943-AF87-4878ED2D8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44" name="Rectangle 26">
              <a:extLst>
                <a:ext uri="{FF2B5EF4-FFF2-40B4-BE49-F238E27FC236}">
                  <a16:creationId xmlns:a16="http://schemas.microsoft.com/office/drawing/2014/main" id="{9182353B-C7E6-7546-93CB-D9B90147F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45" name="Rectangle 27">
              <a:extLst>
                <a:ext uri="{FF2B5EF4-FFF2-40B4-BE49-F238E27FC236}">
                  <a16:creationId xmlns:a16="http://schemas.microsoft.com/office/drawing/2014/main" id="{B0AF4CCE-A748-1E4E-88A1-06D4ECCD1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46" name="Rectangle 28">
              <a:extLst>
                <a:ext uri="{FF2B5EF4-FFF2-40B4-BE49-F238E27FC236}">
                  <a16:creationId xmlns:a16="http://schemas.microsoft.com/office/drawing/2014/main" id="{0D8897C3-1B3A-9944-9568-33A0D924D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117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47" name="Rectangle 29">
              <a:extLst>
                <a:ext uri="{FF2B5EF4-FFF2-40B4-BE49-F238E27FC236}">
                  <a16:creationId xmlns:a16="http://schemas.microsoft.com/office/drawing/2014/main" id="{111DE0F4-0F09-2E4B-8FE1-B7A851992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48" name="Rectangle 30">
              <a:extLst>
                <a:ext uri="{FF2B5EF4-FFF2-40B4-BE49-F238E27FC236}">
                  <a16:creationId xmlns:a16="http://schemas.microsoft.com/office/drawing/2014/main" id="{A72302C4-F4D0-B64E-8A7D-9D0AE7E44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30E20C-723E-5647-9545-1403CB1E85C8}"/>
              </a:ext>
            </a:extLst>
          </p:cNvPr>
          <p:cNvSpPr txBox="1"/>
          <p:nvPr/>
        </p:nvSpPr>
        <p:spPr>
          <a:xfrm>
            <a:off x="7189936" y="2015209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ea typeface="SimHei" panose="02010609060101010101" pitchFamily="49" charset="-122"/>
              </a:rPr>
              <a:t>e.g. B=A[25]</a:t>
            </a:r>
          </a:p>
        </p:txBody>
      </p:sp>
      <p:grpSp>
        <p:nvGrpSpPr>
          <p:cNvPr id="55" name="Group 125">
            <a:extLst>
              <a:ext uri="{FF2B5EF4-FFF2-40B4-BE49-F238E27FC236}">
                <a16:creationId xmlns:a16="http://schemas.microsoft.com/office/drawing/2014/main" id="{6DBD8692-1F54-9AD3-A119-7DEB8963599C}"/>
              </a:ext>
            </a:extLst>
          </p:cNvPr>
          <p:cNvGrpSpPr/>
          <p:nvPr/>
        </p:nvGrpSpPr>
        <p:grpSpPr>
          <a:xfrm>
            <a:off x="516112" y="3556757"/>
            <a:ext cx="8195570" cy="3154569"/>
            <a:chOff x="516112" y="2691780"/>
            <a:chExt cx="8195570" cy="3154569"/>
          </a:xfrm>
        </p:grpSpPr>
        <p:sp>
          <p:nvSpPr>
            <p:cNvPr id="56" name="Freeform 126">
              <a:extLst>
                <a:ext uri="{FF2B5EF4-FFF2-40B4-BE49-F238E27FC236}">
                  <a16:creationId xmlns:a16="http://schemas.microsoft.com/office/drawing/2014/main" id="{0AE0E222-1591-567B-9C1F-0B1D9DFAFC5C}"/>
                </a:ext>
              </a:extLst>
            </p:cNvPr>
            <p:cNvSpPr/>
            <p:nvPr/>
          </p:nvSpPr>
          <p:spPr>
            <a:xfrm>
              <a:off x="3213734" y="2694999"/>
              <a:ext cx="4666243" cy="3151350"/>
            </a:xfrm>
            <a:custGeom>
              <a:avLst/>
              <a:gdLst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66243" h="3151350" fill="none" extrusionOk="0">
                  <a:moveTo>
                    <a:pt x="0" y="0"/>
                  </a:moveTo>
                  <a:cubicBezTo>
                    <a:pt x="-161990" y="1079049"/>
                    <a:pt x="-3055" y="1999308"/>
                    <a:pt x="0" y="3151350"/>
                  </a:cubicBezTo>
                  <a:cubicBezTo>
                    <a:pt x="1996398" y="2892380"/>
                    <a:pt x="4056094" y="3279585"/>
                    <a:pt x="4666243" y="3151350"/>
                  </a:cubicBezTo>
                  <a:cubicBezTo>
                    <a:pt x="4722698" y="2637951"/>
                    <a:pt x="4857977" y="1760943"/>
                    <a:pt x="4666243" y="868228"/>
                  </a:cubicBezTo>
                  <a:cubicBezTo>
                    <a:pt x="4142734" y="859234"/>
                    <a:pt x="3001194" y="984732"/>
                    <a:pt x="2475707" y="879452"/>
                  </a:cubicBezTo>
                  <a:cubicBezTo>
                    <a:pt x="2401300" y="606711"/>
                    <a:pt x="2513733" y="223447"/>
                    <a:pt x="2476718" y="2519"/>
                  </a:cubicBezTo>
                  <a:cubicBezTo>
                    <a:pt x="1811785" y="74902"/>
                    <a:pt x="766125" y="31099"/>
                    <a:pt x="0" y="0"/>
                  </a:cubicBezTo>
                  <a:close/>
                </a:path>
                <a:path w="4666243" h="3151350" stroke="0" extrusionOk="0">
                  <a:moveTo>
                    <a:pt x="0" y="0"/>
                  </a:moveTo>
                  <a:cubicBezTo>
                    <a:pt x="150584" y="976636"/>
                    <a:pt x="-7677" y="2455276"/>
                    <a:pt x="0" y="3151350"/>
                  </a:cubicBezTo>
                  <a:cubicBezTo>
                    <a:pt x="634682" y="3134693"/>
                    <a:pt x="2870735" y="3421069"/>
                    <a:pt x="4666243" y="3151350"/>
                  </a:cubicBezTo>
                  <a:cubicBezTo>
                    <a:pt x="4709977" y="2642964"/>
                    <a:pt x="4530311" y="1638952"/>
                    <a:pt x="4666243" y="868228"/>
                  </a:cubicBezTo>
                  <a:cubicBezTo>
                    <a:pt x="4532264" y="1055306"/>
                    <a:pt x="3480213" y="904280"/>
                    <a:pt x="2475707" y="879452"/>
                  </a:cubicBezTo>
                  <a:cubicBezTo>
                    <a:pt x="2434332" y="577609"/>
                    <a:pt x="2444507" y="268705"/>
                    <a:pt x="2476718" y="2519"/>
                  </a:cubicBezTo>
                  <a:cubicBezTo>
                    <a:pt x="1640958" y="148789"/>
                    <a:pt x="436181" y="-95289"/>
                    <a:pt x="0" y="0"/>
                  </a:cubicBezTo>
                  <a:close/>
                </a:path>
                <a:path w="4666243" h="3151350" fill="none" stroke="0" extrusionOk="0">
                  <a:moveTo>
                    <a:pt x="0" y="0"/>
                  </a:moveTo>
                  <a:cubicBezTo>
                    <a:pt x="-309627" y="1026320"/>
                    <a:pt x="-166532" y="1882409"/>
                    <a:pt x="0" y="3151350"/>
                  </a:cubicBezTo>
                  <a:cubicBezTo>
                    <a:pt x="2072144" y="2956646"/>
                    <a:pt x="4092690" y="3273292"/>
                    <a:pt x="4666243" y="3151350"/>
                  </a:cubicBezTo>
                  <a:cubicBezTo>
                    <a:pt x="4860220" y="2777334"/>
                    <a:pt x="4725562" y="1794466"/>
                    <a:pt x="4666243" y="868228"/>
                  </a:cubicBezTo>
                  <a:cubicBezTo>
                    <a:pt x="4182555" y="840361"/>
                    <a:pt x="3031855" y="932243"/>
                    <a:pt x="2475707" y="879452"/>
                  </a:cubicBezTo>
                  <a:cubicBezTo>
                    <a:pt x="2420487" y="605749"/>
                    <a:pt x="2495453" y="267523"/>
                    <a:pt x="2476718" y="2519"/>
                  </a:cubicBezTo>
                  <a:cubicBezTo>
                    <a:pt x="1833674" y="45772"/>
                    <a:pt x="686506" y="237005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5400" cap="flat" cmpd="sng" algn="ctr">
              <a:noFill/>
              <a:prstDash val="solid"/>
              <a:extLst>
                <a:ext uri="{C807C97D-BFC1-408E-A445-0C87EB9F89A2}">
                  <ask:lineSketchStyleProps xmlns:ask="http://schemas.microsoft.com/office/drawing/2018/sketchyshapes" sd="507984782">
                    <a:custGeom>
                      <a:avLst/>
                      <a:gdLst>
                        <a:gd name="connsiteX0" fmla="*/ 0 w 4666243"/>
                        <a:gd name="connsiteY0" fmla="*/ 0 h 3151350"/>
                        <a:gd name="connsiteX1" fmla="*/ 0 w 4666243"/>
                        <a:gd name="connsiteY1" fmla="*/ 3151350 h 3151350"/>
                        <a:gd name="connsiteX2" fmla="*/ 4666243 w 4666243"/>
                        <a:gd name="connsiteY2" fmla="*/ 3151350 h 3151350"/>
                        <a:gd name="connsiteX3" fmla="*/ 4666243 w 4666243"/>
                        <a:gd name="connsiteY3" fmla="*/ 868228 h 3151350"/>
                        <a:gd name="connsiteX4" fmla="*/ 2475707 w 4666243"/>
                        <a:gd name="connsiteY4" fmla="*/ 879452 h 3151350"/>
                        <a:gd name="connsiteX5" fmla="*/ 2476718 w 4666243"/>
                        <a:gd name="connsiteY5" fmla="*/ 2519 h 3151350"/>
                        <a:gd name="connsiteX6" fmla="*/ 0 w 4666243"/>
                        <a:gd name="connsiteY6" fmla="*/ 0 h 31513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666243" h="3151350" fill="none" extrusionOk="0">
                          <a:moveTo>
                            <a:pt x="0" y="0"/>
                          </a:moveTo>
                          <a:cubicBezTo>
                            <a:pt x="-135355" y="953583"/>
                            <a:pt x="-16559" y="2007878"/>
                            <a:pt x="0" y="3151350"/>
                          </a:cubicBezTo>
                          <a:cubicBezTo>
                            <a:pt x="2018624" y="2999852"/>
                            <a:pt x="4084212" y="3308028"/>
                            <a:pt x="4666243" y="3151350"/>
                          </a:cubicBezTo>
                          <a:cubicBezTo>
                            <a:pt x="4721886" y="2750337"/>
                            <a:pt x="4786502" y="1887811"/>
                            <a:pt x="4666243" y="868228"/>
                          </a:cubicBezTo>
                          <a:cubicBezTo>
                            <a:pt x="4130843" y="865398"/>
                            <a:pt x="2977228" y="972517"/>
                            <a:pt x="2475707" y="879452"/>
                          </a:cubicBezTo>
                          <a:cubicBezTo>
                            <a:pt x="2427955" y="598503"/>
                            <a:pt x="2498529" y="252566"/>
                            <a:pt x="2476718" y="2519"/>
                          </a:cubicBezTo>
                          <a:cubicBezTo>
                            <a:pt x="1921910" y="56995"/>
                            <a:pt x="816884" y="143015"/>
                            <a:pt x="0" y="0"/>
                          </a:cubicBezTo>
                          <a:close/>
                        </a:path>
                        <a:path w="4666243" h="3151350" stroke="0" extrusionOk="0">
                          <a:moveTo>
                            <a:pt x="0" y="0"/>
                          </a:moveTo>
                          <a:cubicBezTo>
                            <a:pt x="154771" y="1040822"/>
                            <a:pt x="-22147" y="2504018"/>
                            <a:pt x="0" y="3151350"/>
                          </a:cubicBezTo>
                          <a:cubicBezTo>
                            <a:pt x="555577" y="3215745"/>
                            <a:pt x="3081331" y="3199554"/>
                            <a:pt x="4666243" y="3151350"/>
                          </a:cubicBezTo>
                          <a:cubicBezTo>
                            <a:pt x="4682877" y="2607811"/>
                            <a:pt x="4650589" y="1676995"/>
                            <a:pt x="4666243" y="868228"/>
                          </a:cubicBezTo>
                          <a:cubicBezTo>
                            <a:pt x="4412125" y="1026929"/>
                            <a:pt x="3511695" y="982247"/>
                            <a:pt x="2475707" y="879452"/>
                          </a:cubicBezTo>
                          <a:cubicBezTo>
                            <a:pt x="2437817" y="622142"/>
                            <a:pt x="2469373" y="323021"/>
                            <a:pt x="2476718" y="2519"/>
                          </a:cubicBezTo>
                          <a:cubicBezTo>
                            <a:pt x="1715083" y="153231"/>
                            <a:pt x="461816" y="-11571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57" name="Group 127">
              <a:extLst>
                <a:ext uri="{FF2B5EF4-FFF2-40B4-BE49-F238E27FC236}">
                  <a16:creationId xmlns:a16="http://schemas.microsoft.com/office/drawing/2014/main" id="{A2A25316-894D-5AAF-DEDC-1E0038DAA93D}"/>
                </a:ext>
              </a:extLst>
            </p:cNvPr>
            <p:cNvGrpSpPr/>
            <p:nvPr/>
          </p:nvGrpSpPr>
          <p:grpSpPr>
            <a:xfrm>
              <a:off x="516112" y="2691780"/>
              <a:ext cx="8195570" cy="2738715"/>
              <a:chOff x="895780" y="3235251"/>
              <a:chExt cx="8195570" cy="2738715"/>
            </a:xfrm>
          </p:grpSpPr>
          <p:sp>
            <p:nvSpPr>
              <p:cNvPr id="89" name="Rectangle 29" descr="e">
                <a:extLst>
                  <a:ext uri="{FF2B5EF4-FFF2-40B4-BE49-F238E27FC236}">
                    <a16:creationId xmlns:a16="http://schemas.microsoft.com/office/drawing/2014/main" id="{082939DD-CAF5-6907-7CEC-698053705313}"/>
                  </a:ext>
                </a:extLst>
              </p:cNvPr>
              <p:cNvSpPr/>
              <p:nvPr/>
            </p:nvSpPr>
            <p:spPr>
              <a:xfrm>
                <a:off x="897004" y="3449398"/>
                <a:ext cx="1855377" cy="2112816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指令存储</a:t>
                </a:r>
              </a:p>
            </p:txBody>
          </p:sp>
          <p:sp>
            <p:nvSpPr>
              <p:cNvPr id="90" name="Rectangle 29" descr="e">
                <a:extLst>
                  <a:ext uri="{FF2B5EF4-FFF2-40B4-BE49-F238E27FC236}">
                    <a16:creationId xmlns:a16="http://schemas.microsoft.com/office/drawing/2014/main" id="{0A080ACC-AED3-DDC3-114B-0CE968D145B2}"/>
                  </a:ext>
                </a:extLst>
              </p:cNvPr>
              <p:cNvSpPr/>
              <p:nvPr/>
            </p:nvSpPr>
            <p:spPr>
              <a:xfrm>
                <a:off x="3797984" y="3449398"/>
                <a:ext cx="1691024" cy="2103285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控制模块</a:t>
                </a:r>
              </a:p>
            </p:txBody>
          </p:sp>
          <p:sp>
            <p:nvSpPr>
              <p:cNvPr id="93" name="Rectangle 29" descr="e">
                <a:extLst>
                  <a:ext uri="{FF2B5EF4-FFF2-40B4-BE49-F238E27FC236}">
                    <a16:creationId xmlns:a16="http://schemas.microsoft.com/office/drawing/2014/main" id="{BE046627-662D-E1E2-FDE2-BB200B9667F6}"/>
                  </a:ext>
                </a:extLst>
              </p:cNvPr>
              <p:cNvSpPr/>
              <p:nvPr/>
            </p:nvSpPr>
            <p:spPr>
              <a:xfrm>
                <a:off x="6829425" y="3235251"/>
                <a:ext cx="1314651" cy="678976"/>
              </a:xfrm>
              <a:prstGeom prst="rect">
                <a:avLst/>
              </a:prstGeom>
              <a:solidFill>
                <a:srgbClr val="8064A2">
                  <a:lumMod val="40000"/>
                  <a:lumOff val="6000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数据存储</a:t>
                </a:r>
              </a:p>
            </p:txBody>
          </p:sp>
          <p:sp>
            <p:nvSpPr>
              <p:cNvPr id="94" name="Rectangle 29" descr="e">
                <a:extLst>
                  <a:ext uri="{FF2B5EF4-FFF2-40B4-BE49-F238E27FC236}">
                    <a16:creationId xmlns:a16="http://schemas.microsoft.com/office/drawing/2014/main" id="{7BA8C236-E40B-51DD-8397-DE1AD4EDD874}"/>
                  </a:ext>
                </a:extLst>
              </p:cNvPr>
              <p:cNvSpPr/>
              <p:nvPr/>
            </p:nvSpPr>
            <p:spPr>
              <a:xfrm>
                <a:off x="6829425" y="5097772"/>
                <a:ext cx="1314651" cy="454919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ALU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95" name="Straight Arrow Connector 35">
                <a:extLst>
                  <a:ext uri="{FF2B5EF4-FFF2-40B4-BE49-F238E27FC236}">
                    <a16:creationId xmlns:a16="http://schemas.microsoft.com/office/drawing/2014/main" id="{750A793C-26D4-A4F7-35BE-35C3D5B93050}"/>
                  </a:ext>
                </a:extLst>
              </p:cNvPr>
              <p:cNvCxnSpPr>
                <a:cxnSpLocks/>
                <a:stCxn id="63" idx="2"/>
                <a:endCxn id="94" idx="0"/>
              </p:cNvCxnSpPr>
              <p:nvPr/>
            </p:nvCxnSpPr>
            <p:spPr>
              <a:xfrm flipH="1">
                <a:off x="7486751" y="4711724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96" name="矩形 22">
                <a:extLst>
                  <a:ext uri="{FF2B5EF4-FFF2-40B4-BE49-F238E27FC236}">
                    <a16:creationId xmlns:a16="http://schemas.microsoft.com/office/drawing/2014/main" id="{DCFCDEA6-0818-59D2-A667-45D2216BA560}"/>
                  </a:ext>
                </a:extLst>
              </p:cNvPr>
              <p:cNvSpPr/>
              <p:nvPr/>
            </p:nvSpPr>
            <p:spPr>
              <a:xfrm>
                <a:off x="2746988" y="3990881"/>
                <a:ext cx="88766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98" name="Straight Arrow Connector 35">
                <a:extLst>
                  <a:ext uri="{FF2B5EF4-FFF2-40B4-BE49-F238E27FC236}">
                    <a16:creationId xmlns:a16="http://schemas.microsoft.com/office/drawing/2014/main" id="{492D0678-5876-9BC2-2F25-BD86A3619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5064" y="4533623"/>
                <a:ext cx="133436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9" name="Straight Arrow Connector 35">
                <a:extLst>
                  <a:ext uri="{FF2B5EF4-FFF2-40B4-BE49-F238E27FC236}">
                    <a16:creationId xmlns:a16="http://schemas.microsoft.com/office/drawing/2014/main" id="{85D8C8E5-1C2E-56C2-4C09-7DA54CC998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988" y="4393966"/>
                <a:ext cx="104494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100" name="Straight Connector 145">
                <a:extLst>
                  <a:ext uri="{FF2B5EF4-FFF2-40B4-BE49-F238E27FC236}">
                    <a16:creationId xmlns:a16="http://schemas.microsoft.com/office/drawing/2014/main" id="{B04ED0FE-7193-78EA-AE4B-EDFBAF734E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751" y="5562216"/>
                <a:ext cx="0" cy="411750"/>
              </a:xfrm>
              <a:prstGeom prst="line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101" name="矩形 10">
                <a:extLst>
                  <a:ext uri="{FF2B5EF4-FFF2-40B4-BE49-F238E27FC236}">
                    <a16:creationId xmlns:a16="http://schemas.microsoft.com/office/drawing/2014/main" id="{209F897D-A5FE-0A7A-3111-FD8861E900C9}"/>
                  </a:ext>
                </a:extLst>
              </p:cNvPr>
              <p:cNvSpPr/>
              <p:nvPr/>
            </p:nvSpPr>
            <p:spPr>
              <a:xfrm>
                <a:off x="895780" y="4849060"/>
                <a:ext cx="184244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所有指令按地址顺序存储</a:t>
                </a:r>
              </a:p>
            </p:txBody>
          </p:sp>
          <p:sp>
            <p:nvSpPr>
              <p:cNvPr id="102" name="矩形 22">
                <a:extLst>
                  <a:ext uri="{FF2B5EF4-FFF2-40B4-BE49-F238E27FC236}">
                    <a16:creationId xmlns:a16="http://schemas.microsoft.com/office/drawing/2014/main" id="{22226604-3FAB-C913-D13C-C90C8E3FB75B}"/>
                  </a:ext>
                </a:extLst>
              </p:cNvPr>
              <p:cNvSpPr/>
              <p:nvPr/>
            </p:nvSpPr>
            <p:spPr>
              <a:xfrm>
                <a:off x="8105848" y="3332728"/>
                <a:ext cx="98550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时钟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03" name="Straight Arrow Connector 35">
                <a:extLst>
                  <a:ext uri="{FF2B5EF4-FFF2-40B4-BE49-F238E27FC236}">
                    <a16:creationId xmlns:a16="http://schemas.microsoft.com/office/drawing/2014/main" id="{B2C75BB7-880E-0368-0EA5-51D4035835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44076" y="3736907"/>
                <a:ext cx="700178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3333FF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104" name="Straight Arrow Connector 149">
                <a:extLst>
                  <a:ext uri="{FF2B5EF4-FFF2-40B4-BE49-F238E27FC236}">
                    <a16:creationId xmlns:a16="http://schemas.microsoft.com/office/drawing/2014/main" id="{5850943B-F349-0DE8-0C26-67DF8D80EE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4429" y="3939628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105" name="矩形 10">
                <a:extLst>
                  <a:ext uri="{FF2B5EF4-FFF2-40B4-BE49-F238E27FC236}">
                    <a16:creationId xmlns:a16="http://schemas.microsoft.com/office/drawing/2014/main" id="{9A2AE263-18CD-38C8-C50F-D4BD8CCAE063}"/>
                  </a:ext>
                </a:extLst>
              </p:cNvPr>
              <p:cNvSpPr/>
              <p:nvPr/>
            </p:nvSpPr>
            <p:spPr>
              <a:xfrm>
                <a:off x="3791928" y="4844179"/>
                <a:ext cx="16910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指令解码</a:t>
                </a:r>
                <a:endParaRPr kumimoji="0" lang="en-US" altLang="zh-CN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&amp;</a:t>
                </a:r>
                <a:r>
                  <a:rPr lang="zh-CN" altLang="en-US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控制信号生成</a:t>
                </a:r>
                <a:endParaRPr kumimoji="0" lang="zh-CN" altLang="en-US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9" name="矩形 22">
              <a:extLst>
                <a:ext uri="{FF2B5EF4-FFF2-40B4-BE49-F238E27FC236}">
                  <a16:creationId xmlns:a16="http://schemas.microsoft.com/office/drawing/2014/main" id="{A4F1914C-4E26-647C-892F-7E28123AA5D8}"/>
                </a:ext>
              </a:extLst>
            </p:cNvPr>
            <p:cNvSpPr/>
            <p:nvPr/>
          </p:nvSpPr>
          <p:spPr>
            <a:xfrm>
              <a:off x="4953376" y="3486808"/>
              <a:ext cx="1396806" cy="9612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控制信号</a:t>
              </a: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b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</a:b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&amp; </a:t>
              </a: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数据</a:t>
              </a:r>
            </a:p>
          </p:txBody>
        </p:sp>
        <p:cxnSp>
          <p:nvCxnSpPr>
            <p:cNvPr id="60" name="Straight Connector 106">
              <a:extLst>
                <a:ext uri="{FF2B5EF4-FFF2-40B4-BE49-F238E27FC236}">
                  <a16:creationId xmlns:a16="http://schemas.microsoft.com/office/drawing/2014/main" id="{72F4F7F1-0E5B-4B6A-4F52-A677E24FE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4012" y="5430495"/>
              <a:ext cx="565864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61" name="Straight Arrow Connector 35">
              <a:extLst>
                <a:ext uri="{FF2B5EF4-FFF2-40B4-BE49-F238E27FC236}">
                  <a16:creationId xmlns:a16="http://schemas.microsoft.com/office/drawing/2014/main" id="{C53ECB8E-3C51-97D8-AA42-F3CC218719FF}"/>
                </a:ext>
              </a:extLst>
            </p:cNvPr>
            <p:cNvCxnSpPr>
              <a:cxnSpLocks/>
            </p:cNvCxnSpPr>
            <p:nvPr/>
          </p:nvCxnSpPr>
          <p:spPr>
            <a:xfrm>
              <a:off x="4301842" y="5009212"/>
              <a:ext cx="0" cy="231194"/>
            </a:xfrm>
            <a:prstGeom prst="straightConnector1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Straight Connector 78">
              <a:extLst>
                <a:ext uri="{FF2B5EF4-FFF2-40B4-BE49-F238E27FC236}">
                  <a16:creationId xmlns:a16="http://schemas.microsoft.com/office/drawing/2014/main" id="{25424867-D39B-8711-4817-92D539637C4D}"/>
                </a:ext>
              </a:extLst>
            </p:cNvPr>
            <p:cNvCxnSpPr>
              <a:cxnSpLocks/>
            </p:cNvCxnSpPr>
            <p:nvPr/>
          </p:nvCxnSpPr>
          <p:spPr>
            <a:xfrm>
              <a:off x="1444012" y="5009212"/>
              <a:ext cx="0" cy="421283"/>
            </a:xfrm>
            <a:prstGeom prst="line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triangle" w="med" len="lg"/>
            </a:ln>
            <a:effectLst/>
          </p:spPr>
        </p:cxnSp>
        <p:sp>
          <p:nvSpPr>
            <p:cNvPr id="63" name="Rectangle 132">
              <a:extLst>
                <a:ext uri="{FF2B5EF4-FFF2-40B4-BE49-F238E27FC236}">
                  <a16:creationId xmlns:a16="http://schemas.microsoft.com/office/drawing/2014/main" id="{84012A8B-1C5C-0B31-05CF-D69568C9E047}"/>
                </a:ext>
              </a:extLst>
            </p:cNvPr>
            <p:cNvSpPr/>
            <p:nvPr/>
          </p:nvSpPr>
          <p:spPr>
            <a:xfrm>
              <a:off x="6454402" y="3788076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寄存器</a:t>
              </a:r>
              <a:endParaRPr kumimoji="0" lang="en-CN" sz="18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133">
              <a:extLst>
                <a:ext uri="{FF2B5EF4-FFF2-40B4-BE49-F238E27FC236}">
                  <a16:creationId xmlns:a16="http://schemas.microsoft.com/office/drawing/2014/main" id="{9ABF163A-8CDE-201C-050B-779DD46E7084}"/>
                </a:ext>
              </a:extLst>
            </p:cNvPr>
            <p:cNvSpPr/>
            <p:nvPr/>
          </p:nvSpPr>
          <p:spPr>
            <a:xfrm>
              <a:off x="6207306" y="3037684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 w="25400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4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3" name="Rectangle 134">
              <a:extLst>
                <a:ext uri="{FF2B5EF4-FFF2-40B4-BE49-F238E27FC236}">
                  <a16:creationId xmlns:a16="http://schemas.microsoft.com/office/drawing/2014/main" id="{45E20EB5-2A6F-43B9-6F7D-37C8E1DE8B46}"/>
                </a:ext>
              </a:extLst>
            </p:cNvPr>
            <p:cNvSpPr/>
            <p:nvPr/>
          </p:nvSpPr>
          <p:spPr>
            <a:xfrm>
              <a:off x="3908040" y="5240406"/>
              <a:ext cx="776026" cy="456960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N" sz="18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77DEF5D7-1901-2B87-19CF-D3D6F6BA22AC}"/>
                </a:ext>
              </a:extLst>
            </p:cNvPr>
            <p:cNvSpPr/>
            <p:nvPr/>
          </p:nvSpPr>
          <p:spPr>
            <a:xfrm>
              <a:off x="7772400" y="3182471"/>
              <a:ext cx="421341" cy="77992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136">
              <a:extLst>
                <a:ext uri="{FF2B5EF4-FFF2-40B4-BE49-F238E27FC236}">
                  <a16:creationId xmlns:a16="http://schemas.microsoft.com/office/drawing/2014/main" id="{F2EAB391-3FC9-8C3D-D01F-F8CA92BE0AD7}"/>
                </a:ext>
              </a:extLst>
            </p:cNvPr>
            <p:cNvSpPr/>
            <p:nvPr/>
          </p:nvSpPr>
          <p:spPr>
            <a:xfrm>
              <a:off x="4695646" y="3956917"/>
              <a:ext cx="3498096" cy="158326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9D57678F-2236-2EBD-088E-8A16659D8AD8}"/>
                  </a:ext>
                </a:extLst>
              </p14:cNvPr>
              <p14:cNvContentPartPr/>
              <p14:nvPr/>
            </p14:nvContentPartPr>
            <p14:xfrm>
              <a:off x="2963160" y="1172160"/>
              <a:ext cx="4446360" cy="5076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9D57678F-2236-2EBD-088E-8A16659D8A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3800" y="1162800"/>
                <a:ext cx="4465080" cy="509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7187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D2E8D-9FD3-9A44-9DC5-88C892BB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回顾：处理器硬件</a:t>
            </a:r>
          </a:p>
        </p:txBody>
      </p:sp>
      <p:sp>
        <p:nvSpPr>
          <p:cNvPr id="97" name="Content Placeholder 96">
            <a:extLst>
              <a:ext uri="{FF2B5EF4-FFF2-40B4-BE49-F238E27FC236}">
                <a16:creationId xmlns:a16="http://schemas.microsoft.com/office/drawing/2014/main" id="{4EC08670-EB76-2E4F-BAB9-063DBB2C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690"/>
            <a:ext cx="8229600" cy="1078071"/>
          </a:xfrm>
        </p:spPr>
        <p:txBody>
          <a:bodyPr/>
          <a:lstStyle/>
          <a:p>
            <a:r>
              <a:rPr lang="en-CN"/>
              <a:t>Store </a:t>
            </a:r>
            <a:r>
              <a:rPr lang="zh-CN" altLang="en-US" dirty="0"/>
              <a:t>指令</a:t>
            </a:r>
            <a:endParaRPr lang="en-CN" dirty="0"/>
          </a:p>
          <a:p>
            <a:pPr lvl="1"/>
            <a:r>
              <a:rPr lang="en-US" altLang="en-US" sz="2000" dirty="0"/>
              <a:t>Mem[ R[</a:t>
            </a:r>
            <a:r>
              <a:rPr lang="en-US" altLang="en-US" sz="2000" dirty="0" err="1"/>
              <a:t>rs</a:t>
            </a:r>
            <a:r>
              <a:rPr lang="en-US" altLang="en-US" sz="2000" dirty="0"/>
              <a:t>] + </a:t>
            </a:r>
            <a:r>
              <a:rPr lang="en-US" altLang="en-US" sz="2000" dirty="0" err="1"/>
              <a:t>SignExt</a:t>
            </a:r>
            <a:r>
              <a:rPr lang="en-US" altLang="en-US" sz="2000" dirty="0"/>
              <a:t>[imm16] ] &lt;= R[rt]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319641-7755-7B48-A9C4-463CA684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grpSp>
        <p:nvGrpSpPr>
          <p:cNvPr id="33" name="Group 9">
            <a:extLst>
              <a:ext uri="{FF2B5EF4-FFF2-40B4-BE49-F238E27FC236}">
                <a16:creationId xmlns:a16="http://schemas.microsoft.com/office/drawing/2014/main" id="{15D0DEF5-BAB9-AE47-8E76-D1AC97A41F2E}"/>
              </a:ext>
            </a:extLst>
          </p:cNvPr>
          <p:cNvGrpSpPr>
            <a:grpSpLocks/>
          </p:cNvGrpSpPr>
          <p:nvPr/>
        </p:nvGrpSpPr>
        <p:grpSpPr bwMode="auto">
          <a:xfrm>
            <a:off x="1282797" y="2469750"/>
            <a:ext cx="5964238" cy="946150"/>
            <a:chOff x="1043" y="794"/>
            <a:chExt cx="3757" cy="596"/>
          </a:xfrm>
        </p:grpSpPr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DEE1F726-A7C6-D64A-BF50-952834498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35" name="Group 11">
              <a:extLst>
                <a:ext uri="{FF2B5EF4-FFF2-40B4-BE49-F238E27FC236}">
                  <a16:creationId xmlns:a16="http://schemas.microsoft.com/office/drawing/2014/main" id="{E93D8B4E-3C63-1641-885F-C36ACB29F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53" name="Rectangle 12">
                <a:extLst>
                  <a:ext uri="{FF2B5EF4-FFF2-40B4-BE49-F238E27FC236}">
                    <a16:creationId xmlns:a16="http://schemas.microsoft.com/office/drawing/2014/main" id="{F25D88F9-FF83-7D49-9ADD-1B67C0D09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4" name="Rectangle 13">
                <a:extLst>
                  <a:ext uri="{FF2B5EF4-FFF2-40B4-BE49-F238E27FC236}">
                    <a16:creationId xmlns:a16="http://schemas.microsoft.com/office/drawing/2014/main" id="{9AD864C8-3BEF-384E-A182-44877ACEF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36" name="Group 14">
              <a:extLst>
                <a:ext uri="{FF2B5EF4-FFF2-40B4-BE49-F238E27FC236}">
                  <a16:creationId xmlns:a16="http://schemas.microsoft.com/office/drawing/2014/main" id="{6DA26D85-D6A5-834D-84F1-0F59C30DA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986"/>
              <a:ext cx="580" cy="212"/>
              <a:chOff x="1736" y="986"/>
              <a:chExt cx="580" cy="212"/>
            </a:xfrm>
          </p:grpSpPr>
          <p:sp>
            <p:nvSpPr>
              <p:cNvPr id="51" name="Rectangle 15">
                <a:extLst>
                  <a:ext uri="{FF2B5EF4-FFF2-40B4-BE49-F238E27FC236}">
                    <a16:creationId xmlns:a16="http://schemas.microsoft.com/office/drawing/2014/main" id="{4A3C7249-85B0-9846-B9D2-6F44153B3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99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2" name="Rectangle 16">
                <a:extLst>
                  <a:ext uri="{FF2B5EF4-FFF2-40B4-BE49-F238E27FC236}">
                    <a16:creationId xmlns:a16="http://schemas.microsoft.com/office/drawing/2014/main" id="{60D423E9-4CD6-AA45-BFBC-16F0CE7376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98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37" name="Group 17">
              <a:extLst>
                <a:ext uri="{FF2B5EF4-FFF2-40B4-BE49-F238E27FC236}">
                  <a16:creationId xmlns:a16="http://schemas.microsoft.com/office/drawing/2014/main" id="{592E65E0-5078-2642-BD63-D560CCE057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4" y="986"/>
              <a:ext cx="579" cy="212"/>
              <a:chOff x="2324" y="986"/>
              <a:chExt cx="579" cy="212"/>
            </a:xfrm>
          </p:grpSpPr>
          <p:sp>
            <p:nvSpPr>
              <p:cNvPr id="49" name="Rectangle 18">
                <a:extLst>
                  <a:ext uri="{FF2B5EF4-FFF2-40B4-BE49-F238E27FC236}">
                    <a16:creationId xmlns:a16="http://schemas.microsoft.com/office/drawing/2014/main" id="{E925F9C4-27C6-6C4F-9B98-A5ACE3E04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4" y="99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0" name="Rectangle 19">
                <a:extLst>
                  <a:ext uri="{FF2B5EF4-FFF2-40B4-BE49-F238E27FC236}">
                    <a16:creationId xmlns:a16="http://schemas.microsoft.com/office/drawing/2014/main" id="{89263EE8-DE6D-4B4A-B87E-BD7F13443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8" y="98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38" name="Rectangle 20">
              <a:extLst>
                <a:ext uri="{FF2B5EF4-FFF2-40B4-BE49-F238E27FC236}">
                  <a16:creationId xmlns:a16="http://schemas.microsoft.com/office/drawing/2014/main" id="{C09B7580-D6F3-7A4A-83A1-8E7A0FEFC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" y="99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" name="Rectangle 21">
              <a:extLst>
                <a:ext uri="{FF2B5EF4-FFF2-40B4-BE49-F238E27FC236}">
                  <a16:creationId xmlns:a16="http://schemas.microsoft.com/office/drawing/2014/main" id="{6798B2A2-AA4D-E740-B7B2-49E01BA1B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" y="986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40" name="Rectangle 22">
              <a:extLst>
                <a:ext uri="{FF2B5EF4-FFF2-40B4-BE49-F238E27FC236}">
                  <a16:creationId xmlns:a16="http://schemas.microsoft.com/office/drawing/2014/main" id="{6ABE08D9-992D-084D-8AC8-FE1BDACF6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A424AE94-9AD5-3048-AFD2-EDBEF9B98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42" name="Rectangle 24">
              <a:extLst>
                <a:ext uri="{FF2B5EF4-FFF2-40B4-BE49-F238E27FC236}">
                  <a16:creationId xmlns:a16="http://schemas.microsoft.com/office/drawing/2014/main" id="{2A8D9FCC-4BF3-E042-9597-560CCC08C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F42736DC-20A8-2943-AF87-4878ED2D8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44" name="Rectangle 26">
              <a:extLst>
                <a:ext uri="{FF2B5EF4-FFF2-40B4-BE49-F238E27FC236}">
                  <a16:creationId xmlns:a16="http://schemas.microsoft.com/office/drawing/2014/main" id="{9182353B-C7E6-7546-93CB-D9B90147F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45" name="Rectangle 27">
              <a:extLst>
                <a:ext uri="{FF2B5EF4-FFF2-40B4-BE49-F238E27FC236}">
                  <a16:creationId xmlns:a16="http://schemas.microsoft.com/office/drawing/2014/main" id="{B0AF4CCE-A748-1E4E-88A1-06D4ECCD1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46" name="Rectangle 28">
              <a:extLst>
                <a:ext uri="{FF2B5EF4-FFF2-40B4-BE49-F238E27FC236}">
                  <a16:creationId xmlns:a16="http://schemas.microsoft.com/office/drawing/2014/main" id="{0D8897C3-1B3A-9944-9568-33A0D924D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117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47" name="Rectangle 29">
              <a:extLst>
                <a:ext uri="{FF2B5EF4-FFF2-40B4-BE49-F238E27FC236}">
                  <a16:creationId xmlns:a16="http://schemas.microsoft.com/office/drawing/2014/main" id="{111DE0F4-0F09-2E4B-8FE1-B7A851992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48" name="Rectangle 30">
              <a:extLst>
                <a:ext uri="{FF2B5EF4-FFF2-40B4-BE49-F238E27FC236}">
                  <a16:creationId xmlns:a16="http://schemas.microsoft.com/office/drawing/2014/main" id="{A72302C4-F4D0-B64E-8A7D-9D0AE7E44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30E20C-723E-5647-9545-1403CB1E85C8}"/>
              </a:ext>
            </a:extLst>
          </p:cNvPr>
          <p:cNvSpPr txBox="1"/>
          <p:nvPr/>
        </p:nvSpPr>
        <p:spPr>
          <a:xfrm>
            <a:off x="7189936" y="2015209"/>
            <a:ext cx="144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ea typeface="SimHei" panose="02010609060101010101" pitchFamily="49" charset="-122"/>
              </a:rPr>
              <a:t>e.g. A[25]=B</a:t>
            </a:r>
          </a:p>
        </p:txBody>
      </p:sp>
      <p:grpSp>
        <p:nvGrpSpPr>
          <p:cNvPr id="55" name="Group 125">
            <a:extLst>
              <a:ext uri="{FF2B5EF4-FFF2-40B4-BE49-F238E27FC236}">
                <a16:creationId xmlns:a16="http://schemas.microsoft.com/office/drawing/2014/main" id="{B78A358F-7D9D-767C-60ED-7DAE0F6004FE}"/>
              </a:ext>
            </a:extLst>
          </p:cNvPr>
          <p:cNvGrpSpPr/>
          <p:nvPr/>
        </p:nvGrpSpPr>
        <p:grpSpPr>
          <a:xfrm>
            <a:off x="516112" y="3556757"/>
            <a:ext cx="8195570" cy="3154569"/>
            <a:chOff x="516112" y="2691780"/>
            <a:chExt cx="8195570" cy="3154569"/>
          </a:xfrm>
        </p:grpSpPr>
        <p:sp>
          <p:nvSpPr>
            <p:cNvPr id="56" name="Freeform 126">
              <a:extLst>
                <a:ext uri="{FF2B5EF4-FFF2-40B4-BE49-F238E27FC236}">
                  <a16:creationId xmlns:a16="http://schemas.microsoft.com/office/drawing/2014/main" id="{E84048B2-978D-DABB-D439-9CCC909EC29E}"/>
                </a:ext>
              </a:extLst>
            </p:cNvPr>
            <p:cNvSpPr/>
            <p:nvPr/>
          </p:nvSpPr>
          <p:spPr>
            <a:xfrm>
              <a:off x="3213734" y="2694999"/>
              <a:ext cx="4666243" cy="3151350"/>
            </a:xfrm>
            <a:custGeom>
              <a:avLst/>
              <a:gdLst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66243" h="3151350" fill="none" extrusionOk="0">
                  <a:moveTo>
                    <a:pt x="0" y="0"/>
                  </a:moveTo>
                  <a:cubicBezTo>
                    <a:pt x="-161990" y="1079049"/>
                    <a:pt x="-3055" y="1999308"/>
                    <a:pt x="0" y="3151350"/>
                  </a:cubicBezTo>
                  <a:cubicBezTo>
                    <a:pt x="1996398" y="2892380"/>
                    <a:pt x="4056094" y="3279585"/>
                    <a:pt x="4666243" y="3151350"/>
                  </a:cubicBezTo>
                  <a:cubicBezTo>
                    <a:pt x="4722698" y="2637951"/>
                    <a:pt x="4857977" y="1760943"/>
                    <a:pt x="4666243" y="868228"/>
                  </a:cubicBezTo>
                  <a:cubicBezTo>
                    <a:pt x="4142734" y="859234"/>
                    <a:pt x="3001194" y="984732"/>
                    <a:pt x="2475707" y="879452"/>
                  </a:cubicBezTo>
                  <a:cubicBezTo>
                    <a:pt x="2401300" y="606711"/>
                    <a:pt x="2513733" y="223447"/>
                    <a:pt x="2476718" y="2519"/>
                  </a:cubicBezTo>
                  <a:cubicBezTo>
                    <a:pt x="1811785" y="74902"/>
                    <a:pt x="766125" y="31099"/>
                    <a:pt x="0" y="0"/>
                  </a:cubicBezTo>
                  <a:close/>
                </a:path>
                <a:path w="4666243" h="3151350" stroke="0" extrusionOk="0">
                  <a:moveTo>
                    <a:pt x="0" y="0"/>
                  </a:moveTo>
                  <a:cubicBezTo>
                    <a:pt x="150584" y="976636"/>
                    <a:pt x="-7677" y="2455276"/>
                    <a:pt x="0" y="3151350"/>
                  </a:cubicBezTo>
                  <a:cubicBezTo>
                    <a:pt x="634682" y="3134693"/>
                    <a:pt x="2870735" y="3421069"/>
                    <a:pt x="4666243" y="3151350"/>
                  </a:cubicBezTo>
                  <a:cubicBezTo>
                    <a:pt x="4709977" y="2642964"/>
                    <a:pt x="4530311" y="1638952"/>
                    <a:pt x="4666243" y="868228"/>
                  </a:cubicBezTo>
                  <a:cubicBezTo>
                    <a:pt x="4532264" y="1055306"/>
                    <a:pt x="3480213" y="904280"/>
                    <a:pt x="2475707" y="879452"/>
                  </a:cubicBezTo>
                  <a:cubicBezTo>
                    <a:pt x="2434332" y="577609"/>
                    <a:pt x="2444507" y="268705"/>
                    <a:pt x="2476718" y="2519"/>
                  </a:cubicBezTo>
                  <a:cubicBezTo>
                    <a:pt x="1640958" y="148789"/>
                    <a:pt x="436181" y="-95289"/>
                    <a:pt x="0" y="0"/>
                  </a:cubicBezTo>
                  <a:close/>
                </a:path>
                <a:path w="4666243" h="3151350" fill="none" stroke="0" extrusionOk="0">
                  <a:moveTo>
                    <a:pt x="0" y="0"/>
                  </a:moveTo>
                  <a:cubicBezTo>
                    <a:pt x="-309627" y="1026320"/>
                    <a:pt x="-166532" y="1882409"/>
                    <a:pt x="0" y="3151350"/>
                  </a:cubicBezTo>
                  <a:cubicBezTo>
                    <a:pt x="2072144" y="2956646"/>
                    <a:pt x="4092690" y="3273292"/>
                    <a:pt x="4666243" y="3151350"/>
                  </a:cubicBezTo>
                  <a:cubicBezTo>
                    <a:pt x="4860220" y="2777334"/>
                    <a:pt x="4725562" y="1794466"/>
                    <a:pt x="4666243" y="868228"/>
                  </a:cubicBezTo>
                  <a:cubicBezTo>
                    <a:pt x="4182555" y="840361"/>
                    <a:pt x="3031855" y="932243"/>
                    <a:pt x="2475707" y="879452"/>
                  </a:cubicBezTo>
                  <a:cubicBezTo>
                    <a:pt x="2420487" y="605749"/>
                    <a:pt x="2495453" y="267523"/>
                    <a:pt x="2476718" y="2519"/>
                  </a:cubicBezTo>
                  <a:cubicBezTo>
                    <a:pt x="1833674" y="45772"/>
                    <a:pt x="686506" y="237005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5400" cap="flat" cmpd="sng" algn="ctr">
              <a:noFill/>
              <a:prstDash val="solid"/>
              <a:extLst>
                <a:ext uri="{C807C97D-BFC1-408E-A445-0C87EB9F89A2}">
                  <ask:lineSketchStyleProps xmlns:ask="http://schemas.microsoft.com/office/drawing/2018/sketchyshapes" sd="507984782">
                    <a:custGeom>
                      <a:avLst/>
                      <a:gdLst>
                        <a:gd name="connsiteX0" fmla="*/ 0 w 4666243"/>
                        <a:gd name="connsiteY0" fmla="*/ 0 h 3151350"/>
                        <a:gd name="connsiteX1" fmla="*/ 0 w 4666243"/>
                        <a:gd name="connsiteY1" fmla="*/ 3151350 h 3151350"/>
                        <a:gd name="connsiteX2" fmla="*/ 4666243 w 4666243"/>
                        <a:gd name="connsiteY2" fmla="*/ 3151350 h 3151350"/>
                        <a:gd name="connsiteX3" fmla="*/ 4666243 w 4666243"/>
                        <a:gd name="connsiteY3" fmla="*/ 868228 h 3151350"/>
                        <a:gd name="connsiteX4" fmla="*/ 2475707 w 4666243"/>
                        <a:gd name="connsiteY4" fmla="*/ 879452 h 3151350"/>
                        <a:gd name="connsiteX5" fmla="*/ 2476718 w 4666243"/>
                        <a:gd name="connsiteY5" fmla="*/ 2519 h 3151350"/>
                        <a:gd name="connsiteX6" fmla="*/ 0 w 4666243"/>
                        <a:gd name="connsiteY6" fmla="*/ 0 h 31513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666243" h="3151350" fill="none" extrusionOk="0">
                          <a:moveTo>
                            <a:pt x="0" y="0"/>
                          </a:moveTo>
                          <a:cubicBezTo>
                            <a:pt x="-135355" y="953583"/>
                            <a:pt x="-16559" y="2007878"/>
                            <a:pt x="0" y="3151350"/>
                          </a:cubicBezTo>
                          <a:cubicBezTo>
                            <a:pt x="2018624" y="2999852"/>
                            <a:pt x="4084212" y="3308028"/>
                            <a:pt x="4666243" y="3151350"/>
                          </a:cubicBezTo>
                          <a:cubicBezTo>
                            <a:pt x="4721886" y="2750337"/>
                            <a:pt x="4786502" y="1887811"/>
                            <a:pt x="4666243" y="868228"/>
                          </a:cubicBezTo>
                          <a:cubicBezTo>
                            <a:pt x="4130843" y="865398"/>
                            <a:pt x="2977228" y="972517"/>
                            <a:pt x="2475707" y="879452"/>
                          </a:cubicBezTo>
                          <a:cubicBezTo>
                            <a:pt x="2427955" y="598503"/>
                            <a:pt x="2498529" y="252566"/>
                            <a:pt x="2476718" y="2519"/>
                          </a:cubicBezTo>
                          <a:cubicBezTo>
                            <a:pt x="1921910" y="56995"/>
                            <a:pt x="816884" y="143015"/>
                            <a:pt x="0" y="0"/>
                          </a:cubicBezTo>
                          <a:close/>
                        </a:path>
                        <a:path w="4666243" h="3151350" stroke="0" extrusionOk="0">
                          <a:moveTo>
                            <a:pt x="0" y="0"/>
                          </a:moveTo>
                          <a:cubicBezTo>
                            <a:pt x="154771" y="1040822"/>
                            <a:pt x="-22147" y="2504018"/>
                            <a:pt x="0" y="3151350"/>
                          </a:cubicBezTo>
                          <a:cubicBezTo>
                            <a:pt x="555577" y="3215745"/>
                            <a:pt x="3081331" y="3199554"/>
                            <a:pt x="4666243" y="3151350"/>
                          </a:cubicBezTo>
                          <a:cubicBezTo>
                            <a:pt x="4682877" y="2607811"/>
                            <a:pt x="4650589" y="1676995"/>
                            <a:pt x="4666243" y="868228"/>
                          </a:cubicBezTo>
                          <a:cubicBezTo>
                            <a:pt x="4412125" y="1026929"/>
                            <a:pt x="3511695" y="982247"/>
                            <a:pt x="2475707" y="879452"/>
                          </a:cubicBezTo>
                          <a:cubicBezTo>
                            <a:pt x="2437817" y="622142"/>
                            <a:pt x="2469373" y="323021"/>
                            <a:pt x="2476718" y="2519"/>
                          </a:cubicBezTo>
                          <a:cubicBezTo>
                            <a:pt x="1715083" y="153231"/>
                            <a:pt x="461816" y="-11571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57" name="Group 127">
              <a:extLst>
                <a:ext uri="{FF2B5EF4-FFF2-40B4-BE49-F238E27FC236}">
                  <a16:creationId xmlns:a16="http://schemas.microsoft.com/office/drawing/2014/main" id="{685402CB-AF5D-E30D-BBEC-A1D5CCDC45D9}"/>
                </a:ext>
              </a:extLst>
            </p:cNvPr>
            <p:cNvGrpSpPr/>
            <p:nvPr/>
          </p:nvGrpSpPr>
          <p:grpSpPr>
            <a:xfrm>
              <a:off x="516112" y="2691780"/>
              <a:ext cx="8195570" cy="2738715"/>
              <a:chOff x="895780" y="3235251"/>
              <a:chExt cx="8195570" cy="2738715"/>
            </a:xfrm>
          </p:grpSpPr>
          <p:sp>
            <p:nvSpPr>
              <p:cNvPr id="89" name="Rectangle 29" descr="e">
                <a:extLst>
                  <a:ext uri="{FF2B5EF4-FFF2-40B4-BE49-F238E27FC236}">
                    <a16:creationId xmlns:a16="http://schemas.microsoft.com/office/drawing/2014/main" id="{ADBC9F98-23D3-D523-EBFF-ACE3FEE3DC91}"/>
                  </a:ext>
                </a:extLst>
              </p:cNvPr>
              <p:cNvSpPr/>
              <p:nvPr/>
            </p:nvSpPr>
            <p:spPr>
              <a:xfrm>
                <a:off x="897004" y="3449398"/>
                <a:ext cx="1855377" cy="2112816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指令存储</a:t>
                </a:r>
              </a:p>
            </p:txBody>
          </p:sp>
          <p:sp>
            <p:nvSpPr>
              <p:cNvPr id="90" name="Rectangle 29" descr="e">
                <a:extLst>
                  <a:ext uri="{FF2B5EF4-FFF2-40B4-BE49-F238E27FC236}">
                    <a16:creationId xmlns:a16="http://schemas.microsoft.com/office/drawing/2014/main" id="{B3EB65CE-F28F-7F2F-4915-1C962324CC32}"/>
                  </a:ext>
                </a:extLst>
              </p:cNvPr>
              <p:cNvSpPr/>
              <p:nvPr/>
            </p:nvSpPr>
            <p:spPr>
              <a:xfrm>
                <a:off x="3797984" y="3449398"/>
                <a:ext cx="1691024" cy="2103285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控制模块</a:t>
                </a:r>
              </a:p>
            </p:txBody>
          </p:sp>
          <p:sp>
            <p:nvSpPr>
              <p:cNvPr id="93" name="Rectangle 29" descr="e">
                <a:extLst>
                  <a:ext uri="{FF2B5EF4-FFF2-40B4-BE49-F238E27FC236}">
                    <a16:creationId xmlns:a16="http://schemas.microsoft.com/office/drawing/2014/main" id="{1C527273-77F6-3C18-9F3F-4EC1EF20C17A}"/>
                  </a:ext>
                </a:extLst>
              </p:cNvPr>
              <p:cNvSpPr/>
              <p:nvPr/>
            </p:nvSpPr>
            <p:spPr>
              <a:xfrm>
                <a:off x="6829425" y="3235251"/>
                <a:ext cx="1314651" cy="678976"/>
              </a:xfrm>
              <a:prstGeom prst="rect">
                <a:avLst/>
              </a:prstGeom>
              <a:solidFill>
                <a:srgbClr val="8064A2">
                  <a:lumMod val="40000"/>
                  <a:lumOff val="6000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数据存储</a:t>
                </a:r>
              </a:p>
            </p:txBody>
          </p:sp>
          <p:sp>
            <p:nvSpPr>
              <p:cNvPr id="94" name="Rectangle 29" descr="e">
                <a:extLst>
                  <a:ext uri="{FF2B5EF4-FFF2-40B4-BE49-F238E27FC236}">
                    <a16:creationId xmlns:a16="http://schemas.microsoft.com/office/drawing/2014/main" id="{9876D8E4-91F6-24FE-46F0-C3A2FF01CA4C}"/>
                  </a:ext>
                </a:extLst>
              </p:cNvPr>
              <p:cNvSpPr/>
              <p:nvPr/>
            </p:nvSpPr>
            <p:spPr>
              <a:xfrm>
                <a:off x="6829425" y="5097772"/>
                <a:ext cx="1314651" cy="454919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ALU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95" name="Straight Arrow Connector 35">
                <a:extLst>
                  <a:ext uri="{FF2B5EF4-FFF2-40B4-BE49-F238E27FC236}">
                    <a16:creationId xmlns:a16="http://schemas.microsoft.com/office/drawing/2014/main" id="{DE1BFED6-2131-C31F-9670-25E42F4DC0B0}"/>
                  </a:ext>
                </a:extLst>
              </p:cNvPr>
              <p:cNvCxnSpPr>
                <a:cxnSpLocks/>
                <a:stCxn id="63" idx="2"/>
                <a:endCxn id="94" idx="0"/>
              </p:cNvCxnSpPr>
              <p:nvPr/>
            </p:nvCxnSpPr>
            <p:spPr>
              <a:xfrm flipH="1">
                <a:off x="7486751" y="4711724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96" name="矩形 22">
                <a:extLst>
                  <a:ext uri="{FF2B5EF4-FFF2-40B4-BE49-F238E27FC236}">
                    <a16:creationId xmlns:a16="http://schemas.microsoft.com/office/drawing/2014/main" id="{6C3A690C-DB5C-0F70-ACA5-8062C075F5B9}"/>
                  </a:ext>
                </a:extLst>
              </p:cNvPr>
              <p:cNvSpPr/>
              <p:nvPr/>
            </p:nvSpPr>
            <p:spPr>
              <a:xfrm>
                <a:off x="2746988" y="3990881"/>
                <a:ext cx="88766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98" name="Straight Arrow Connector 35">
                <a:extLst>
                  <a:ext uri="{FF2B5EF4-FFF2-40B4-BE49-F238E27FC236}">
                    <a16:creationId xmlns:a16="http://schemas.microsoft.com/office/drawing/2014/main" id="{0C0F6479-D53A-14F5-ECF1-C6BCCEA92D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5064" y="4533623"/>
                <a:ext cx="133436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9" name="Straight Arrow Connector 35">
                <a:extLst>
                  <a:ext uri="{FF2B5EF4-FFF2-40B4-BE49-F238E27FC236}">
                    <a16:creationId xmlns:a16="http://schemas.microsoft.com/office/drawing/2014/main" id="{3BCFE8F6-25BE-7400-988E-BF1E1846B8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988" y="4393966"/>
                <a:ext cx="104494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100" name="Straight Connector 145">
                <a:extLst>
                  <a:ext uri="{FF2B5EF4-FFF2-40B4-BE49-F238E27FC236}">
                    <a16:creationId xmlns:a16="http://schemas.microsoft.com/office/drawing/2014/main" id="{676ED6BF-F179-E9E3-2547-81319F9526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751" y="5562216"/>
                <a:ext cx="0" cy="411750"/>
              </a:xfrm>
              <a:prstGeom prst="line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101" name="矩形 10">
                <a:extLst>
                  <a:ext uri="{FF2B5EF4-FFF2-40B4-BE49-F238E27FC236}">
                    <a16:creationId xmlns:a16="http://schemas.microsoft.com/office/drawing/2014/main" id="{B9767363-EA0F-5A70-E493-8995FA7B6D72}"/>
                  </a:ext>
                </a:extLst>
              </p:cNvPr>
              <p:cNvSpPr/>
              <p:nvPr/>
            </p:nvSpPr>
            <p:spPr>
              <a:xfrm>
                <a:off x="895780" y="4849060"/>
                <a:ext cx="184244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所有指令按地址顺序存储</a:t>
                </a:r>
              </a:p>
            </p:txBody>
          </p:sp>
          <p:sp>
            <p:nvSpPr>
              <p:cNvPr id="102" name="矩形 22">
                <a:extLst>
                  <a:ext uri="{FF2B5EF4-FFF2-40B4-BE49-F238E27FC236}">
                    <a16:creationId xmlns:a16="http://schemas.microsoft.com/office/drawing/2014/main" id="{7525BB22-72B4-56D5-8A35-A90F8E14AB75}"/>
                  </a:ext>
                </a:extLst>
              </p:cNvPr>
              <p:cNvSpPr/>
              <p:nvPr/>
            </p:nvSpPr>
            <p:spPr>
              <a:xfrm>
                <a:off x="8105848" y="3332728"/>
                <a:ext cx="98550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时钟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03" name="Straight Arrow Connector 35">
                <a:extLst>
                  <a:ext uri="{FF2B5EF4-FFF2-40B4-BE49-F238E27FC236}">
                    <a16:creationId xmlns:a16="http://schemas.microsoft.com/office/drawing/2014/main" id="{E6837799-5795-16E5-1073-E2CECBAB66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44076" y="3736907"/>
                <a:ext cx="700178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3333FF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104" name="Straight Arrow Connector 149">
                <a:extLst>
                  <a:ext uri="{FF2B5EF4-FFF2-40B4-BE49-F238E27FC236}">
                    <a16:creationId xmlns:a16="http://schemas.microsoft.com/office/drawing/2014/main" id="{F75F929B-1A84-758E-1BA2-E27D50192A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4429" y="3939628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105" name="矩形 10">
                <a:extLst>
                  <a:ext uri="{FF2B5EF4-FFF2-40B4-BE49-F238E27FC236}">
                    <a16:creationId xmlns:a16="http://schemas.microsoft.com/office/drawing/2014/main" id="{574D6201-CBD9-A2A1-52C9-1AF3F0416DA9}"/>
                  </a:ext>
                </a:extLst>
              </p:cNvPr>
              <p:cNvSpPr/>
              <p:nvPr/>
            </p:nvSpPr>
            <p:spPr>
              <a:xfrm>
                <a:off x="3791928" y="4844179"/>
                <a:ext cx="16910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指令解码</a:t>
                </a:r>
                <a:endParaRPr kumimoji="0" lang="en-US" altLang="zh-CN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&amp;</a:t>
                </a:r>
                <a:r>
                  <a:rPr lang="zh-CN" altLang="en-US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控制信号生成</a:t>
                </a:r>
                <a:endParaRPr kumimoji="0" lang="zh-CN" altLang="en-US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9" name="矩形 22">
              <a:extLst>
                <a:ext uri="{FF2B5EF4-FFF2-40B4-BE49-F238E27FC236}">
                  <a16:creationId xmlns:a16="http://schemas.microsoft.com/office/drawing/2014/main" id="{676167E6-6999-0CBE-A85D-6E278921C7A5}"/>
                </a:ext>
              </a:extLst>
            </p:cNvPr>
            <p:cNvSpPr/>
            <p:nvPr/>
          </p:nvSpPr>
          <p:spPr>
            <a:xfrm>
              <a:off x="4953376" y="3486808"/>
              <a:ext cx="1396806" cy="9612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控制信号</a:t>
              </a: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b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</a:b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&amp; </a:t>
              </a: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数据</a:t>
              </a:r>
            </a:p>
          </p:txBody>
        </p:sp>
        <p:cxnSp>
          <p:nvCxnSpPr>
            <p:cNvPr id="60" name="Straight Connector 106">
              <a:extLst>
                <a:ext uri="{FF2B5EF4-FFF2-40B4-BE49-F238E27FC236}">
                  <a16:creationId xmlns:a16="http://schemas.microsoft.com/office/drawing/2014/main" id="{A577A846-72AC-604B-B6E6-DBE4FF8C3B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4012" y="5430495"/>
              <a:ext cx="565864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61" name="Straight Arrow Connector 35">
              <a:extLst>
                <a:ext uri="{FF2B5EF4-FFF2-40B4-BE49-F238E27FC236}">
                  <a16:creationId xmlns:a16="http://schemas.microsoft.com/office/drawing/2014/main" id="{340BED1D-87F4-D3D1-8D95-98E55EC54AE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842" y="5009212"/>
              <a:ext cx="0" cy="231194"/>
            </a:xfrm>
            <a:prstGeom prst="straightConnector1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Straight Connector 78">
              <a:extLst>
                <a:ext uri="{FF2B5EF4-FFF2-40B4-BE49-F238E27FC236}">
                  <a16:creationId xmlns:a16="http://schemas.microsoft.com/office/drawing/2014/main" id="{D89BA0EB-4204-0B3C-239E-9131D7A198FD}"/>
                </a:ext>
              </a:extLst>
            </p:cNvPr>
            <p:cNvCxnSpPr>
              <a:cxnSpLocks/>
            </p:cNvCxnSpPr>
            <p:nvPr/>
          </p:nvCxnSpPr>
          <p:spPr>
            <a:xfrm>
              <a:off x="1444012" y="5009212"/>
              <a:ext cx="0" cy="421283"/>
            </a:xfrm>
            <a:prstGeom prst="line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triangle" w="med" len="lg"/>
            </a:ln>
            <a:effectLst/>
          </p:spPr>
        </p:cxnSp>
        <p:sp>
          <p:nvSpPr>
            <p:cNvPr id="63" name="Rectangle 132">
              <a:extLst>
                <a:ext uri="{FF2B5EF4-FFF2-40B4-BE49-F238E27FC236}">
                  <a16:creationId xmlns:a16="http://schemas.microsoft.com/office/drawing/2014/main" id="{BDC4949C-F197-99DF-A8B5-652689F8E66C}"/>
                </a:ext>
              </a:extLst>
            </p:cNvPr>
            <p:cNvSpPr/>
            <p:nvPr/>
          </p:nvSpPr>
          <p:spPr>
            <a:xfrm>
              <a:off x="6454402" y="3788076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寄存器</a:t>
              </a:r>
              <a:endParaRPr kumimoji="0" lang="en-CN" sz="18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5" name="Freeform 133">
              <a:extLst>
                <a:ext uri="{FF2B5EF4-FFF2-40B4-BE49-F238E27FC236}">
                  <a16:creationId xmlns:a16="http://schemas.microsoft.com/office/drawing/2014/main" id="{6AAFB097-CD06-2D56-D706-46D3174BF2D8}"/>
                </a:ext>
              </a:extLst>
            </p:cNvPr>
            <p:cNvSpPr/>
            <p:nvPr/>
          </p:nvSpPr>
          <p:spPr>
            <a:xfrm>
              <a:off x="6207306" y="3037684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 w="25400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4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3" name="Rectangle 134">
              <a:extLst>
                <a:ext uri="{FF2B5EF4-FFF2-40B4-BE49-F238E27FC236}">
                  <a16:creationId xmlns:a16="http://schemas.microsoft.com/office/drawing/2014/main" id="{871636F3-176B-69EB-3F36-89E8F8E19BDF}"/>
                </a:ext>
              </a:extLst>
            </p:cNvPr>
            <p:cNvSpPr/>
            <p:nvPr/>
          </p:nvSpPr>
          <p:spPr>
            <a:xfrm>
              <a:off x="3908040" y="5240406"/>
              <a:ext cx="776026" cy="456960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N" sz="18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E89EBCFF-0F99-CC3D-073D-A52241E06F60}"/>
                </a:ext>
              </a:extLst>
            </p:cNvPr>
            <p:cNvSpPr/>
            <p:nvPr/>
          </p:nvSpPr>
          <p:spPr>
            <a:xfrm>
              <a:off x="7772400" y="3182471"/>
              <a:ext cx="421341" cy="77992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6" name="Freeform 136">
              <a:extLst>
                <a:ext uri="{FF2B5EF4-FFF2-40B4-BE49-F238E27FC236}">
                  <a16:creationId xmlns:a16="http://schemas.microsoft.com/office/drawing/2014/main" id="{2A9B4732-B738-FF09-43A4-A946B7837571}"/>
                </a:ext>
              </a:extLst>
            </p:cNvPr>
            <p:cNvSpPr/>
            <p:nvPr/>
          </p:nvSpPr>
          <p:spPr>
            <a:xfrm>
              <a:off x="4695646" y="3956917"/>
              <a:ext cx="3498096" cy="158326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863792D-83F8-30B8-824C-C806B7C98F14}"/>
                  </a:ext>
                </a:extLst>
              </p14:cNvPr>
              <p14:cNvContentPartPr/>
              <p14:nvPr/>
            </p14:nvContentPartPr>
            <p14:xfrm>
              <a:off x="5670720" y="3492000"/>
              <a:ext cx="1855800" cy="27716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863792D-83F8-30B8-824C-C806B7C98F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61360" y="3482640"/>
                <a:ext cx="1874520" cy="279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826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D2E8D-9FD3-9A44-9DC5-88C892BB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回顾：处理器硬件</a:t>
            </a:r>
          </a:p>
        </p:txBody>
      </p:sp>
      <p:sp>
        <p:nvSpPr>
          <p:cNvPr id="97" name="Content Placeholder 96">
            <a:extLst>
              <a:ext uri="{FF2B5EF4-FFF2-40B4-BE49-F238E27FC236}">
                <a16:creationId xmlns:a16="http://schemas.microsoft.com/office/drawing/2014/main" id="{4EC08670-EB76-2E4F-BAB9-063DBB2C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690"/>
            <a:ext cx="8229600" cy="1078071"/>
          </a:xfrm>
        </p:spPr>
        <p:txBody>
          <a:bodyPr/>
          <a:lstStyle/>
          <a:p>
            <a:r>
              <a:rPr lang="zh-CN" altLang="en-US" dirty="0"/>
              <a:t>算术</a:t>
            </a:r>
            <a:r>
              <a:rPr lang="en-US" altLang="zh-CN" dirty="0"/>
              <a:t>&amp;</a:t>
            </a:r>
            <a:r>
              <a:rPr lang="zh-CN" altLang="en-US" dirty="0"/>
              <a:t>逻辑运算</a:t>
            </a:r>
            <a:endParaRPr lang="en-US" altLang="zh-CN" dirty="0"/>
          </a:p>
          <a:p>
            <a:pPr lvl="1"/>
            <a:r>
              <a:rPr lang="en-US" altLang="en-US" sz="2000" dirty="0"/>
              <a:t>R[</a:t>
            </a:r>
            <a:r>
              <a:rPr lang="en-US" altLang="en-US" sz="2000" dirty="0" err="1"/>
              <a:t>rd</a:t>
            </a:r>
            <a:r>
              <a:rPr lang="en-US" altLang="en-US" sz="2000" dirty="0"/>
              <a:t>] &lt;= R[</a:t>
            </a:r>
            <a:r>
              <a:rPr lang="en-US" altLang="en-US" sz="2000" dirty="0" err="1"/>
              <a:t>rs</a:t>
            </a:r>
            <a:r>
              <a:rPr lang="en-US" altLang="en-US" sz="2000" dirty="0"/>
              <a:t>] op R[rt]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319641-7755-7B48-A9C4-463CA684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30E20C-723E-5647-9545-1403CB1E85C8}"/>
              </a:ext>
            </a:extLst>
          </p:cNvPr>
          <p:cNvSpPr txBox="1"/>
          <p:nvPr/>
        </p:nvSpPr>
        <p:spPr>
          <a:xfrm>
            <a:off x="7189936" y="2015209"/>
            <a:ext cx="1364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ea typeface="SimHei" panose="02010609060101010101" pitchFamily="49" charset="-122"/>
              </a:rPr>
              <a:t>e.g. A=B+C</a:t>
            </a:r>
          </a:p>
        </p:txBody>
      </p:sp>
      <p:grpSp>
        <p:nvGrpSpPr>
          <p:cNvPr id="56" name="Group 59">
            <a:extLst>
              <a:ext uri="{FF2B5EF4-FFF2-40B4-BE49-F238E27FC236}">
                <a16:creationId xmlns:a16="http://schemas.microsoft.com/office/drawing/2014/main" id="{3D4960D9-087F-BD4C-BDF8-FD9918D9CAD2}"/>
              </a:ext>
            </a:extLst>
          </p:cNvPr>
          <p:cNvGrpSpPr>
            <a:grpSpLocks/>
          </p:cNvGrpSpPr>
          <p:nvPr/>
        </p:nvGrpSpPr>
        <p:grpSpPr bwMode="auto">
          <a:xfrm>
            <a:off x="1317625" y="2540252"/>
            <a:ext cx="6316663" cy="946150"/>
            <a:chOff x="1047" y="1344"/>
            <a:chExt cx="3979" cy="596"/>
          </a:xfrm>
        </p:grpSpPr>
        <p:sp>
          <p:nvSpPr>
            <p:cNvPr id="57" name="Rectangle 60">
              <a:extLst>
                <a:ext uri="{FF2B5EF4-FFF2-40B4-BE49-F238E27FC236}">
                  <a16:creationId xmlns:a16="http://schemas.microsoft.com/office/drawing/2014/main" id="{54291A29-8039-2443-B235-040F15DBF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1544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59" name="Group 61">
              <a:extLst>
                <a:ext uri="{FF2B5EF4-FFF2-40B4-BE49-F238E27FC236}">
                  <a16:creationId xmlns:a16="http://schemas.microsoft.com/office/drawing/2014/main" id="{F211FE6C-B424-0B44-89F4-6BD8AC07D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8" y="1536"/>
              <a:ext cx="664" cy="212"/>
              <a:chOff x="1108" y="1536"/>
              <a:chExt cx="664" cy="212"/>
            </a:xfrm>
          </p:grpSpPr>
          <p:sp>
            <p:nvSpPr>
              <p:cNvPr id="113" name="Rectangle 62">
                <a:extLst>
                  <a:ext uri="{FF2B5EF4-FFF2-40B4-BE49-F238E27FC236}">
                    <a16:creationId xmlns:a16="http://schemas.microsoft.com/office/drawing/2014/main" id="{2DB4137C-818A-4943-970B-B4DA350CA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154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4" name="Rectangle 63">
                <a:extLst>
                  <a:ext uri="{FF2B5EF4-FFF2-40B4-BE49-F238E27FC236}">
                    <a16:creationId xmlns:a16="http://schemas.microsoft.com/office/drawing/2014/main" id="{0C183E3E-A3B7-0B4B-AE78-4BCE29F35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153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60" name="Group 64">
              <a:extLst>
                <a:ext uri="{FF2B5EF4-FFF2-40B4-BE49-F238E27FC236}">
                  <a16:creationId xmlns:a16="http://schemas.microsoft.com/office/drawing/2014/main" id="{D5D9879F-FEED-ED47-9FC2-54806F0FE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0" y="1536"/>
              <a:ext cx="616" cy="212"/>
              <a:chOff x="1780" y="1536"/>
              <a:chExt cx="616" cy="212"/>
            </a:xfrm>
          </p:grpSpPr>
          <p:sp>
            <p:nvSpPr>
              <p:cNvPr id="111" name="Rectangle 65">
                <a:extLst>
                  <a:ext uri="{FF2B5EF4-FFF2-40B4-BE49-F238E27FC236}">
                    <a16:creationId xmlns:a16="http://schemas.microsoft.com/office/drawing/2014/main" id="{D5BB0D37-7E10-F84A-957D-BCD720CBA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0" y="154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2" name="Rectangle 66">
                <a:extLst>
                  <a:ext uri="{FF2B5EF4-FFF2-40B4-BE49-F238E27FC236}">
                    <a16:creationId xmlns:a16="http://schemas.microsoft.com/office/drawing/2014/main" id="{67C22F5E-29E6-3E48-98F3-68B7EAD45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153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61" name="Group 67">
              <a:extLst>
                <a:ext uri="{FF2B5EF4-FFF2-40B4-BE49-F238E27FC236}">
                  <a16:creationId xmlns:a16="http://schemas.microsoft.com/office/drawing/2014/main" id="{3230FB32-7313-2D4D-82C2-719712643B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4" y="1536"/>
              <a:ext cx="616" cy="212"/>
              <a:chOff x="2404" y="1536"/>
              <a:chExt cx="616" cy="212"/>
            </a:xfrm>
          </p:grpSpPr>
          <p:sp>
            <p:nvSpPr>
              <p:cNvPr id="109" name="Rectangle 68">
                <a:extLst>
                  <a:ext uri="{FF2B5EF4-FFF2-40B4-BE49-F238E27FC236}">
                    <a16:creationId xmlns:a16="http://schemas.microsoft.com/office/drawing/2014/main" id="{0163F196-D637-3140-94D9-76D5DF1C0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" y="154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0" name="Rectangle 69">
                <a:extLst>
                  <a:ext uri="{FF2B5EF4-FFF2-40B4-BE49-F238E27FC236}">
                    <a16:creationId xmlns:a16="http://schemas.microsoft.com/office/drawing/2014/main" id="{B9D1372D-0A3D-4945-AB5C-9A4B8785D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3" y="153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grpSp>
          <p:nvGrpSpPr>
            <p:cNvPr id="62" name="Group 70">
              <a:extLst>
                <a:ext uri="{FF2B5EF4-FFF2-40B4-BE49-F238E27FC236}">
                  <a16:creationId xmlns:a16="http://schemas.microsoft.com/office/drawing/2014/main" id="{18B139B2-EF4C-BE45-812B-F8A2777705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8" y="1536"/>
              <a:ext cx="616" cy="212"/>
              <a:chOff x="3028" y="1536"/>
              <a:chExt cx="616" cy="212"/>
            </a:xfrm>
          </p:grpSpPr>
          <p:sp>
            <p:nvSpPr>
              <p:cNvPr id="107" name="Rectangle 71">
                <a:extLst>
                  <a:ext uri="{FF2B5EF4-FFF2-40B4-BE49-F238E27FC236}">
                    <a16:creationId xmlns:a16="http://schemas.microsoft.com/office/drawing/2014/main" id="{F936C53C-990A-D94C-86AF-EE8447F4D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8" y="154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08" name="Rectangle 72">
                <a:extLst>
                  <a:ext uri="{FF2B5EF4-FFF2-40B4-BE49-F238E27FC236}">
                    <a16:creationId xmlns:a16="http://schemas.microsoft.com/office/drawing/2014/main" id="{7C05A3E6-3EB3-284A-9C11-902E3334D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7" y="1536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rd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63" name="Group 73">
              <a:extLst>
                <a:ext uri="{FF2B5EF4-FFF2-40B4-BE49-F238E27FC236}">
                  <a16:creationId xmlns:a16="http://schemas.microsoft.com/office/drawing/2014/main" id="{DA6BDFB4-6935-D440-9F2F-9E085F6060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2" y="1536"/>
              <a:ext cx="616" cy="212"/>
              <a:chOff x="3652" y="1536"/>
              <a:chExt cx="616" cy="212"/>
            </a:xfrm>
          </p:grpSpPr>
          <p:sp>
            <p:nvSpPr>
              <p:cNvPr id="105" name="Rectangle 74">
                <a:extLst>
                  <a:ext uri="{FF2B5EF4-FFF2-40B4-BE49-F238E27FC236}">
                    <a16:creationId xmlns:a16="http://schemas.microsoft.com/office/drawing/2014/main" id="{0DC85BCB-2A68-704C-9104-91A86DBA5C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" y="154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06" name="Rectangle 75">
                <a:extLst>
                  <a:ext uri="{FF2B5EF4-FFF2-40B4-BE49-F238E27FC236}">
                    <a16:creationId xmlns:a16="http://schemas.microsoft.com/office/drawing/2014/main" id="{4CB9B2F5-3241-BA45-8F08-C190D7A9F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5" y="1536"/>
                <a:ext cx="46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shamt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65" name="Group 76">
              <a:extLst>
                <a:ext uri="{FF2B5EF4-FFF2-40B4-BE49-F238E27FC236}">
                  <a16:creationId xmlns:a16="http://schemas.microsoft.com/office/drawing/2014/main" id="{E36245EC-2C75-0B44-92DB-8EC22125D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6" y="1536"/>
              <a:ext cx="664" cy="212"/>
              <a:chOff x="4276" y="1536"/>
              <a:chExt cx="664" cy="212"/>
            </a:xfrm>
          </p:grpSpPr>
          <p:sp>
            <p:nvSpPr>
              <p:cNvPr id="103" name="Rectangle 77">
                <a:extLst>
                  <a:ext uri="{FF2B5EF4-FFF2-40B4-BE49-F238E27FC236}">
                    <a16:creationId xmlns:a16="http://schemas.microsoft.com/office/drawing/2014/main" id="{E99C876C-E405-8544-85F2-4FAA17EA2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6" y="154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04" name="Rectangle 78">
                <a:extLst>
                  <a:ext uri="{FF2B5EF4-FFF2-40B4-BE49-F238E27FC236}">
                    <a16:creationId xmlns:a16="http://schemas.microsoft.com/office/drawing/2014/main" id="{595D50A3-D10C-0A44-BEDF-55A4F6D3BA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3" y="1536"/>
                <a:ext cx="39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funct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83" name="Group 79">
              <a:extLst>
                <a:ext uri="{FF2B5EF4-FFF2-40B4-BE49-F238E27FC236}">
                  <a16:creationId xmlns:a16="http://schemas.microsoft.com/office/drawing/2014/main" id="{C4CD22F1-AA48-4741-A6A3-7875CB0676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7" y="1344"/>
              <a:ext cx="3979" cy="596"/>
              <a:chOff x="1047" y="1344"/>
              <a:chExt cx="3979" cy="596"/>
            </a:xfrm>
          </p:grpSpPr>
          <p:sp>
            <p:nvSpPr>
              <p:cNvPr id="84" name="Rectangle 80">
                <a:extLst>
                  <a:ext uri="{FF2B5EF4-FFF2-40B4-BE49-F238E27FC236}">
                    <a16:creationId xmlns:a16="http://schemas.microsoft.com/office/drawing/2014/main" id="{3DFED38B-9B96-A04D-A4DB-84F8CE47E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9" y="134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0</a:t>
                </a:r>
              </a:p>
            </p:txBody>
          </p:sp>
          <p:sp>
            <p:nvSpPr>
              <p:cNvPr id="86" name="Rectangle 81">
                <a:extLst>
                  <a:ext uri="{FF2B5EF4-FFF2-40B4-BE49-F238E27FC236}">
                    <a16:creationId xmlns:a16="http://schemas.microsoft.com/office/drawing/2014/main" id="{48FB42D1-6539-054F-B627-2E6828076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" y="134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6</a:t>
                </a:r>
              </a:p>
            </p:txBody>
          </p:sp>
          <p:sp>
            <p:nvSpPr>
              <p:cNvPr id="89" name="Rectangle 82">
                <a:extLst>
                  <a:ext uri="{FF2B5EF4-FFF2-40B4-BE49-F238E27FC236}">
                    <a16:creationId xmlns:a16="http://schemas.microsoft.com/office/drawing/2014/main" id="{7D95D40A-1CAB-764F-80E0-2D52197E2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1344"/>
                <a:ext cx="24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11</a:t>
                </a:r>
              </a:p>
            </p:txBody>
          </p:sp>
          <p:sp>
            <p:nvSpPr>
              <p:cNvPr id="90" name="Rectangle 83">
                <a:extLst>
                  <a:ext uri="{FF2B5EF4-FFF2-40B4-BE49-F238E27FC236}">
                    <a16:creationId xmlns:a16="http://schemas.microsoft.com/office/drawing/2014/main" id="{B995B10A-8D6A-1F4D-9129-E3445D488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344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16</a:t>
                </a:r>
              </a:p>
            </p:txBody>
          </p:sp>
          <p:sp>
            <p:nvSpPr>
              <p:cNvPr id="93" name="Rectangle 84">
                <a:extLst>
                  <a:ext uri="{FF2B5EF4-FFF2-40B4-BE49-F238E27FC236}">
                    <a16:creationId xmlns:a16="http://schemas.microsoft.com/office/drawing/2014/main" id="{4AF86273-AB90-DC4F-94CA-C2C9C8E8E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1344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21</a:t>
                </a:r>
              </a:p>
            </p:txBody>
          </p:sp>
          <p:sp>
            <p:nvSpPr>
              <p:cNvPr id="94" name="Rectangle 85">
                <a:extLst>
                  <a:ext uri="{FF2B5EF4-FFF2-40B4-BE49-F238E27FC236}">
                    <a16:creationId xmlns:a16="http://schemas.microsoft.com/office/drawing/2014/main" id="{F4CBCAC4-CF95-2E45-BE8D-F2BF693BC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1344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26</a:t>
                </a:r>
              </a:p>
            </p:txBody>
          </p:sp>
          <p:sp>
            <p:nvSpPr>
              <p:cNvPr id="95" name="Rectangle 86">
                <a:extLst>
                  <a:ext uri="{FF2B5EF4-FFF2-40B4-BE49-F238E27FC236}">
                    <a16:creationId xmlns:a16="http://schemas.microsoft.com/office/drawing/2014/main" id="{1EA3B879-CE3D-794B-AB43-35F9C205F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7" y="1344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31</a:t>
                </a:r>
              </a:p>
            </p:txBody>
          </p:sp>
          <p:sp>
            <p:nvSpPr>
              <p:cNvPr id="96" name="Rectangle 87">
                <a:extLst>
                  <a:ext uri="{FF2B5EF4-FFF2-40B4-BE49-F238E27FC236}">
                    <a16:creationId xmlns:a16="http://schemas.microsoft.com/office/drawing/2014/main" id="{111A0227-7515-4C49-9B36-F07CA35D2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6 bits</a:t>
                </a:r>
              </a:p>
            </p:txBody>
          </p:sp>
          <p:sp>
            <p:nvSpPr>
              <p:cNvPr id="98" name="Rectangle 88">
                <a:extLst>
                  <a:ext uri="{FF2B5EF4-FFF2-40B4-BE49-F238E27FC236}">
                    <a16:creationId xmlns:a16="http://schemas.microsoft.com/office/drawing/2014/main" id="{E82F43F7-0FA8-9A4B-84C2-355599D3E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5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6 bits</a:t>
                </a:r>
              </a:p>
            </p:txBody>
          </p:sp>
          <p:sp>
            <p:nvSpPr>
              <p:cNvPr id="99" name="Rectangle 89">
                <a:extLst>
                  <a:ext uri="{FF2B5EF4-FFF2-40B4-BE49-F238E27FC236}">
                    <a16:creationId xmlns:a16="http://schemas.microsoft.com/office/drawing/2014/main" id="{D6A3835C-F2C7-9148-AE5D-AE06D2C4D2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3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5 bits</a:t>
                </a:r>
              </a:p>
            </p:txBody>
          </p:sp>
          <p:sp>
            <p:nvSpPr>
              <p:cNvPr id="100" name="Rectangle 90">
                <a:extLst>
                  <a:ext uri="{FF2B5EF4-FFF2-40B4-BE49-F238E27FC236}">
                    <a16:creationId xmlns:a16="http://schemas.microsoft.com/office/drawing/2014/main" id="{0635E4C6-9E1D-7747-BCD7-5F658C8E7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5 bits</a:t>
                </a:r>
              </a:p>
            </p:txBody>
          </p:sp>
          <p:sp>
            <p:nvSpPr>
              <p:cNvPr id="101" name="Rectangle 91">
                <a:extLst>
                  <a:ext uri="{FF2B5EF4-FFF2-40B4-BE49-F238E27FC236}">
                    <a16:creationId xmlns:a16="http://schemas.microsoft.com/office/drawing/2014/main" id="{1E85B2A2-8540-D843-9320-31D96FE4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5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5 bits</a:t>
                </a:r>
              </a:p>
            </p:txBody>
          </p:sp>
          <p:sp>
            <p:nvSpPr>
              <p:cNvPr id="102" name="Rectangle 92">
                <a:extLst>
                  <a:ext uri="{FF2B5EF4-FFF2-40B4-BE49-F238E27FC236}">
                    <a16:creationId xmlns:a16="http://schemas.microsoft.com/office/drawing/2014/main" id="{8FEDA2BB-F487-6840-AF7F-D630AB5E8A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5 bits</a:t>
                </a:r>
              </a:p>
            </p:txBody>
          </p:sp>
        </p:grpSp>
      </p:grpSp>
      <p:grpSp>
        <p:nvGrpSpPr>
          <p:cNvPr id="115" name="Group 125">
            <a:extLst>
              <a:ext uri="{FF2B5EF4-FFF2-40B4-BE49-F238E27FC236}">
                <a16:creationId xmlns:a16="http://schemas.microsoft.com/office/drawing/2014/main" id="{17EC52DF-C009-3E7F-FA19-37AFFC818784}"/>
              </a:ext>
            </a:extLst>
          </p:cNvPr>
          <p:cNvGrpSpPr/>
          <p:nvPr/>
        </p:nvGrpSpPr>
        <p:grpSpPr>
          <a:xfrm>
            <a:off x="516112" y="3556757"/>
            <a:ext cx="8195570" cy="3154569"/>
            <a:chOff x="516112" y="2691780"/>
            <a:chExt cx="8195570" cy="3154569"/>
          </a:xfrm>
        </p:grpSpPr>
        <p:sp>
          <p:nvSpPr>
            <p:cNvPr id="116" name="Freeform 126">
              <a:extLst>
                <a:ext uri="{FF2B5EF4-FFF2-40B4-BE49-F238E27FC236}">
                  <a16:creationId xmlns:a16="http://schemas.microsoft.com/office/drawing/2014/main" id="{DB98B219-AF69-3205-5975-762AA3437A34}"/>
                </a:ext>
              </a:extLst>
            </p:cNvPr>
            <p:cNvSpPr/>
            <p:nvPr/>
          </p:nvSpPr>
          <p:spPr>
            <a:xfrm>
              <a:off x="3213734" y="2694999"/>
              <a:ext cx="4666243" cy="3151350"/>
            </a:xfrm>
            <a:custGeom>
              <a:avLst/>
              <a:gdLst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66243" h="3151350" fill="none" extrusionOk="0">
                  <a:moveTo>
                    <a:pt x="0" y="0"/>
                  </a:moveTo>
                  <a:cubicBezTo>
                    <a:pt x="-161990" y="1079049"/>
                    <a:pt x="-3055" y="1999308"/>
                    <a:pt x="0" y="3151350"/>
                  </a:cubicBezTo>
                  <a:cubicBezTo>
                    <a:pt x="1996398" y="2892380"/>
                    <a:pt x="4056094" y="3279585"/>
                    <a:pt x="4666243" y="3151350"/>
                  </a:cubicBezTo>
                  <a:cubicBezTo>
                    <a:pt x="4722698" y="2637951"/>
                    <a:pt x="4857977" y="1760943"/>
                    <a:pt x="4666243" y="868228"/>
                  </a:cubicBezTo>
                  <a:cubicBezTo>
                    <a:pt x="4142734" y="859234"/>
                    <a:pt x="3001194" y="984732"/>
                    <a:pt x="2475707" y="879452"/>
                  </a:cubicBezTo>
                  <a:cubicBezTo>
                    <a:pt x="2401300" y="606711"/>
                    <a:pt x="2513733" y="223447"/>
                    <a:pt x="2476718" y="2519"/>
                  </a:cubicBezTo>
                  <a:cubicBezTo>
                    <a:pt x="1811785" y="74902"/>
                    <a:pt x="766125" y="31099"/>
                    <a:pt x="0" y="0"/>
                  </a:cubicBezTo>
                  <a:close/>
                </a:path>
                <a:path w="4666243" h="3151350" stroke="0" extrusionOk="0">
                  <a:moveTo>
                    <a:pt x="0" y="0"/>
                  </a:moveTo>
                  <a:cubicBezTo>
                    <a:pt x="150584" y="976636"/>
                    <a:pt x="-7677" y="2455276"/>
                    <a:pt x="0" y="3151350"/>
                  </a:cubicBezTo>
                  <a:cubicBezTo>
                    <a:pt x="634682" y="3134693"/>
                    <a:pt x="2870735" y="3421069"/>
                    <a:pt x="4666243" y="3151350"/>
                  </a:cubicBezTo>
                  <a:cubicBezTo>
                    <a:pt x="4709977" y="2642964"/>
                    <a:pt x="4530311" y="1638952"/>
                    <a:pt x="4666243" y="868228"/>
                  </a:cubicBezTo>
                  <a:cubicBezTo>
                    <a:pt x="4532264" y="1055306"/>
                    <a:pt x="3480213" y="904280"/>
                    <a:pt x="2475707" y="879452"/>
                  </a:cubicBezTo>
                  <a:cubicBezTo>
                    <a:pt x="2434332" y="577609"/>
                    <a:pt x="2444507" y="268705"/>
                    <a:pt x="2476718" y="2519"/>
                  </a:cubicBezTo>
                  <a:cubicBezTo>
                    <a:pt x="1640958" y="148789"/>
                    <a:pt x="436181" y="-95289"/>
                    <a:pt x="0" y="0"/>
                  </a:cubicBezTo>
                  <a:close/>
                </a:path>
                <a:path w="4666243" h="3151350" fill="none" stroke="0" extrusionOk="0">
                  <a:moveTo>
                    <a:pt x="0" y="0"/>
                  </a:moveTo>
                  <a:cubicBezTo>
                    <a:pt x="-309627" y="1026320"/>
                    <a:pt x="-166532" y="1882409"/>
                    <a:pt x="0" y="3151350"/>
                  </a:cubicBezTo>
                  <a:cubicBezTo>
                    <a:pt x="2072144" y="2956646"/>
                    <a:pt x="4092690" y="3273292"/>
                    <a:pt x="4666243" y="3151350"/>
                  </a:cubicBezTo>
                  <a:cubicBezTo>
                    <a:pt x="4860220" y="2777334"/>
                    <a:pt x="4725562" y="1794466"/>
                    <a:pt x="4666243" y="868228"/>
                  </a:cubicBezTo>
                  <a:cubicBezTo>
                    <a:pt x="4182555" y="840361"/>
                    <a:pt x="3031855" y="932243"/>
                    <a:pt x="2475707" y="879452"/>
                  </a:cubicBezTo>
                  <a:cubicBezTo>
                    <a:pt x="2420487" y="605749"/>
                    <a:pt x="2495453" y="267523"/>
                    <a:pt x="2476718" y="2519"/>
                  </a:cubicBezTo>
                  <a:cubicBezTo>
                    <a:pt x="1833674" y="45772"/>
                    <a:pt x="686506" y="237005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5400" cap="flat" cmpd="sng" algn="ctr">
              <a:noFill/>
              <a:prstDash val="solid"/>
              <a:extLst>
                <a:ext uri="{C807C97D-BFC1-408E-A445-0C87EB9F89A2}">
                  <ask:lineSketchStyleProps xmlns:ask="http://schemas.microsoft.com/office/drawing/2018/sketchyshapes" sd="507984782">
                    <a:custGeom>
                      <a:avLst/>
                      <a:gdLst>
                        <a:gd name="connsiteX0" fmla="*/ 0 w 4666243"/>
                        <a:gd name="connsiteY0" fmla="*/ 0 h 3151350"/>
                        <a:gd name="connsiteX1" fmla="*/ 0 w 4666243"/>
                        <a:gd name="connsiteY1" fmla="*/ 3151350 h 3151350"/>
                        <a:gd name="connsiteX2" fmla="*/ 4666243 w 4666243"/>
                        <a:gd name="connsiteY2" fmla="*/ 3151350 h 3151350"/>
                        <a:gd name="connsiteX3" fmla="*/ 4666243 w 4666243"/>
                        <a:gd name="connsiteY3" fmla="*/ 868228 h 3151350"/>
                        <a:gd name="connsiteX4" fmla="*/ 2475707 w 4666243"/>
                        <a:gd name="connsiteY4" fmla="*/ 879452 h 3151350"/>
                        <a:gd name="connsiteX5" fmla="*/ 2476718 w 4666243"/>
                        <a:gd name="connsiteY5" fmla="*/ 2519 h 3151350"/>
                        <a:gd name="connsiteX6" fmla="*/ 0 w 4666243"/>
                        <a:gd name="connsiteY6" fmla="*/ 0 h 31513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666243" h="3151350" fill="none" extrusionOk="0">
                          <a:moveTo>
                            <a:pt x="0" y="0"/>
                          </a:moveTo>
                          <a:cubicBezTo>
                            <a:pt x="-135355" y="953583"/>
                            <a:pt x="-16559" y="2007878"/>
                            <a:pt x="0" y="3151350"/>
                          </a:cubicBezTo>
                          <a:cubicBezTo>
                            <a:pt x="2018624" y="2999852"/>
                            <a:pt x="4084212" y="3308028"/>
                            <a:pt x="4666243" y="3151350"/>
                          </a:cubicBezTo>
                          <a:cubicBezTo>
                            <a:pt x="4721886" y="2750337"/>
                            <a:pt x="4786502" y="1887811"/>
                            <a:pt x="4666243" y="868228"/>
                          </a:cubicBezTo>
                          <a:cubicBezTo>
                            <a:pt x="4130843" y="865398"/>
                            <a:pt x="2977228" y="972517"/>
                            <a:pt x="2475707" y="879452"/>
                          </a:cubicBezTo>
                          <a:cubicBezTo>
                            <a:pt x="2427955" y="598503"/>
                            <a:pt x="2498529" y="252566"/>
                            <a:pt x="2476718" y="2519"/>
                          </a:cubicBezTo>
                          <a:cubicBezTo>
                            <a:pt x="1921910" y="56995"/>
                            <a:pt x="816884" y="143015"/>
                            <a:pt x="0" y="0"/>
                          </a:cubicBezTo>
                          <a:close/>
                        </a:path>
                        <a:path w="4666243" h="3151350" stroke="0" extrusionOk="0">
                          <a:moveTo>
                            <a:pt x="0" y="0"/>
                          </a:moveTo>
                          <a:cubicBezTo>
                            <a:pt x="154771" y="1040822"/>
                            <a:pt x="-22147" y="2504018"/>
                            <a:pt x="0" y="3151350"/>
                          </a:cubicBezTo>
                          <a:cubicBezTo>
                            <a:pt x="555577" y="3215745"/>
                            <a:pt x="3081331" y="3199554"/>
                            <a:pt x="4666243" y="3151350"/>
                          </a:cubicBezTo>
                          <a:cubicBezTo>
                            <a:pt x="4682877" y="2607811"/>
                            <a:pt x="4650589" y="1676995"/>
                            <a:pt x="4666243" y="868228"/>
                          </a:cubicBezTo>
                          <a:cubicBezTo>
                            <a:pt x="4412125" y="1026929"/>
                            <a:pt x="3511695" y="982247"/>
                            <a:pt x="2475707" y="879452"/>
                          </a:cubicBezTo>
                          <a:cubicBezTo>
                            <a:pt x="2437817" y="622142"/>
                            <a:pt x="2469373" y="323021"/>
                            <a:pt x="2476718" y="2519"/>
                          </a:cubicBezTo>
                          <a:cubicBezTo>
                            <a:pt x="1715083" y="153231"/>
                            <a:pt x="461816" y="-11571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117" name="Group 127">
              <a:extLst>
                <a:ext uri="{FF2B5EF4-FFF2-40B4-BE49-F238E27FC236}">
                  <a16:creationId xmlns:a16="http://schemas.microsoft.com/office/drawing/2014/main" id="{58DB68EC-0052-C7D5-9471-5E8EE013607F}"/>
                </a:ext>
              </a:extLst>
            </p:cNvPr>
            <p:cNvGrpSpPr/>
            <p:nvPr/>
          </p:nvGrpSpPr>
          <p:grpSpPr>
            <a:xfrm>
              <a:off x="516112" y="2691780"/>
              <a:ext cx="8195570" cy="2738715"/>
              <a:chOff x="895780" y="3235251"/>
              <a:chExt cx="8195570" cy="2738715"/>
            </a:xfrm>
          </p:grpSpPr>
          <p:sp>
            <p:nvSpPr>
              <p:cNvPr id="127" name="Rectangle 29" descr="e">
                <a:extLst>
                  <a:ext uri="{FF2B5EF4-FFF2-40B4-BE49-F238E27FC236}">
                    <a16:creationId xmlns:a16="http://schemas.microsoft.com/office/drawing/2014/main" id="{0AE33C9B-FB3B-1F43-67A5-DD6793B2225E}"/>
                  </a:ext>
                </a:extLst>
              </p:cNvPr>
              <p:cNvSpPr/>
              <p:nvPr/>
            </p:nvSpPr>
            <p:spPr>
              <a:xfrm>
                <a:off x="897004" y="3449398"/>
                <a:ext cx="1855377" cy="2112816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指令存储</a:t>
                </a:r>
              </a:p>
            </p:txBody>
          </p:sp>
          <p:sp>
            <p:nvSpPr>
              <p:cNvPr id="128" name="Rectangle 29" descr="e">
                <a:extLst>
                  <a:ext uri="{FF2B5EF4-FFF2-40B4-BE49-F238E27FC236}">
                    <a16:creationId xmlns:a16="http://schemas.microsoft.com/office/drawing/2014/main" id="{24120EF6-F923-96F6-DCAC-699A7559009E}"/>
                  </a:ext>
                </a:extLst>
              </p:cNvPr>
              <p:cNvSpPr/>
              <p:nvPr/>
            </p:nvSpPr>
            <p:spPr>
              <a:xfrm>
                <a:off x="3797984" y="3449398"/>
                <a:ext cx="1691024" cy="2103285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控制模块</a:t>
                </a:r>
              </a:p>
            </p:txBody>
          </p:sp>
          <p:sp>
            <p:nvSpPr>
              <p:cNvPr id="129" name="Rectangle 29" descr="e">
                <a:extLst>
                  <a:ext uri="{FF2B5EF4-FFF2-40B4-BE49-F238E27FC236}">
                    <a16:creationId xmlns:a16="http://schemas.microsoft.com/office/drawing/2014/main" id="{E6EC27E0-9D99-84D8-6838-2615D0B2F360}"/>
                  </a:ext>
                </a:extLst>
              </p:cNvPr>
              <p:cNvSpPr/>
              <p:nvPr/>
            </p:nvSpPr>
            <p:spPr>
              <a:xfrm>
                <a:off x="6829425" y="3235251"/>
                <a:ext cx="1314651" cy="678976"/>
              </a:xfrm>
              <a:prstGeom prst="rect">
                <a:avLst/>
              </a:prstGeom>
              <a:solidFill>
                <a:srgbClr val="8064A2">
                  <a:lumMod val="40000"/>
                  <a:lumOff val="6000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数据存储</a:t>
                </a:r>
              </a:p>
            </p:txBody>
          </p:sp>
          <p:sp>
            <p:nvSpPr>
              <p:cNvPr id="130" name="Rectangle 29" descr="e">
                <a:extLst>
                  <a:ext uri="{FF2B5EF4-FFF2-40B4-BE49-F238E27FC236}">
                    <a16:creationId xmlns:a16="http://schemas.microsoft.com/office/drawing/2014/main" id="{F3CDD703-A33F-F6B5-0DEB-27BEF5CC7426}"/>
                  </a:ext>
                </a:extLst>
              </p:cNvPr>
              <p:cNvSpPr/>
              <p:nvPr/>
            </p:nvSpPr>
            <p:spPr>
              <a:xfrm>
                <a:off x="6829425" y="5097772"/>
                <a:ext cx="1314651" cy="454919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ALU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31" name="Straight Arrow Connector 35">
                <a:extLst>
                  <a:ext uri="{FF2B5EF4-FFF2-40B4-BE49-F238E27FC236}">
                    <a16:creationId xmlns:a16="http://schemas.microsoft.com/office/drawing/2014/main" id="{32DB8635-C01D-AD2D-0C5A-CFA7C240129D}"/>
                  </a:ext>
                </a:extLst>
              </p:cNvPr>
              <p:cNvCxnSpPr>
                <a:cxnSpLocks/>
                <a:stCxn id="122" idx="2"/>
                <a:endCxn id="130" idx="0"/>
              </p:cNvCxnSpPr>
              <p:nvPr/>
            </p:nvCxnSpPr>
            <p:spPr>
              <a:xfrm flipH="1">
                <a:off x="7486751" y="4711724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132" name="矩形 22">
                <a:extLst>
                  <a:ext uri="{FF2B5EF4-FFF2-40B4-BE49-F238E27FC236}">
                    <a16:creationId xmlns:a16="http://schemas.microsoft.com/office/drawing/2014/main" id="{C64C3EF1-1549-208E-8E15-BFB7C14F36FE}"/>
                  </a:ext>
                </a:extLst>
              </p:cNvPr>
              <p:cNvSpPr/>
              <p:nvPr/>
            </p:nvSpPr>
            <p:spPr>
              <a:xfrm>
                <a:off x="2746988" y="3990881"/>
                <a:ext cx="88766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33" name="Straight Arrow Connector 35">
                <a:extLst>
                  <a:ext uri="{FF2B5EF4-FFF2-40B4-BE49-F238E27FC236}">
                    <a16:creationId xmlns:a16="http://schemas.microsoft.com/office/drawing/2014/main" id="{DD44A18B-E228-76B1-F7A0-96DC3935D6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5064" y="4533623"/>
                <a:ext cx="133436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34" name="Straight Arrow Connector 35">
                <a:extLst>
                  <a:ext uri="{FF2B5EF4-FFF2-40B4-BE49-F238E27FC236}">
                    <a16:creationId xmlns:a16="http://schemas.microsoft.com/office/drawing/2014/main" id="{7B28C46C-0C36-F995-6A76-661B87C6E5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988" y="4393966"/>
                <a:ext cx="104494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135" name="Straight Connector 145">
                <a:extLst>
                  <a:ext uri="{FF2B5EF4-FFF2-40B4-BE49-F238E27FC236}">
                    <a16:creationId xmlns:a16="http://schemas.microsoft.com/office/drawing/2014/main" id="{99F248BF-D928-0084-282B-6C28588AFC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751" y="5562216"/>
                <a:ext cx="0" cy="411750"/>
              </a:xfrm>
              <a:prstGeom prst="line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136" name="矩形 10">
                <a:extLst>
                  <a:ext uri="{FF2B5EF4-FFF2-40B4-BE49-F238E27FC236}">
                    <a16:creationId xmlns:a16="http://schemas.microsoft.com/office/drawing/2014/main" id="{B738AB4A-5B46-52F2-C0FB-C2EA8D1F08B8}"/>
                  </a:ext>
                </a:extLst>
              </p:cNvPr>
              <p:cNvSpPr/>
              <p:nvPr/>
            </p:nvSpPr>
            <p:spPr>
              <a:xfrm>
                <a:off x="895780" y="4849060"/>
                <a:ext cx="184244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所有指令按地址顺序存储</a:t>
                </a:r>
              </a:p>
            </p:txBody>
          </p:sp>
          <p:sp>
            <p:nvSpPr>
              <p:cNvPr id="137" name="矩形 22">
                <a:extLst>
                  <a:ext uri="{FF2B5EF4-FFF2-40B4-BE49-F238E27FC236}">
                    <a16:creationId xmlns:a16="http://schemas.microsoft.com/office/drawing/2014/main" id="{ADF72F36-F71E-B901-E6CC-ACBAABF3FB56}"/>
                  </a:ext>
                </a:extLst>
              </p:cNvPr>
              <p:cNvSpPr/>
              <p:nvPr/>
            </p:nvSpPr>
            <p:spPr>
              <a:xfrm>
                <a:off x="8105848" y="3332728"/>
                <a:ext cx="98550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时钟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38" name="Straight Arrow Connector 35">
                <a:extLst>
                  <a:ext uri="{FF2B5EF4-FFF2-40B4-BE49-F238E27FC236}">
                    <a16:creationId xmlns:a16="http://schemas.microsoft.com/office/drawing/2014/main" id="{3A0E9100-2B72-F52C-53E4-A7D7697BAA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44076" y="3736907"/>
                <a:ext cx="700178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3333FF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139" name="Straight Arrow Connector 149">
                <a:extLst>
                  <a:ext uri="{FF2B5EF4-FFF2-40B4-BE49-F238E27FC236}">
                    <a16:creationId xmlns:a16="http://schemas.microsoft.com/office/drawing/2014/main" id="{23A678B3-3CEE-6B31-755A-2B77E6C88F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4429" y="3939628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140" name="矩形 10">
                <a:extLst>
                  <a:ext uri="{FF2B5EF4-FFF2-40B4-BE49-F238E27FC236}">
                    <a16:creationId xmlns:a16="http://schemas.microsoft.com/office/drawing/2014/main" id="{B5597407-48DB-9C84-129B-407021202E64}"/>
                  </a:ext>
                </a:extLst>
              </p:cNvPr>
              <p:cNvSpPr/>
              <p:nvPr/>
            </p:nvSpPr>
            <p:spPr>
              <a:xfrm>
                <a:off x="3791928" y="4844179"/>
                <a:ext cx="16910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指令解码</a:t>
                </a:r>
                <a:endParaRPr kumimoji="0" lang="en-US" altLang="zh-CN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&amp;</a:t>
                </a:r>
                <a:r>
                  <a:rPr lang="zh-CN" altLang="en-US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控制信号生成</a:t>
                </a:r>
                <a:endParaRPr kumimoji="0" lang="zh-CN" altLang="en-US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8" name="矩形 22">
              <a:extLst>
                <a:ext uri="{FF2B5EF4-FFF2-40B4-BE49-F238E27FC236}">
                  <a16:creationId xmlns:a16="http://schemas.microsoft.com/office/drawing/2014/main" id="{115FB6C6-BF72-DDB9-405C-548868FBC3EA}"/>
                </a:ext>
              </a:extLst>
            </p:cNvPr>
            <p:cNvSpPr/>
            <p:nvPr/>
          </p:nvSpPr>
          <p:spPr>
            <a:xfrm>
              <a:off x="4953376" y="3486808"/>
              <a:ext cx="1396806" cy="9612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控制信号</a:t>
              </a: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b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</a:b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&amp; </a:t>
              </a: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数据</a:t>
              </a:r>
            </a:p>
          </p:txBody>
        </p:sp>
        <p:cxnSp>
          <p:nvCxnSpPr>
            <p:cNvPr id="119" name="Straight Connector 106">
              <a:extLst>
                <a:ext uri="{FF2B5EF4-FFF2-40B4-BE49-F238E27FC236}">
                  <a16:creationId xmlns:a16="http://schemas.microsoft.com/office/drawing/2014/main" id="{B521471F-1288-3068-34FD-911EF52E07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4012" y="5430495"/>
              <a:ext cx="565864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20" name="Straight Arrow Connector 35">
              <a:extLst>
                <a:ext uri="{FF2B5EF4-FFF2-40B4-BE49-F238E27FC236}">
                  <a16:creationId xmlns:a16="http://schemas.microsoft.com/office/drawing/2014/main" id="{170DBB04-B14B-503A-74CB-F6F9609603E6}"/>
                </a:ext>
              </a:extLst>
            </p:cNvPr>
            <p:cNvCxnSpPr>
              <a:cxnSpLocks/>
            </p:cNvCxnSpPr>
            <p:nvPr/>
          </p:nvCxnSpPr>
          <p:spPr>
            <a:xfrm>
              <a:off x="4301842" y="5009212"/>
              <a:ext cx="0" cy="231194"/>
            </a:xfrm>
            <a:prstGeom prst="straightConnector1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121" name="Straight Connector 78">
              <a:extLst>
                <a:ext uri="{FF2B5EF4-FFF2-40B4-BE49-F238E27FC236}">
                  <a16:creationId xmlns:a16="http://schemas.microsoft.com/office/drawing/2014/main" id="{17F33CFD-ECD9-C2BD-233B-507AC966687E}"/>
                </a:ext>
              </a:extLst>
            </p:cNvPr>
            <p:cNvCxnSpPr>
              <a:cxnSpLocks/>
            </p:cNvCxnSpPr>
            <p:nvPr/>
          </p:nvCxnSpPr>
          <p:spPr>
            <a:xfrm>
              <a:off x="1444012" y="5009212"/>
              <a:ext cx="0" cy="421283"/>
            </a:xfrm>
            <a:prstGeom prst="line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triangle" w="med" len="lg"/>
            </a:ln>
            <a:effectLst/>
          </p:spPr>
        </p:cxnSp>
        <p:sp>
          <p:nvSpPr>
            <p:cNvPr id="122" name="Rectangle 132">
              <a:extLst>
                <a:ext uri="{FF2B5EF4-FFF2-40B4-BE49-F238E27FC236}">
                  <a16:creationId xmlns:a16="http://schemas.microsoft.com/office/drawing/2014/main" id="{008DB081-A679-A7B6-CCF3-9F97BCFA312B}"/>
                </a:ext>
              </a:extLst>
            </p:cNvPr>
            <p:cNvSpPr/>
            <p:nvPr/>
          </p:nvSpPr>
          <p:spPr>
            <a:xfrm>
              <a:off x="6454402" y="3788076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寄存器</a:t>
              </a:r>
              <a:endParaRPr kumimoji="0" lang="en-CN" sz="18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133">
              <a:extLst>
                <a:ext uri="{FF2B5EF4-FFF2-40B4-BE49-F238E27FC236}">
                  <a16:creationId xmlns:a16="http://schemas.microsoft.com/office/drawing/2014/main" id="{DEBE8295-4D2D-DD8B-1B0C-10354CB8F753}"/>
                </a:ext>
              </a:extLst>
            </p:cNvPr>
            <p:cNvSpPr/>
            <p:nvPr/>
          </p:nvSpPr>
          <p:spPr>
            <a:xfrm>
              <a:off x="6207306" y="3037684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 w="25400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4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24" name="Rectangle 134">
              <a:extLst>
                <a:ext uri="{FF2B5EF4-FFF2-40B4-BE49-F238E27FC236}">
                  <a16:creationId xmlns:a16="http://schemas.microsoft.com/office/drawing/2014/main" id="{520C4701-448E-2845-479F-0D6E86A108D4}"/>
                </a:ext>
              </a:extLst>
            </p:cNvPr>
            <p:cNvSpPr/>
            <p:nvPr/>
          </p:nvSpPr>
          <p:spPr>
            <a:xfrm>
              <a:off x="3908040" y="5240406"/>
              <a:ext cx="776026" cy="456960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N" sz="18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125" name="Freeform 135">
              <a:extLst>
                <a:ext uri="{FF2B5EF4-FFF2-40B4-BE49-F238E27FC236}">
                  <a16:creationId xmlns:a16="http://schemas.microsoft.com/office/drawing/2014/main" id="{0B2CB51F-38FB-C329-F365-E7A843AC7E17}"/>
                </a:ext>
              </a:extLst>
            </p:cNvPr>
            <p:cNvSpPr/>
            <p:nvPr/>
          </p:nvSpPr>
          <p:spPr>
            <a:xfrm>
              <a:off x="7772400" y="3182471"/>
              <a:ext cx="421341" cy="77992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26" name="Freeform 136">
              <a:extLst>
                <a:ext uri="{FF2B5EF4-FFF2-40B4-BE49-F238E27FC236}">
                  <a16:creationId xmlns:a16="http://schemas.microsoft.com/office/drawing/2014/main" id="{FB7B55B4-5521-9555-E89B-F92601567364}"/>
                </a:ext>
              </a:extLst>
            </p:cNvPr>
            <p:cNvSpPr/>
            <p:nvPr/>
          </p:nvSpPr>
          <p:spPr>
            <a:xfrm>
              <a:off x="4695646" y="3956917"/>
              <a:ext cx="3498096" cy="158326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86F422C-FA16-C4F4-2A81-22834A0EC8D4}"/>
                  </a:ext>
                </a:extLst>
              </p14:cNvPr>
              <p14:cNvContentPartPr/>
              <p14:nvPr/>
            </p14:nvContentPartPr>
            <p14:xfrm>
              <a:off x="5646600" y="4884480"/>
              <a:ext cx="2000520" cy="7470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86F422C-FA16-C4F4-2A81-22834A0EC8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37240" y="4875120"/>
                <a:ext cx="2019240" cy="76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3643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D2E8D-9FD3-9A44-9DC5-88C892BB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回顾：处理器硬件</a:t>
            </a:r>
          </a:p>
        </p:txBody>
      </p:sp>
      <p:sp>
        <p:nvSpPr>
          <p:cNvPr id="97" name="Content Placeholder 96">
            <a:extLst>
              <a:ext uri="{FF2B5EF4-FFF2-40B4-BE49-F238E27FC236}">
                <a16:creationId xmlns:a16="http://schemas.microsoft.com/office/drawing/2014/main" id="{4EC08670-EB76-2E4F-BAB9-063DBB2C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690"/>
            <a:ext cx="8229600" cy="1078071"/>
          </a:xfrm>
        </p:spPr>
        <p:txBody>
          <a:bodyPr/>
          <a:lstStyle/>
          <a:p>
            <a:r>
              <a:rPr lang="en-US" altLang="zh-CN" dirty="0"/>
              <a:t>Branch</a:t>
            </a:r>
            <a:r>
              <a:rPr lang="zh-CN" altLang="en-US" dirty="0"/>
              <a:t> 分支</a:t>
            </a:r>
            <a:r>
              <a:rPr lang="en-CN" dirty="0"/>
              <a:t>: </a:t>
            </a:r>
            <a:r>
              <a:rPr lang="en-US" dirty="0" err="1"/>
              <a:t>beq</a:t>
            </a:r>
            <a:r>
              <a:rPr lang="en-US" dirty="0"/>
              <a:t> </a:t>
            </a:r>
            <a:r>
              <a:rPr lang="en-US" dirty="0" err="1"/>
              <a:t>rs</a:t>
            </a:r>
            <a:r>
              <a:rPr lang="en-US" dirty="0"/>
              <a:t>, rt, imm16</a:t>
            </a:r>
            <a:endParaRPr lang="en-CN" dirty="0"/>
          </a:p>
          <a:p>
            <a:pPr lvl="1"/>
            <a:r>
              <a:rPr lang="en-US" sz="2000" dirty="0"/>
              <a:t>PC=PC+4 (</a:t>
            </a:r>
            <a:r>
              <a:rPr lang="en-US" sz="2000" dirty="0" err="1"/>
              <a:t>rs</a:t>
            </a:r>
            <a:r>
              <a:rPr lang="en-US" sz="2000" dirty="0"/>
              <a:t>!=rt) or PC+4+{</a:t>
            </a:r>
            <a:r>
              <a:rPr lang="en-US" sz="2000" dirty="0" err="1"/>
              <a:t>SignExtImm</a:t>
            </a:r>
            <a:r>
              <a:rPr lang="en-US" sz="2000" dirty="0"/>
              <a:t> &lt;&lt; 2} (</a:t>
            </a:r>
            <a:r>
              <a:rPr lang="en-US" sz="2000" dirty="0" err="1"/>
              <a:t>rs</a:t>
            </a:r>
            <a:r>
              <a:rPr lang="en-US" sz="2000" dirty="0"/>
              <a:t>==rt)</a:t>
            </a:r>
            <a:endParaRPr lang="en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319641-7755-7B48-A9C4-463CA684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grpSp>
        <p:nvGrpSpPr>
          <p:cNvPr id="115" name="Group 5">
            <a:extLst>
              <a:ext uri="{FF2B5EF4-FFF2-40B4-BE49-F238E27FC236}">
                <a16:creationId xmlns:a16="http://schemas.microsoft.com/office/drawing/2014/main" id="{1E202AF0-0A43-8940-B9A0-9795AFB075F2}"/>
              </a:ext>
            </a:extLst>
          </p:cNvPr>
          <p:cNvGrpSpPr>
            <a:grpSpLocks/>
          </p:cNvGrpSpPr>
          <p:nvPr/>
        </p:nvGrpSpPr>
        <p:grpSpPr bwMode="auto">
          <a:xfrm>
            <a:off x="1731575" y="2552761"/>
            <a:ext cx="5964238" cy="946150"/>
            <a:chOff x="1043" y="794"/>
            <a:chExt cx="3757" cy="596"/>
          </a:xfrm>
        </p:grpSpPr>
        <p:sp>
          <p:nvSpPr>
            <p:cNvPr id="116" name="Rectangle 6">
              <a:extLst>
                <a:ext uri="{FF2B5EF4-FFF2-40B4-BE49-F238E27FC236}">
                  <a16:creationId xmlns:a16="http://schemas.microsoft.com/office/drawing/2014/main" id="{B3932118-ACF0-F947-9D69-446D77F65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17" name="Group 7">
              <a:extLst>
                <a:ext uri="{FF2B5EF4-FFF2-40B4-BE49-F238E27FC236}">
                  <a16:creationId xmlns:a16="http://schemas.microsoft.com/office/drawing/2014/main" id="{D82F8D39-44E0-FA40-8669-4B5DFF6F3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135" name="Rectangle 8">
                <a:extLst>
                  <a:ext uri="{FF2B5EF4-FFF2-40B4-BE49-F238E27FC236}">
                    <a16:creationId xmlns:a16="http://schemas.microsoft.com/office/drawing/2014/main" id="{33C29249-F065-1B40-80D4-9B9A9AF76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6" name="Rectangle 9">
                <a:extLst>
                  <a:ext uri="{FF2B5EF4-FFF2-40B4-BE49-F238E27FC236}">
                    <a16:creationId xmlns:a16="http://schemas.microsoft.com/office/drawing/2014/main" id="{9727004B-3931-6C49-95C4-8DDDD93CE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118" name="Group 10">
              <a:extLst>
                <a:ext uri="{FF2B5EF4-FFF2-40B4-BE49-F238E27FC236}">
                  <a16:creationId xmlns:a16="http://schemas.microsoft.com/office/drawing/2014/main" id="{85E03CDC-BB2A-3C44-87E6-CA170C1369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986"/>
              <a:ext cx="580" cy="212"/>
              <a:chOff x="1736" y="986"/>
              <a:chExt cx="580" cy="212"/>
            </a:xfrm>
          </p:grpSpPr>
          <p:sp>
            <p:nvSpPr>
              <p:cNvPr id="133" name="Rectangle 11">
                <a:extLst>
                  <a:ext uri="{FF2B5EF4-FFF2-40B4-BE49-F238E27FC236}">
                    <a16:creationId xmlns:a16="http://schemas.microsoft.com/office/drawing/2014/main" id="{84D42FC2-4B54-5547-8C6D-2894E8227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99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4" name="Rectangle 12">
                <a:extLst>
                  <a:ext uri="{FF2B5EF4-FFF2-40B4-BE49-F238E27FC236}">
                    <a16:creationId xmlns:a16="http://schemas.microsoft.com/office/drawing/2014/main" id="{EF2ECF65-E5B2-1D43-83EB-E5B8F2E23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98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19" name="Group 13">
              <a:extLst>
                <a:ext uri="{FF2B5EF4-FFF2-40B4-BE49-F238E27FC236}">
                  <a16:creationId xmlns:a16="http://schemas.microsoft.com/office/drawing/2014/main" id="{2268B7F0-3523-A445-8FED-D9BC1BD193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4" y="986"/>
              <a:ext cx="579" cy="212"/>
              <a:chOff x="2324" y="986"/>
              <a:chExt cx="579" cy="212"/>
            </a:xfrm>
          </p:grpSpPr>
          <p:sp>
            <p:nvSpPr>
              <p:cNvPr id="131" name="Rectangle 14">
                <a:extLst>
                  <a:ext uri="{FF2B5EF4-FFF2-40B4-BE49-F238E27FC236}">
                    <a16:creationId xmlns:a16="http://schemas.microsoft.com/office/drawing/2014/main" id="{84F53B91-4D61-BF41-87F8-D1F5E32DF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4" y="99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2" name="Rectangle 15">
                <a:extLst>
                  <a:ext uri="{FF2B5EF4-FFF2-40B4-BE49-F238E27FC236}">
                    <a16:creationId xmlns:a16="http://schemas.microsoft.com/office/drawing/2014/main" id="{DFB107B5-B28E-7E4C-8FC0-B6D960242C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8" y="98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120" name="Rectangle 16">
              <a:extLst>
                <a:ext uri="{FF2B5EF4-FFF2-40B4-BE49-F238E27FC236}">
                  <a16:creationId xmlns:a16="http://schemas.microsoft.com/office/drawing/2014/main" id="{13382AD4-4EEF-C14B-A95F-7FCD65AD3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" y="99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21" name="Rectangle 17">
              <a:extLst>
                <a:ext uri="{FF2B5EF4-FFF2-40B4-BE49-F238E27FC236}">
                  <a16:creationId xmlns:a16="http://schemas.microsoft.com/office/drawing/2014/main" id="{4D7CE685-175C-9E4C-9C13-0D795588B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" y="986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122" name="Rectangle 18">
              <a:extLst>
                <a:ext uri="{FF2B5EF4-FFF2-40B4-BE49-F238E27FC236}">
                  <a16:creationId xmlns:a16="http://schemas.microsoft.com/office/drawing/2014/main" id="{39FA8D5A-C4D7-DB4F-ACF8-B53401946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23" name="Rectangle 19">
              <a:extLst>
                <a:ext uri="{FF2B5EF4-FFF2-40B4-BE49-F238E27FC236}">
                  <a16:creationId xmlns:a16="http://schemas.microsoft.com/office/drawing/2014/main" id="{7E2CF94E-43E6-4140-9492-24E5B37C9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124" name="Rectangle 20">
              <a:extLst>
                <a:ext uri="{FF2B5EF4-FFF2-40B4-BE49-F238E27FC236}">
                  <a16:creationId xmlns:a16="http://schemas.microsoft.com/office/drawing/2014/main" id="{3ABDD6EB-E741-104A-933C-0D2EB3D10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125" name="Rectangle 21">
              <a:extLst>
                <a:ext uri="{FF2B5EF4-FFF2-40B4-BE49-F238E27FC236}">
                  <a16:creationId xmlns:a16="http://schemas.microsoft.com/office/drawing/2014/main" id="{BE3C2167-01DB-1849-9AF0-07D8E29F6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07D8481E-6F78-6148-8301-86319801C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127" name="Rectangle 23">
              <a:extLst>
                <a:ext uri="{FF2B5EF4-FFF2-40B4-BE49-F238E27FC236}">
                  <a16:creationId xmlns:a16="http://schemas.microsoft.com/office/drawing/2014/main" id="{1B00F1D1-58C8-F543-BA61-DD88D713B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28" name="Rectangle 24">
              <a:extLst>
                <a:ext uri="{FF2B5EF4-FFF2-40B4-BE49-F238E27FC236}">
                  <a16:creationId xmlns:a16="http://schemas.microsoft.com/office/drawing/2014/main" id="{57CB2022-3924-4346-9396-444E85E56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117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129" name="Rectangle 25">
              <a:extLst>
                <a:ext uri="{FF2B5EF4-FFF2-40B4-BE49-F238E27FC236}">
                  <a16:creationId xmlns:a16="http://schemas.microsoft.com/office/drawing/2014/main" id="{B4CDE5A1-B4C9-7145-9513-6A03BBDBD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30" name="Rectangle 26">
              <a:extLst>
                <a:ext uri="{FF2B5EF4-FFF2-40B4-BE49-F238E27FC236}">
                  <a16:creationId xmlns:a16="http://schemas.microsoft.com/office/drawing/2014/main" id="{B57B7E09-D581-B94B-B3EC-2EBEEBE35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grpSp>
        <p:nvGrpSpPr>
          <p:cNvPr id="53" name="Group 125">
            <a:extLst>
              <a:ext uri="{FF2B5EF4-FFF2-40B4-BE49-F238E27FC236}">
                <a16:creationId xmlns:a16="http://schemas.microsoft.com/office/drawing/2014/main" id="{059A9604-453D-05B1-BD97-D5C4F49C556F}"/>
              </a:ext>
            </a:extLst>
          </p:cNvPr>
          <p:cNvGrpSpPr/>
          <p:nvPr/>
        </p:nvGrpSpPr>
        <p:grpSpPr>
          <a:xfrm>
            <a:off x="516112" y="3556757"/>
            <a:ext cx="8195570" cy="3154569"/>
            <a:chOff x="516112" y="2691780"/>
            <a:chExt cx="8195570" cy="3154569"/>
          </a:xfrm>
        </p:grpSpPr>
        <p:sp>
          <p:nvSpPr>
            <p:cNvPr id="54" name="Freeform 126">
              <a:extLst>
                <a:ext uri="{FF2B5EF4-FFF2-40B4-BE49-F238E27FC236}">
                  <a16:creationId xmlns:a16="http://schemas.microsoft.com/office/drawing/2014/main" id="{DF11234A-2C6B-829F-1818-F45A0239ECF0}"/>
                </a:ext>
              </a:extLst>
            </p:cNvPr>
            <p:cNvSpPr/>
            <p:nvPr/>
          </p:nvSpPr>
          <p:spPr>
            <a:xfrm>
              <a:off x="3213734" y="2694999"/>
              <a:ext cx="4666243" cy="3151350"/>
            </a:xfrm>
            <a:custGeom>
              <a:avLst/>
              <a:gdLst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66243" h="3151350" fill="none" extrusionOk="0">
                  <a:moveTo>
                    <a:pt x="0" y="0"/>
                  </a:moveTo>
                  <a:cubicBezTo>
                    <a:pt x="-161990" y="1079049"/>
                    <a:pt x="-3055" y="1999308"/>
                    <a:pt x="0" y="3151350"/>
                  </a:cubicBezTo>
                  <a:cubicBezTo>
                    <a:pt x="1996398" y="2892380"/>
                    <a:pt x="4056094" y="3279585"/>
                    <a:pt x="4666243" y="3151350"/>
                  </a:cubicBezTo>
                  <a:cubicBezTo>
                    <a:pt x="4722698" y="2637951"/>
                    <a:pt x="4857977" y="1760943"/>
                    <a:pt x="4666243" y="868228"/>
                  </a:cubicBezTo>
                  <a:cubicBezTo>
                    <a:pt x="4142734" y="859234"/>
                    <a:pt x="3001194" y="984732"/>
                    <a:pt x="2475707" y="879452"/>
                  </a:cubicBezTo>
                  <a:cubicBezTo>
                    <a:pt x="2401300" y="606711"/>
                    <a:pt x="2513733" y="223447"/>
                    <a:pt x="2476718" y="2519"/>
                  </a:cubicBezTo>
                  <a:cubicBezTo>
                    <a:pt x="1811785" y="74902"/>
                    <a:pt x="766125" y="31099"/>
                    <a:pt x="0" y="0"/>
                  </a:cubicBezTo>
                  <a:close/>
                </a:path>
                <a:path w="4666243" h="3151350" stroke="0" extrusionOk="0">
                  <a:moveTo>
                    <a:pt x="0" y="0"/>
                  </a:moveTo>
                  <a:cubicBezTo>
                    <a:pt x="150584" y="976636"/>
                    <a:pt x="-7677" y="2455276"/>
                    <a:pt x="0" y="3151350"/>
                  </a:cubicBezTo>
                  <a:cubicBezTo>
                    <a:pt x="634682" y="3134693"/>
                    <a:pt x="2870735" y="3421069"/>
                    <a:pt x="4666243" y="3151350"/>
                  </a:cubicBezTo>
                  <a:cubicBezTo>
                    <a:pt x="4709977" y="2642964"/>
                    <a:pt x="4530311" y="1638952"/>
                    <a:pt x="4666243" y="868228"/>
                  </a:cubicBezTo>
                  <a:cubicBezTo>
                    <a:pt x="4532264" y="1055306"/>
                    <a:pt x="3480213" y="904280"/>
                    <a:pt x="2475707" y="879452"/>
                  </a:cubicBezTo>
                  <a:cubicBezTo>
                    <a:pt x="2434332" y="577609"/>
                    <a:pt x="2444507" y="268705"/>
                    <a:pt x="2476718" y="2519"/>
                  </a:cubicBezTo>
                  <a:cubicBezTo>
                    <a:pt x="1640958" y="148789"/>
                    <a:pt x="436181" y="-95289"/>
                    <a:pt x="0" y="0"/>
                  </a:cubicBezTo>
                  <a:close/>
                </a:path>
                <a:path w="4666243" h="3151350" fill="none" stroke="0" extrusionOk="0">
                  <a:moveTo>
                    <a:pt x="0" y="0"/>
                  </a:moveTo>
                  <a:cubicBezTo>
                    <a:pt x="-309627" y="1026320"/>
                    <a:pt x="-166532" y="1882409"/>
                    <a:pt x="0" y="3151350"/>
                  </a:cubicBezTo>
                  <a:cubicBezTo>
                    <a:pt x="2072144" y="2956646"/>
                    <a:pt x="4092690" y="3273292"/>
                    <a:pt x="4666243" y="3151350"/>
                  </a:cubicBezTo>
                  <a:cubicBezTo>
                    <a:pt x="4860220" y="2777334"/>
                    <a:pt x="4725562" y="1794466"/>
                    <a:pt x="4666243" y="868228"/>
                  </a:cubicBezTo>
                  <a:cubicBezTo>
                    <a:pt x="4182555" y="840361"/>
                    <a:pt x="3031855" y="932243"/>
                    <a:pt x="2475707" y="879452"/>
                  </a:cubicBezTo>
                  <a:cubicBezTo>
                    <a:pt x="2420487" y="605749"/>
                    <a:pt x="2495453" y="267523"/>
                    <a:pt x="2476718" y="2519"/>
                  </a:cubicBezTo>
                  <a:cubicBezTo>
                    <a:pt x="1833674" y="45772"/>
                    <a:pt x="686506" y="237005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5400" cap="flat" cmpd="sng" algn="ctr">
              <a:noFill/>
              <a:prstDash val="solid"/>
              <a:extLst>
                <a:ext uri="{C807C97D-BFC1-408E-A445-0C87EB9F89A2}">
                  <ask:lineSketchStyleProps xmlns:ask="http://schemas.microsoft.com/office/drawing/2018/sketchyshapes" sd="507984782">
                    <a:custGeom>
                      <a:avLst/>
                      <a:gdLst>
                        <a:gd name="connsiteX0" fmla="*/ 0 w 4666243"/>
                        <a:gd name="connsiteY0" fmla="*/ 0 h 3151350"/>
                        <a:gd name="connsiteX1" fmla="*/ 0 w 4666243"/>
                        <a:gd name="connsiteY1" fmla="*/ 3151350 h 3151350"/>
                        <a:gd name="connsiteX2" fmla="*/ 4666243 w 4666243"/>
                        <a:gd name="connsiteY2" fmla="*/ 3151350 h 3151350"/>
                        <a:gd name="connsiteX3" fmla="*/ 4666243 w 4666243"/>
                        <a:gd name="connsiteY3" fmla="*/ 868228 h 3151350"/>
                        <a:gd name="connsiteX4" fmla="*/ 2475707 w 4666243"/>
                        <a:gd name="connsiteY4" fmla="*/ 879452 h 3151350"/>
                        <a:gd name="connsiteX5" fmla="*/ 2476718 w 4666243"/>
                        <a:gd name="connsiteY5" fmla="*/ 2519 h 3151350"/>
                        <a:gd name="connsiteX6" fmla="*/ 0 w 4666243"/>
                        <a:gd name="connsiteY6" fmla="*/ 0 h 31513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666243" h="3151350" fill="none" extrusionOk="0">
                          <a:moveTo>
                            <a:pt x="0" y="0"/>
                          </a:moveTo>
                          <a:cubicBezTo>
                            <a:pt x="-135355" y="953583"/>
                            <a:pt x="-16559" y="2007878"/>
                            <a:pt x="0" y="3151350"/>
                          </a:cubicBezTo>
                          <a:cubicBezTo>
                            <a:pt x="2018624" y="2999852"/>
                            <a:pt x="4084212" y="3308028"/>
                            <a:pt x="4666243" y="3151350"/>
                          </a:cubicBezTo>
                          <a:cubicBezTo>
                            <a:pt x="4721886" y="2750337"/>
                            <a:pt x="4786502" y="1887811"/>
                            <a:pt x="4666243" y="868228"/>
                          </a:cubicBezTo>
                          <a:cubicBezTo>
                            <a:pt x="4130843" y="865398"/>
                            <a:pt x="2977228" y="972517"/>
                            <a:pt x="2475707" y="879452"/>
                          </a:cubicBezTo>
                          <a:cubicBezTo>
                            <a:pt x="2427955" y="598503"/>
                            <a:pt x="2498529" y="252566"/>
                            <a:pt x="2476718" y="2519"/>
                          </a:cubicBezTo>
                          <a:cubicBezTo>
                            <a:pt x="1921910" y="56995"/>
                            <a:pt x="816884" y="143015"/>
                            <a:pt x="0" y="0"/>
                          </a:cubicBezTo>
                          <a:close/>
                        </a:path>
                        <a:path w="4666243" h="3151350" stroke="0" extrusionOk="0">
                          <a:moveTo>
                            <a:pt x="0" y="0"/>
                          </a:moveTo>
                          <a:cubicBezTo>
                            <a:pt x="154771" y="1040822"/>
                            <a:pt x="-22147" y="2504018"/>
                            <a:pt x="0" y="3151350"/>
                          </a:cubicBezTo>
                          <a:cubicBezTo>
                            <a:pt x="555577" y="3215745"/>
                            <a:pt x="3081331" y="3199554"/>
                            <a:pt x="4666243" y="3151350"/>
                          </a:cubicBezTo>
                          <a:cubicBezTo>
                            <a:pt x="4682877" y="2607811"/>
                            <a:pt x="4650589" y="1676995"/>
                            <a:pt x="4666243" y="868228"/>
                          </a:cubicBezTo>
                          <a:cubicBezTo>
                            <a:pt x="4412125" y="1026929"/>
                            <a:pt x="3511695" y="982247"/>
                            <a:pt x="2475707" y="879452"/>
                          </a:cubicBezTo>
                          <a:cubicBezTo>
                            <a:pt x="2437817" y="622142"/>
                            <a:pt x="2469373" y="323021"/>
                            <a:pt x="2476718" y="2519"/>
                          </a:cubicBezTo>
                          <a:cubicBezTo>
                            <a:pt x="1715083" y="153231"/>
                            <a:pt x="461816" y="-11571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55" name="Group 127">
              <a:extLst>
                <a:ext uri="{FF2B5EF4-FFF2-40B4-BE49-F238E27FC236}">
                  <a16:creationId xmlns:a16="http://schemas.microsoft.com/office/drawing/2014/main" id="{D0A83A81-A6E1-906C-622E-40C035EBBC65}"/>
                </a:ext>
              </a:extLst>
            </p:cNvPr>
            <p:cNvGrpSpPr/>
            <p:nvPr/>
          </p:nvGrpSpPr>
          <p:grpSpPr>
            <a:xfrm>
              <a:off x="516112" y="2691780"/>
              <a:ext cx="8195570" cy="2738715"/>
              <a:chOff x="895780" y="3235251"/>
              <a:chExt cx="8195570" cy="2738715"/>
            </a:xfrm>
          </p:grpSpPr>
          <p:sp>
            <p:nvSpPr>
              <p:cNvPr id="84" name="Rectangle 29" descr="e">
                <a:extLst>
                  <a:ext uri="{FF2B5EF4-FFF2-40B4-BE49-F238E27FC236}">
                    <a16:creationId xmlns:a16="http://schemas.microsoft.com/office/drawing/2014/main" id="{5D2E3885-DB02-0760-3EC7-B9F1A0A7FF2C}"/>
                  </a:ext>
                </a:extLst>
              </p:cNvPr>
              <p:cNvSpPr/>
              <p:nvPr/>
            </p:nvSpPr>
            <p:spPr>
              <a:xfrm>
                <a:off x="897004" y="3449398"/>
                <a:ext cx="1855377" cy="2112816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指令存储</a:t>
                </a:r>
              </a:p>
            </p:txBody>
          </p:sp>
          <p:sp>
            <p:nvSpPr>
              <p:cNvPr id="86" name="Rectangle 29" descr="e">
                <a:extLst>
                  <a:ext uri="{FF2B5EF4-FFF2-40B4-BE49-F238E27FC236}">
                    <a16:creationId xmlns:a16="http://schemas.microsoft.com/office/drawing/2014/main" id="{C0185A4C-C52D-CC08-A14F-525ECDD2149A}"/>
                  </a:ext>
                </a:extLst>
              </p:cNvPr>
              <p:cNvSpPr/>
              <p:nvPr/>
            </p:nvSpPr>
            <p:spPr>
              <a:xfrm>
                <a:off x="3797984" y="3449398"/>
                <a:ext cx="1691024" cy="2103285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控制模块</a:t>
                </a:r>
              </a:p>
            </p:txBody>
          </p:sp>
          <p:sp>
            <p:nvSpPr>
              <p:cNvPr id="89" name="Rectangle 29" descr="e">
                <a:extLst>
                  <a:ext uri="{FF2B5EF4-FFF2-40B4-BE49-F238E27FC236}">
                    <a16:creationId xmlns:a16="http://schemas.microsoft.com/office/drawing/2014/main" id="{1629C040-C7BC-AC8C-EECC-06B2324E95AE}"/>
                  </a:ext>
                </a:extLst>
              </p:cNvPr>
              <p:cNvSpPr/>
              <p:nvPr/>
            </p:nvSpPr>
            <p:spPr>
              <a:xfrm>
                <a:off x="6829425" y="3235251"/>
                <a:ext cx="1314651" cy="678976"/>
              </a:xfrm>
              <a:prstGeom prst="rect">
                <a:avLst/>
              </a:prstGeom>
              <a:solidFill>
                <a:srgbClr val="8064A2">
                  <a:lumMod val="40000"/>
                  <a:lumOff val="6000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数据存储</a:t>
                </a:r>
              </a:p>
            </p:txBody>
          </p:sp>
          <p:sp>
            <p:nvSpPr>
              <p:cNvPr id="90" name="Rectangle 29" descr="e">
                <a:extLst>
                  <a:ext uri="{FF2B5EF4-FFF2-40B4-BE49-F238E27FC236}">
                    <a16:creationId xmlns:a16="http://schemas.microsoft.com/office/drawing/2014/main" id="{AB0D898F-163B-7DDE-72BC-06D841849539}"/>
                  </a:ext>
                </a:extLst>
              </p:cNvPr>
              <p:cNvSpPr/>
              <p:nvPr/>
            </p:nvSpPr>
            <p:spPr>
              <a:xfrm>
                <a:off x="6829425" y="5097772"/>
                <a:ext cx="1314651" cy="454919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ALU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93" name="Straight Arrow Connector 35">
                <a:extLst>
                  <a:ext uri="{FF2B5EF4-FFF2-40B4-BE49-F238E27FC236}">
                    <a16:creationId xmlns:a16="http://schemas.microsoft.com/office/drawing/2014/main" id="{C05510BA-6242-A29F-CA7A-93EA4A5768D8}"/>
                  </a:ext>
                </a:extLst>
              </p:cNvPr>
              <p:cNvCxnSpPr>
                <a:cxnSpLocks/>
                <a:stCxn id="61" idx="2"/>
                <a:endCxn id="90" idx="0"/>
              </p:cNvCxnSpPr>
              <p:nvPr/>
            </p:nvCxnSpPr>
            <p:spPr>
              <a:xfrm flipH="1">
                <a:off x="7486751" y="4711724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94" name="矩形 22">
                <a:extLst>
                  <a:ext uri="{FF2B5EF4-FFF2-40B4-BE49-F238E27FC236}">
                    <a16:creationId xmlns:a16="http://schemas.microsoft.com/office/drawing/2014/main" id="{0D4F9461-0C53-93E5-B92D-8169201097A3}"/>
                  </a:ext>
                </a:extLst>
              </p:cNvPr>
              <p:cNvSpPr/>
              <p:nvPr/>
            </p:nvSpPr>
            <p:spPr>
              <a:xfrm>
                <a:off x="2746988" y="3990881"/>
                <a:ext cx="88766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95" name="Straight Arrow Connector 35">
                <a:extLst>
                  <a:ext uri="{FF2B5EF4-FFF2-40B4-BE49-F238E27FC236}">
                    <a16:creationId xmlns:a16="http://schemas.microsoft.com/office/drawing/2014/main" id="{635A1CEF-D465-2E26-B8F3-A5B07CFF5E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5064" y="4533623"/>
                <a:ext cx="133436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6" name="Straight Arrow Connector 35">
                <a:extLst>
                  <a:ext uri="{FF2B5EF4-FFF2-40B4-BE49-F238E27FC236}">
                    <a16:creationId xmlns:a16="http://schemas.microsoft.com/office/drawing/2014/main" id="{142316DC-FB42-1625-5FF6-ADA4C3183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988" y="4393966"/>
                <a:ext cx="104494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98" name="Straight Connector 145">
                <a:extLst>
                  <a:ext uri="{FF2B5EF4-FFF2-40B4-BE49-F238E27FC236}">
                    <a16:creationId xmlns:a16="http://schemas.microsoft.com/office/drawing/2014/main" id="{4F754AD0-E9A1-AB8D-0ED5-F725F01DEA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751" y="5562216"/>
                <a:ext cx="0" cy="411750"/>
              </a:xfrm>
              <a:prstGeom prst="line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99" name="矩形 10">
                <a:extLst>
                  <a:ext uri="{FF2B5EF4-FFF2-40B4-BE49-F238E27FC236}">
                    <a16:creationId xmlns:a16="http://schemas.microsoft.com/office/drawing/2014/main" id="{E7BB731D-8628-72EB-FD08-71A7A006ACF5}"/>
                  </a:ext>
                </a:extLst>
              </p:cNvPr>
              <p:cNvSpPr/>
              <p:nvPr/>
            </p:nvSpPr>
            <p:spPr>
              <a:xfrm>
                <a:off x="895780" y="4849060"/>
                <a:ext cx="184244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所有指令按地址顺序存储</a:t>
                </a:r>
              </a:p>
            </p:txBody>
          </p:sp>
          <p:sp>
            <p:nvSpPr>
              <p:cNvPr id="100" name="矩形 22">
                <a:extLst>
                  <a:ext uri="{FF2B5EF4-FFF2-40B4-BE49-F238E27FC236}">
                    <a16:creationId xmlns:a16="http://schemas.microsoft.com/office/drawing/2014/main" id="{88AFAF5A-085A-7839-3AB1-B00446FB5F49}"/>
                  </a:ext>
                </a:extLst>
              </p:cNvPr>
              <p:cNvSpPr/>
              <p:nvPr/>
            </p:nvSpPr>
            <p:spPr>
              <a:xfrm>
                <a:off x="8105848" y="3332728"/>
                <a:ext cx="98550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时钟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01" name="Straight Arrow Connector 35">
                <a:extLst>
                  <a:ext uri="{FF2B5EF4-FFF2-40B4-BE49-F238E27FC236}">
                    <a16:creationId xmlns:a16="http://schemas.microsoft.com/office/drawing/2014/main" id="{A262B189-97C5-B40B-3154-DD7A32B881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44076" y="3736907"/>
                <a:ext cx="700178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3333FF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102" name="Straight Arrow Connector 149">
                <a:extLst>
                  <a:ext uri="{FF2B5EF4-FFF2-40B4-BE49-F238E27FC236}">
                    <a16:creationId xmlns:a16="http://schemas.microsoft.com/office/drawing/2014/main" id="{3848D142-3D6F-728F-3C60-6720FF2CD4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4429" y="3939628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103" name="矩形 10">
                <a:extLst>
                  <a:ext uri="{FF2B5EF4-FFF2-40B4-BE49-F238E27FC236}">
                    <a16:creationId xmlns:a16="http://schemas.microsoft.com/office/drawing/2014/main" id="{84CA56F4-19B1-F818-7F6E-E82075595B5C}"/>
                  </a:ext>
                </a:extLst>
              </p:cNvPr>
              <p:cNvSpPr/>
              <p:nvPr/>
            </p:nvSpPr>
            <p:spPr>
              <a:xfrm>
                <a:off x="3791928" y="4844179"/>
                <a:ext cx="16910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指令解码</a:t>
                </a:r>
                <a:endParaRPr kumimoji="0" lang="en-US" altLang="zh-CN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&amp;</a:t>
                </a:r>
                <a:r>
                  <a:rPr lang="zh-CN" altLang="en-US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控制信号生成</a:t>
                </a:r>
                <a:endParaRPr kumimoji="0" lang="zh-CN" altLang="en-US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" name="矩形 22">
              <a:extLst>
                <a:ext uri="{FF2B5EF4-FFF2-40B4-BE49-F238E27FC236}">
                  <a16:creationId xmlns:a16="http://schemas.microsoft.com/office/drawing/2014/main" id="{2AA83DA0-7C4A-8BC2-7E07-BC4F4CACF1AE}"/>
                </a:ext>
              </a:extLst>
            </p:cNvPr>
            <p:cNvSpPr/>
            <p:nvPr/>
          </p:nvSpPr>
          <p:spPr>
            <a:xfrm>
              <a:off x="4953376" y="3486808"/>
              <a:ext cx="1396806" cy="9612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控制信号</a:t>
              </a: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b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</a:b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&amp; </a:t>
              </a: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数据</a:t>
              </a:r>
            </a:p>
          </p:txBody>
        </p:sp>
        <p:cxnSp>
          <p:nvCxnSpPr>
            <p:cNvPr id="57" name="Straight Connector 106">
              <a:extLst>
                <a:ext uri="{FF2B5EF4-FFF2-40B4-BE49-F238E27FC236}">
                  <a16:creationId xmlns:a16="http://schemas.microsoft.com/office/drawing/2014/main" id="{2D147557-AD4F-75DB-4FD7-DFC2D00B2F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4012" y="5430495"/>
              <a:ext cx="565864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59" name="Straight Arrow Connector 35">
              <a:extLst>
                <a:ext uri="{FF2B5EF4-FFF2-40B4-BE49-F238E27FC236}">
                  <a16:creationId xmlns:a16="http://schemas.microsoft.com/office/drawing/2014/main" id="{EB148D57-0B82-7FEB-C804-7243F5ACB619}"/>
                </a:ext>
              </a:extLst>
            </p:cNvPr>
            <p:cNvCxnSpPr>
              <a:cxnSpLocks/>
            </p:cNvCxnSpPr>
            <p:nvPr/>
          </p:nvCxnSpPr>
          <p:spPr>
            <a:xfrm>
              <a:off x="4301842" y="5009212"/>
              <a:ext cx="0" cy="231194"/>
            </a:xfrm>
            <a:prstGeom prst="straightConnector1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Straight Connector 78">
              <a:extLst>
                <a:ext uri="{FF2B5EF4-FFF2-40B4-BE49-F238E27FC236}">
                  <a16:creationId xmlns:a16="http://schemas.microsoft.com/office/drawing/2014/main" id="{6B23467B-16AD-4A54-A143-8ABAA5EE59E0}"/>
                </a:ext>
              </a:extLst>
            </p:cNvPr>
            <p:cNvCxnSpPr>
              <a:cxnSpLocks/>
            </p:cNvCxnSpPr>
            <p:nvPr/>
          </p:nvCxnSpPr>
          <p:spPr>
            <a:xfrm>
              <a:off x="1444012" y="5009212"/>
              <a:ext cx="0" cy="421283"/>
            </a:xfrm>
            <a:prstGeom prst="line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triangle" w="med" len="lg"/>
            </a:ln>
            <a:effectLst/>
          </p:spPr>
        </p:cxnSp>
        <p:sp>
          <p:nvSpPr>
            <p:cNvPr id="61" name="Rectangle 132">
              <a:extLst>
                <a:ext uri="{FF2B5EF4-FFF2-40B4-BE49-F238E27FC236}">
                  <a16:creationId xmlns:a16="http://schemas.microsoft.com/office/drawing/2014/main" id="{647AF485-45E2-FA41-DBC7-068E14E4C721}"/>
                </a:ext>
              </a:extLst>
            </p:cNvPr>
            <p:cNvSpPr/>
            <p:nvPr/>
          </p:nvSpPr>
          <p:spPr>
            <a:xfrm>
              <a:off x="6454402" y="3788076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寄存器</a:t>
              </a:r>
              <a:endParaRPr kumimoji="0" lang="en-CN" sz="18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2" name="Freeform 133">
              <a:extLst>
                <a:ext uri="{FF2B5EF4-FFF2-40B4-BE49-F238E27FC236}">
                  <a16:creationId xmlns:a16="http://schemas.microsoft.com/office/drawing/2014/main" id="{8D4DE41D-667E-28D5-E1CC-7BB17966801C}"/>
                </a:ext>
              </a:extLst>
            </p:cNvPr>
            <p:cNvSpPr/>
            <p:nvPr/>
          </p:nvSpPr>
          <p:spPr>
            <a:xfrm>
              <a:off x="6207306" y="3037684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 w="25400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4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3" name="Rectangle 134">
              <a:extLst>
                <a:ext uri="{FF2B5EF4-FFF2-40B4-BE49-F238E27FC236}">
                  <a16:creationId xmlns:a16="http://schemas.microsoft.com/office/drawing/2014/main" id="{7A3A04BF-1056-7EC4-15C4-1C8CB357D64A}"/>
                </a:ext>
              </a:extLst>
            </p:cNvPr>
            <p:cNvSpPr/>
            <p:nvPr/>
          </p:nvSpPr>
          <p:spPr>
            <a:xfrm>
              <a:off x="3908040" y="5240406"/>
              <a:ext cx="776026" cy="456960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N" sz="18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65" name="Freeform 135">
              <a:extLst>
                <a:ext uri="{FF2B5EF4-FFF2-40B4-BE49-F238E27FC236}">
                  <a16:creationId xmlns:a16="http://schemas.microsoft.com/office/drawing/2014/main" id="{A800A1AA-3F74-4D07-739F-1D65BB454474}"/>
                </a:ext>
              </a:extLst>
            </p:cNvPr>
            <p:cNvSpPr/>
            <p:nvPr/>
          </p:nvSpPr>
          <p:spPr>
            <a:xfrm>
              <a:off x="7772400" y="3182471"/>
              <a:ext cx="421341" cy="77992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5B40554A-394C-6A31-6CA4-B02CB60920A1}"/>
                </a:ext>
              </a:extLst>
            </p:cNvPr>
            <p:cNvSpPr/>
            <p:nvPr/>
          </p:nvSpPr>
          <p:spPr>
            <a:xfrm>
              <a:off x="4695646" y="3956917"/>
              <a:ext cx="3498096" cy="158326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AD5D7DC-B62D-1ED8-402A-59984BA7DD0E}"/>
                  </a:ext>
                </a:extLst>
              </p14:cNvPr>
              <p14:cNvContentPartPr/>
              <p14:nvPr/>
            </p14:nvContentPartPr>
            <p14:xfrm>
              <a:off x="4635360" y="4869360"/>
              <a:ext cx="2316960" cy="1431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AD5D7DC-B62D-1ED8-402A-59984BA7DD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6000" y="4860000"/>
                <a:ext cx="2335680" cy="145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2090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D2E8D-9FD3-9A44-9DC5-88C892BB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回顾：处理器硬件</a:t>
            </a:r>
          </a:p>
        </p:txBody>
      </p:sp>
      <p:sp>
        <p:nvSpPr>
          <p:cNvPr id="97" name="Content Placeholder 96">
            <a:extLst>
              <a:ext uri="{FF2B5EF4-FFF2-40B4-BE49-F238E27FC236}">
                <a16:creationId xmlns:a16="http://schemas.microsoft.com/office/drawing/2014/main" id="{4EC08670-EB76-2E4F-BAB9-063DBB2C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690"/>
            <a:ext cx="8229600" cy="1078071"/>
          </a:xfrm>
        </p:spPr>
        <p:txBody>
          <a:bodyPr/>
          <a:lstStyle/>
          <a:p>
            <a:r>
              <a:rPr lang="en-CN"/>
              <a:t>Jump</a:t>
            </a:r>
            <a:r>
              <a:rPr lang="zh-CN" altLang="en-US" dirty="0"/>
              <a:t> 跳转</a:t>
            </a:r>
            <a:endParaRPr lang="en-CN" dirty="0"/>
          </a:p>
          <a:p>
            <a:pPr lvl="1"/>
            <a:r>
              <a:rPr lang="zh-CN" altLang="en-US" sz="2000" dirty="0"/>
              <a:t>跳转地址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en-US" sz="2000" dirty="0"/>
              <a:t>PC = { (PC</a:t>
            </a:r>
            <a:r>
              <a:rPr lang="en-US" altLang="zh-CN" sz="2000" dirty="0"/>
              <a:t>+4)</a:t>
            </a:r>
            <a:r>
              <a:rPr lang="en-US" altLang="en-US" sz="2000" dirty="0"/>
              <a:t>[31:28], </a:t>
            </a:r>
            <a:r>
              <a:rPr lang="en-US" altLang="zh-CN" sz="2000" dirty="0"/>
              <a:t>target</a:t>
            </a:r>
            <a:r>
              <a:rPr lang="en-US" altLang="en-US" sz="2000" dirty="0"/>
              <a:t>, 00 }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319641-7755-7B48-A9C4-463CA684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grpSp>
        <p:nvGrpSpPr>
          <p:cNvPr id="115" name="Group 5">
            <a:extLst>
              <a:ext uri="{FF2B5EF4-FFF2-40B4-BE49-F238E27FC236}">
                <a16:creationId xmlns:a16="http://schemas.microsoft.com/office/drawing/2014/main" id="{1E202AF0-0A43-8940-B9A0-9795AFB075F2}"/>
              </a:ext>
            </a:extLst>
          </p:cNvPr>
          <p:cNvGrpSpPr>
            <a:grpSpLocks/>
          </p:cNvGrpSpPr>
          <p:nvPr/>
        </p:nvGrpSpPr>
        <p:grpSpPr bwMode="auto">
          <a:xfrm>
            <a:off x="1731575" y="2552761"/>
            <a:ext cx="5964238" cy="946150"/>
            <a:chOff x="1043" y="794"/>
            <a:chExt cx="3757" cy="596"/>
          </a:xfrm>
        </p:grpSpPr>
        <p:sp>
          <p:nvSpPr>
            <p:cNvPr id="116" name="Rectangle 6">
              <a:extLst>
                <a:ext uri="{FF2B5EF4-FFF2-40B4-BE49-F238E27FC236}">
                  <a16:creationId xmlns:a16="http://schemas.microsoft.com/office/drawing/2014/main" id="{B3932118-ACF0-F947-9D69-446D77F65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17" name="Group 7">
              <a:extLst>
                <a:ext uri="{FF2B5EF4-FFF2-40B4-BE49-F238E27FC236}">
                  <a16:creationId xmlns:a16="http://schemas.microsoft.com/office/drawing/2014/main" id="{D82F8D39-44E0-FA40-8669-4B5DFF6F3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135" name="Rectangle 8">
                <a:extLst>
                  <a:ext uri="{FF2B5EF4-FFF2-40B4-BE49-F238E27FC236}">
                    <a16:creationId xmlns:a16="http://schemas.microsoft.com/office/drawing/2014/main" id="{33C29249-F065-1B40-80D4-9B9A9AF76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6" name="Rectangle 9">
                <a:extLst>
                  <a:ext uri="{FF2B5EF4-FFF2-40B4-BE49-F238E27FC236}">
                    <a16:creationId xmlns:a16="http://schemas.microsoft.com/office/drawing/2014/main" id="{9727004B-3931-6C49-95C4-8DDDD93CE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sp>
          <p:nvSpPr>
            <p:cNvPr id="120" name="Rectangle 16">
              <a:extLst>
                <a:ext uri="{FF2B5EF4-FFF2-40B4-BE49-F238E27FC236}">
                  <a16:creationId xmlns:a16="http://schemas.microsoft.com/office/drawing/2014/main" id="{13382AD4-4EEF-C14B-A95F-7FCD65AD3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990"/>
              <a:ext cx="2983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21" name="Rectangle 17">
              <a:extLst>
                <a:ext uri="{FF2B5EF4-FFF2-40B4-BE49-F238E27FC236}">
                  <a16:creationId xmlns:a16="http://schemas.microsoft.com/office/drawing/2014/main" id="{4D7CE685-175C-9E4C-9C13-0D795588B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986"/>
              <a:ext cx="9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26-bit address</a:t>
              </a:r>
            </a:p>
          </p:txBody>
        </p:sp>
        <p:sp>
          <p:nvSpPr>
            <p:cNvPr id="122" name="Rectangle 18">
              <a:extLst>
                <a:ext uri="{FF2B5EF4-FFF2-40B4-BE49-F238E27FC236}">
                  <a16:creationId xmlns:a16="http://schemas.microsoft.com/office/drawing/2014/main" id="{39FA8D5A-C4D7-DB4F-ACF8-B53401946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25" name="Rectangle 21">
              <a:extLst>
                <a:ext uri="{FF2B5EF4-FFF2-40B4-BE49-F238E27FC236}">
                  <a16:creationId xmlns:a16="http://schemas.microsoft.com/office/drawing/2014/main" id="{BE3C2167-01DB-1849-9AF0-07D8E29F6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07D8481E-6F78-6148-8301-86319801C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127" name="Rectangle 23">
              <a:extLst>
                <a:ext uri="{FF2B5EF4-FFF2-40B4-BE49-F238E27FC236}">
                  <a16:creationId xmlns:a16="http://schemas.microsoft.com/office/drawing/2014/main" id="{1B00F1D1-58C8-F543-BA61-DD88D713B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28" name="Rectangle 24">
              <a:extLst>
                <a:ext uri="{FF2B5EF4-FFF2-40B4-BE49-F238E27FC236}">
                  <a16:creationId xmlns:a16="http://schemas.microsoft.com/office/drawing/2014/main" id="{57CB2022-3924-4346-9396-444E85E56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" y="1171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 bits</a:t>
              </a:r>
            </a:p>
          </p:txBody>
        </p:sp>
        <p:sp>
          <p:nvSpPr>
            <p:cNvPr id="56" name="Rectangle 21">
              <a:extLst>
                <a:ext uri="{FF2B5EF4-FFF2-40B4-BE49-F238E27FC236}">
                  <a16:creationId xmlns:a16="http://schemas.microsoft.com/office/drawing/2014/main" id="{AB679578-0128-E942-9A58-13B9CF37C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25</a:t>
              </a:r>
            </a:p>
          </p:txBody>
        </p:sp>
      </p:grpSp>
      <p:grpSp>
        <p:nvGrpSpPr>
          <p:cNvPr id="44" name="Group 125">
            <a:extLst>
              <a:ext uri="{FF2B5EF4-FFF2-40B4-BE49-F238E27FC236}">
                <a16:creationId xmlns:a16="http://schemas.microsoft.com/office/drawing/2014/main" id="{069C8424-C31D-94B0-E92B-DC5C2FFE2AA4}"/>
              </a:ext>
            </a:extLst>
          </p:cNvPr>
          <p:cNvGrpSpPr/>
          <p:nvPr/>
        </p:nvGrpSpPr>
        <p:grpSpPr>
          <a:xfrm>
            <a:off x="516112" y="3556757"/>
            <a:ext cx="8195570" cy="3154569"/>
            <a:chOff x="516112" y="2691780"/>
            <a:chExt cx="8195570" cy="3154569"/>
          </a:xfrm>
        </p:grpSpPr>
        <p:sp>
          <p:nvSpPr>
            <p:cNvPr id="45" name="Freeform 126">
              <a:extLst>
                <a:ext uri="{FF2B5EF4-FFF2-40B4-BE49-F238E27FC236}">
                  <a16:creationId xmlns:a16="http://schemas.microsoft.com/office/drawing/2014/main" id="{3034F677-FFEF-9A6D-94F5-A63279F03DDC}"/>
                </a:ext>
              </a:extLst>
            </p:cNvPr>
            <p:cNvSpPr/>
            <p:nvPr/>
          </p:nvSpPr>
          <p:spPr>
            <a:xfrm>
              <a:off x="3213734" y="2694999"/>
              <a:ext cx="4666243" cy="3151350"/>
            </a:xfrm>
            <a:custGeom>
              <a:avLst/>
              <a:gdLst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  <a:gd name="connsiteX0" fmla="*/ 0 w 4666243"/>
                <a:gd name="connsiteY0" fmla="*/ 0 h 3151350"/>
                <a:gd name="connsiteX1" fmla="*/ 0 w 4666243"/>
                <a:gd name="connsiteY1" fmla="*/ 3151350 h 3151350"/>
                <a:gd name="connsiteX2" fmla="*/ 4666243 w 4666243"/>
                <a:gd name="connsiteY2" fmla="*/ 3151350 h 3151350"/>
                <a:gd name="connsiteX3" fmla="*/ 4666243 w 4666243"/>
                <a:gd name="connsiteY3" fmla="*/ 868228 h 3151350"/>
                <a:gd name="connsiteX4" fmla="*/ 2475707 w 4666243"/>
                <a:gd name="connsiteY4" fmla="*/ 879452 h 3151350"/>
                <a:gd name="connsiteX5" fmla="*/ 2476718 w 4666243"/>
                <a:gd name="connsiteY5" fmla="*/ 2519 h 3151350"/>
                <a:gd name="connsiteX6" fmla="*/ 0 w 4666243"/>
                <a:gd name="connsiteY6" fmla="*/ 0 h 315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66243" h="3151350" fill="none" extrusionOk="0">
                  <a:moveTo>
                    <a:pt x="0" y="0"/>
                  </a:moveTo>
                  <a:cubicBezTo>
                    <a:pt x="-161990" y="1079049"/>
                    <a:pt x="-3055" y="1999308"/>
                    <a:pt x="0" y="3151350"/>
                  </a:cubicBezTo>
                  <a:cubicBezTo>
                    <a:pt x="1996398" y="2892380"/>
                    <a:pt x="4056094" y="3279585"/>
                    <a:pt x="4666243" y="3151350"/>
                  </a:cubicBezTo>
                  <a:cubicBezTo>
                    <a:pt x="4722698" y="2637951"/>
                    <a:pt x="4857977" y="1760943"/>
                    <a:pt x="4666243" y="868228"/>
                  </a:cubicBezTo>
                  <a:cubicBezTo>
                    <a:pt x="4142734" y="859234"/>
                    <a:pt x="3001194" y="984732"/>
                    <a:pt x="2475707" y="879452"/>
                  </a:cubicBezTo>
                  <a:cubicBezTo>
                    <a:pt x="2401300" y="606711"/>
                    <a:pt x="2513733" y="223447"/>
                    <a:pt x="2476718" y="2519"/>
                  </a:cubicBezTo>
                  <a:cubicBezTo>
                    <a:pt x="1811785" y="74902"/>
                    <a:pt x="766125" y="31099"/>
                    <a:pt x="0" y="0"/>
                  </a:cubicBezTo>
                  <a:close/>
                </a:path>
                <a:path w="4666243" h="3151350" stroke="0" extrusionOk="0">
                  <a:moveTo>
                    <a:pt x="0" y="0"/>
                  </a:moveTo>
                  <a:cubicBezTo>
                    <a:pt x="150584" y="976636"/>
                    <a:pt x="-7677" y="2455276"/>
                    <a:pt x="0" y="3151350"/>
                  </a:cubicBezTo>
                  <a:cubicBezTo>
                    <a:pt x="634682" y="3134693"/>
                    <a:pt x="2870735" y="3421069"/>
                    <a:pt x="4666243" y="3151350"/>
                  </a:cubicBezTo>
                  <a:cubicBezTo>
                    <a:pt x="4709977" y="2642964"/>
                    <a:pt x="4530311" y="1638952"/>
                    <a:pt x="4666243" y="868228"/>
                  </a:cubicBezTo>
                  <a:cubicBezTo>
                    <a:pt x="4532264" y="1055306"/>
                    <a:pt x="3480213" y="904280"/>
                    <a:pt x="2475707" y="879452"/>
                  </a:cubicBezTo>
                  <a:cubicBezTo>
                    <a:pt x="2434332" y="577609"/>
                    <a:pt x="2444507" y="268705"/>
                    <a:pt x="2476718" y="2519"/>
                  </a:cubicBezTo>
                  <a:cubicBezTo>
                    <a:pt x="1640958" y="148789"/>
                    <a:pt x="436181" y="-95289"/>
                    <a:pt x="0" y="0"/>
                  </a:cubicBezTo>
                  <a:close/>
                </a:path>
                <a:path w="4666243" h="3151350" fill="none" stroke="0" extrusionOk="0">
                  <a:moveTo>
                    <a:pt x="0" y="0"/>
                  </a:moveTo>
                  <a:cubicBezTo>
                    <a:pt x="-309627" y="1026320"/>
                    <a:pt x="-166532" y="1882409"/>
                    <a:pt x="0" y="3151350"/>
                  </a:cubicBezTo>
                  <a:cubicBezTo>
                    <a:pt x="2072144" y="2956646"/>
                    <a:pt x="4092690" y="3273292"/>
                    <a:pt x="4666243" y="3151350"/>
                  </a:cubicBezTo>
                  <a:cubicBezTo>
                    <a:pt x="4860220" y="2777334"/>
                    <a:pt x="4725562" y="1794466"/>
                    <a:pt x="4666243" y="868228"/>
                  </a:cubicBezTo>
                  <a:cubicBezTo>
                    <a:pt x="4182555" y="840361"/>
                    <a:pt x="3031855" y="932243"/>
                    <a:pt x="2475707" y="879452"/>
                  </a:cubicBezTo>
                  <a:cubicBezTo>
                    <a:pt x="2420487" y="605749"/>
                    <a:pt x="2495453" y="267523"/>
                    <a:pt x="2476718" y="2519"/>
                  </a:cubicBezTo>
                  <a:cubicBezTo>
                    <a:pt x="1833674" y="45772"/>
                    <a:pt x="686506" y="237005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5400" cap="flat" cmpd="sng" algn="ctr">
              <a:noFill/>
              <a:prstDash val="solid"/>
              <a:extLst>
                <a:ext uri="{C807C97D-BFC1-408E-A445-0C87EB9F89A2}">
                  <ask:lineSketchStyleProps xmlns:ask="http://schemas.microsoft.com/office/drawing/2018/sketchyshapes" sd="507984782">
                    <a:custGeom>
                      <a:avLst/>
                      <a:gdLst>
                        <a:gd name="connsiteX0" fmla="*/ 0 w 4666243"/>
                        <a:gd name="connsiteY0" fmla="*/ 0 h 3151350"/>
                        <a:gd name="connsiteX1" fmla="*/ 0 w 4666243"/>
                        <a:gd name="connsiteY1" fmla="*/ 3151350 h 3151350"/>
                        <a:gd name="connsiteX2" fmla="*/ 4666243 w 4666243"/>
                        <a:gd name="connsiteY2" fmla="*/ 3151350 h 3151350"/>
                        <a:gd name="connsiteX3" fmla="*/ 4666243 w 4666243"/>
                        <a:gd name="connsiteY3" fmla="*/ 868228 h 3151350"/>
                        <a:gd name="connsiteX4" fmla="*/ 2475707 w 4666243"/>
                        <a:gd name="connsiteY4" fmla="*/ 879452 h 3151350"/>
                        <a:gd name="connsiteX5" fmla="*/ 2476718 w 4666243"/>
                        <a:gd name="connsiteY5" fmla="*/ 2519 h 3151350"/>
                        <a:gd name="connsiteX6" fmla="*/ 0 w 4666243"/>
                        <a:gd name="connsiteY6" fmla="*/ 0 h 31513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666243" h="3151350" fill="none" extrusionOk="0">
                          <a:moveTo>
                            <a:pt x="0" y="0"/>
                          </a:moveTo>
                          <a:cubicBezTo>
                            <a:pt x="-135355" y="953583"/>
                            <a:pt x="-16559" y="2007878"/>
                            <a:pt x="0" y="3151350"/>
                          </a:cubicBezTo>
                          <a:cubicBezTo>
                            <a:pt x="2018624" y="2999852"/>
                            <a:pt x="4084212" y="3308028"/>
                            <a:pt x="4666243" y="3151350"/>
                          </a:cubicBezTo>
                          <a:cubicBezTo>
                            <a:pt x="4721886" y="2750337"/>
                            <a:pt x="4786502" y="1887811"/>
                            <a:pt x="4666243" y="868228"/>
                          </a:cubicBezTo>
                          <a:cubicBezTo>
                            <a:pt x="4130843" y="865398"/>
                            <a:pt x="2977228" y="972517"/>
                            <a:pt x="2475707" y="879452"/>
                          </a:cubicBezTo>
                          <a:cubicBezTo>
                            <a:pt x="2427955" y="598503"/>
                            <a:pt x="2498529" y="252566"/>
                            <a:pt x="2476718" y="2519"/>
                          </a:cubicBezTo>
                          <a:cubicBezTo>
                            <a:pt x="1921910" y="56995"/>
                            <a:pt x="816884" y="143015"/>
                            <a:pt x="0" y="0"/>
                          </a:cubicBezTo>
                          <a:close/>
                        </a:path>
                        <a:path w="4666243" h="3151350" stroke="0" extrusionOk="0">
                          <a:moveTo>
                            <a:pt x="0" y="0"/>
                          </a:moveTo>
                          <a:cubicBezTo>
                            <a:pt x="154771" y="1040822"/>
                            <a:pt x="-22147" y="2504018"/>
                            <a:pt x="0" y="3151350"/>
                          </a:cubicBezTo>
                          <a:cubicBezTo>
                            <a:pt x="555577" y="3215745"/>
                            <a:pt x="3081331" y="3199554"/>
                            <a:pt x="4666243" y="3151350"/>
                          </a:cubicBezTo>
                          <a:cubicBezTo>
                            <a:pt x="4682877" y="2607811"/>
                            <a:pt x="4650589" y="1676995"/>
                            <a:pt x="4666243" y="868228"/>
                          </a:cubicBezTo>
                          <a:cubicBezTo>
                            <a:pt x="4412125" y="1026929"/>
                            <a:pt x="3511695" y="982247"/>
                            <a:pt x="2475707" y="879452"/>
                          </a:cubicBezTo>
                          <a:cubicBezTo>
                            <a:pt x="2437817" y="622142"/>
                            <a:pt x="2469373" y="323021"/>
                            <a:pt x="2476718" y="2519"/>
                          </a:cubicBezTo>
                          <a:cubicBezTo>
                            <a:pt x="1715083" y="153231"/>
                            <a:pt x="461816" y="-11571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46" name="Group 127">
              <a:extLst>
                <a:ext uri="{FF2B5EF4-FFF2-40B4-BE49-F238E27FC236}">
                  <a16:creationId xmlns:a16="http://schemas.microsoft.com/office/drawing/2014/main" id="{C5AE3337-04BB-EBB1-0443-F43019B5D2F6}"/>
                </a:ext>
              </a:extLst>
            </p:cNvPr>
            <p:cNvGrpSpPr/>
            <p:nvPr/>
          </p:nvGrpSpPr>
          <p:grpSpPr>
            <a:xfrm>
              <a:off x="516112" y="2691780"/>
              <a:ext cx="8195570" cy="2738715"/>
              <a:chOff x="895780" y="3235251"/>
              <a:chExt cx="8195570" cy="2738715"/>
            </a:xfrm>
          </p:grpSpPr>
          <p:sp>
            <p:nvSpPr>
              <p:cNvPr id="57" name="Rectangle 29" descr="e">
                <a:extLst>
                  <a:ext uri="{FF2B5EF4-FFF2-40B4-BE49-F238E27FC236}">
                    <a16:creationId xmlns:a16="http://schemas.microsoft.com/office/drawing/2014/main" id="{F4213495-0EC8-68CA-BB0F-D53D35E2E386}"/>
                  </a:ext>
                </a:extLst>
              </p:cNvPr>
              <p:cNvSpPr/>
              <p:nvPr/>
            </p:nvSpPr>
            <p:spPr>
              <a:xfrm>
                <a:off x="897004" y="3449398"/>
                <a:ext cx="1855377" cy="2112816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指令存储</a:t>
                </a:r>
              </a:p>
            </p:txBody>
          </p:sp>
          <p:sp>
            <p:nvSpPr>
              <p:cNvPr id="59" name="Rectangle 29" descr="e">
                <a:extLst>
                  <a:ext uri="{FF2B5EF4-FFF2-40B4-BE49-F238E27FC236}">
                    <a16:creationId xmlns:a16="http://schemas.microsoft.com/office/drawing/2014/main" id="{B7F3F2A4-1CC5-D184-B7D6-920C4BCDE285}"/>
                  </a:ext>
                </a:extLst>
              </p:cNvPr>
              <p:cNvSpPr/>
              <p:nvPr/>
            </p:nvSpPr>
            <p:spPr>
              <a:xfrm>
                <a:off x="3797984" y="3449398"/>
                <a:ext cx="1691024" cy="2103285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控制模块</a:t>
                </a:r>
              </a:p>
            </p:txBody>
          </p:sp>
          <p:sp>
            <p:nvSpPr>
              <p:cNvPr id="60" name="Rectangle 29" descr="e">
                <a:extLst>
                  <a:ext uri="{FF2B5EF4-FFF2-40B4-BE49-F238E27FC236}">
                    <a16:creationId xmlns:a16="http://schemas.microsoft.com/office/drawing/2014/main" id="{07195119-D7D5-CBEE-BCD2-E3FD81A9A3C8}"/>
                  </a:ext>
                </a:extLst>
              </p:cNvPr>
              <p:cNvSpPr/>
              <p:nvPr/>
            </p:nvSpPr>
            <p:spPr>
              <a:xfrm>
                <a:off x="6829425" y="3235251"/>
                <a:ext cx="1314651" cy="678976"/>
              </a:xfrm>
              <a:prstGeom prst="rect">
                <a:avLst/>
              </a:prstGeom>
              <a:solidFill>
                <a:srgbClr val="8064A2">
                  <a:lumMod val="40000"/>
                  <a:lumOff val="6000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数据存储</a:t>
                </a:r>
              </a:p>
            </p:txBody>
          </p:sp>
          <p:sp>
            <p:nvSpPr>
              <p:cNvPr id="61" name="Rectangle 29" descr="e">
                <a:extLst>
                  <a:ext uri="{FF2B5EF4-FFF2-40B4-BE49-F238E27FC236}">
                    <a16:creationId xmlns:a16="http://schemas.microsoft.com/office/drawing/2014/main" id="{CE7CBAF3-6A92-E0EE-5FA5-79BC313C7215}"/>
                  </a:ext>
                </a:extLst>
              </p:cNvPr>
              <p:cNvSpPr/>
              <p:nvPr/>
            </p:nvSpPr>
            <p:spPr>
              <a:xfrm>
                <a:off x="6829425" y="5097772"/>
                <a:ext cx="1314651" cy="454919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ALU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62" name="Straight Arrow Connector 35">
                <a:extLst>
                  <a:ext uri="{FF2B5EF4-FFF2-40B4-BE49-F238E27FC236}">
                    <a16:creationId xmlns:a16="http://schemas.microsoft.com/office/drawing/2014/main" id="{8B5900F9-F17A-E162-0D22-D485E576FB1A}"/>
                  </a:ext>
                </a:extLst>
              </p:cNvPr>
              <p:cNvCxnSpPr>
                <a:cxnSpLocks/>
                <a:stCxn id="51" idx="2"/>
                <a:endCxn id="61" idx="0"/>
              </p:cNvCxnSpPr>
              <p:nvPr/>
            </p:nvCxnSpPr>
            <p:spPr>
              <a:xfrm flipH="1">
                <a:off x="7486751" y="4711724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63" name="矩形 22">
                <a:extLst>
                  <a:ext uri="{FF2B5EF4-FFF2-40B4-BE49-F238E27FC236}">
                    <a16:creationId xmlns:a16="http://schemas.microsoft.com/office/drawing/2014/main" id="{80624B76-C5CD-3953-AD49-ED6E827D8DCE}"/>
                  </a:ext>
                </a:extLst>
              </p:cNvPr>
              <p:cNvSpPr/>
              <p:nvPr/>
            </p:nvSpPr>
            <p:spPr>
              <a:xfrm>
                <a:off x="2746988" y="3990881"/>
                <a:ext cx="88766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65" name="Straight Arrow Connector 35">
                <a:extLst>
                  <a:ext uri="{FF2B5EF4-FFF2-40B4-BE49-F238E27FC236}">
                    <a16:creationId xmlns:a16="http://schemas.microsoft.com/office/drawing/2014/main" id="{4FEEFC3D-715E-F750-B3D3-C6C674C2DD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5064" y="4533623"/>
                <a:ext cx="133436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3" name="Straight Arrow Connector 35">
                <a:extLst>
                  <a:ext uri="{FF2B5EF4-FFF2-40B4-BE49-F238E27FC236}">
                    <a16:creationId xmlns:a16="http://schemas.microsoft.com/office/drawing/2014/main" id="{C3400206-5DAA-62E3-68EA-3694ED4CBA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988" y="4393966"/>
                <a:ext cx="1044941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84" name="Straight Connector 145">
                <a:extLst>
                  <a:ext uri="{FF2B5EF4-FFF2-40B4-BE49-F238E27FC236}">
                    <a16:creationId xmlns:a16="http://schemas.microsoft.com/office/drawing/2014/main" id="{27D7C4A9-A917-5028-C326-02EDB64292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751" y="5562216"/>
                <a:ext cx="0" cy="411750"/>
              </a:xfrm>
              <a:prstGeom prst="line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86" name="矩形 10">
                <a:extLst>
                  <a:ext uri="{FF2B5EF4-FFF2-40B4-BE49-F238E27FC236}">
                    <a16:creationId xmlns:a16="http://schemas.microsoft.com/office/drawing/2014/main" id="{4516CFAA-00BF-4158-45DA-AC95A83A9A16}"/>
                  </a:ext>
                </a:extLst>
              </p:cNvPr>
              <p:cNvSpPr/>
              <p:nvPr/>
            </p:nvSpPr>
            <p:spPr>
              <a:xfrm>
                <a:off x="895780" y="4849060"/>
                <a:ext cx="184244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所有指令按地址顺序存储</a:t>
                </a:r>
              </a:p>
            </p:txBody>
          </p:sp>
          <p:sp>
            <p:nvSpPr>
              <p:cNvPr id="89" name="矩形 22">
                <a:extLst>
                  <a:ext uri="{FF2B5EF4-FFF2-40B4-BE49-F238E27FC236}">
                    <a16:creationId xmlns:a16="http://schemas.microsoft.com/office/drawing/2014/main" id="{8F1F9098-3A0E-92FE-AFBA-B058D8005BAE}"/>
                  </a:ext>
                </a:extLst>
              </p:cNvPr>
              <p:cNvSpPr/>
              <p:nvPr/>
            </p:nvSpPr>
            <p:spPr>
              <a:xfrm>
                <a:off x="8105848" y="3332728"/>
                <a:ext cx="98550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时钟</a:t>
                </a:r>
                <a:endParaRPr kumimoji="0" lang="zh-CN" altLang="en-US" sz="200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90" name="Straight Arrow Connector 35">
                <a:extLst>
                  <a:ext uri="{FF2B5EF4-FFF2-40B4-BE49-F238E27FC236}">
                    <a16:creationId xmlns:a16="http://schemas.microsoft.com/office/drawing/2014/main" id="{7198E068-8FFE-B511-2A89-3A36B0CD45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44076" y="3736907"/>
                <a:ext cx="700178" cy="0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3333FF"/>
                </a:solidFill>
                <a:prstDash val="solid"/>
                <a:headEnd type="none" w="med" len="lg"/>
                <a:tailEnd type="triangle" w="med" len="lg"/>
              </a:ln>
              <a:effectLst/>
            </p:spPr>
          </p:cxnSp>
          <p:cxnSp>
            <p:nvCxnSpPr>
              <p:cNvPr id="93" name="Straight Arrow Connector 149">
                <a:extLst>
                  <a:ext uri="{FF2B5EF4-FFF2-40B4-BE49-F238E27FC236}">
                    <a16:creationId xmlns:a16="http://schemas.microsoft.com/office/drawing/2014/main" id="{39F2D073-F9F7-5A21-D527-B7C8494EBC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4429" y="3939628"/>
                <a:ext cx="4643" cy="386048"/>
              </a:xfrm>
              <a:prstGeom prst="straightConnector1">
                <a:avLst/>
              </a:prstGeom>
              <a:noFill/>
              <a:ln w="25400" cap="rnd" cmpd="sng" algn="ctr">
                <a:solidFill>
                  <a:srgbClr val="000000"/>
                </a:solidFill>
                <a:prstDash val="solid"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94" name="矩形 10">
                <a:extLst>
                  <a:ext uri="{FF2B5EF4-FFF2-40B4-BE49-F238E27FC236}">
                    <a16:creationId xmlns:a16="http://schemas.microsoft.com/office/drawing/2014/main" id="{7EDC42B1-CD68-342E-A5AF-3D8D2A50D13E}"/>
                  </a:ext>
                </a:extLst>
              </p:cNvPr>
              <p:cNvSpPr/>
              <p:nvPr/>
            </p:nvSpPr>
            <p:spPr>
              <a:xfrm>
                <a:off x="3791928" y="4844179"/>
                <a:ext cx="169102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指令解码</a:t>
                </a:r>
                <a:endParaRPr kumimoji="0" lang="en-US" altLang="zh-CN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&amp;</a:t>
                </a:r>
                <a:r>
                  <a:rPr lang="zh-CN" altLang="en-US" sz="16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控制信号生成</a:t>
                </a:r>
                <a:endParaRPr kumimoji="0" lang="zh-CN" altLang="en-US" sz="160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7" name="矩形 22">
              <a:extLst>
                <a:ext uri="{FF2B5EF4-FFF2-40B4-BE49-F238E27FC236}">
                  <a16:creationId xmlns:a16="http://schemas.microsoft.com/office/drawing/2014/main" id="{EEB7C81A-EDCF-C299-4864-A42DE01C391C}"/>
                </a:ext>
              </a:extLst>
            </p:cNvPr>
            <p:cNvSpPr/>
            <p:nvPr/>
          </p:nvSpPr>
          <p:spPr>
            <a:xfrm>
              <a:off x="4953376" y="3486808"/>
              <a:ext cx="1396806" cy="9612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控制信号</a:t>
              </a: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b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</a:b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&amp; </a:t>
              </a:r>
              <a:r>
                <a:rPr lang="zh-CN" altLang="en-US" sz="2000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数据</a:t>
              </a:r>
            </a:p>
          </p:txBody>
        </p:sp>
        <p:cxnSp>
          <p:nvCxnSpPr>
            <p:cNvPr id="48" name="Straight Connector 106">
              <a:extLst>
                <a:ext uri="{FF2B5EF4-FFF2-40B4-BE49-F238E27FC236}">
                  <a16:creationId xmlns:a16="http://schemas.microsoft.com/office/drawing/2014/main" id="{F7B46CC3-FB29-61EB-53A3-248EC3CC22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4012" y="5430495"/>
              <a:ext cx="565864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9" name="Straight Arrow Connector 35">
              <a:extLst>
                <a:ext uri="{FF2B5EF4-FFF2-40B4-BE49-F238E27FC236}">
                  <a16:creationId xmlns:a16="http://schemas.microsoft.com/office/drawing/2014/main" id="{6E020269-12F4-A998-F8FB-E355BE8FE6E9}"/>
                </a:ext>
              </a:extLst>
            </p:cNvPr>
            <p:cNvCxnSpPr>
              <a:cxnSpLocks/>
            </p:cNvCxnSpPr>
            <p:nvPr/>
          </p:nvCxnSpPr>
          <p:spPr>
            <a:xfrm>
              <a:off x="4301842" y="5009212"/>
              <a:ext cx="0" cy="231194"/>
            </a:xfrm>
            <a:prstGeom prst="straightConnector1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50" name="Straight Connector 78">
              <a:extLst>
                <a:ext uri="{FF2B5EF4-FFF2-40B4-BE49-F238E27FC236}">
                  <a16:creationId xmlns:a16="http://schemas.microsoft.com/office/drawing/2014/main" id="{C94C0B44-809B-56A6-BB72-DBBCA2785746}"/>
                </a:ext>
              </a:extLst>
            </p:cNvPr>
            <p:cNvCxnSpPr>
              <a:cxnSpLocks/>
            </p:cNvCxnSpPr>
            <p:nvPr/>
          </p:nvCxnSpPr>
          <p:spPr>
            <a:xfrm>
              <a:off x="1444012" y="5009212"/>
              <a:ext cx="0" cy="421283"/>
            </a:xfrm>
            <a:prstGeom prst="line">
              <a:avLst/>
            </a:prstGeom>
            <a:noFill/>
            <a:ln w="25400" cap="rnd" cmpd="sng" algn="ctr">
              <a:solidFill>
                <a:srgbClr val="000000"/>
              </a:solidFill>
              <a:prstDash val="solid"/>
              <a:headEnd type="triangle" w="med" len="lg"/>
            </a:ln>
            <a:effectLst/>
          </p:spPr>
        </p:cxnSp>
        <p:sp>
          <p:nvSpPr>
            <p:cNvPr id="51" name="Rectangle 132">
              <a:extLst>
                <a:ext uri="{FF2B5EF4-FFF2-40B4-BE49-F238E27FC236}">
                  <a16:creationId xmlns:a16="http://schemas.microsoft.com/office/drawing/2014/main" id="{6393C401-AE0D-BA52-7004-40159B0AAEAD}"/>
                </a:ext>
              </a:extLst>
            </p:cNvPr>
            <p:cNvSpPr/>
            <p:nvPr/>
          </p:nvSpPr>
          <p:spPr>
            <a:xfrm>
              <a:off x="6454402" y="3788076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寄存器</a:t>
              </a:r>
              <a:endParaRPr kumimoji="0" lang="en-CN" sz="18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" name="Freeform 133">
              <a:extLst>
                <a:ext uri="{FF2B5EF4-FFF2-40B4-BE49-F238E27FC236}">
                  <a16:creationId xmlns:a16="http://schemas.microsoft.com/office/drawing/2014/main" id="{2AD8FCD8-3D7F-C8DC-404E-3AD81D7A81DE}"/>
                </a:ext>
              </a:extLst>
            </p:cNvPr>
            <p:cNvSpPr/>
            <p:nvPr/>
          </p:nvSpPr>
          <p:spPr>
            <a:xfrm>
              <a:off x="6207306" y="3037684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 w="25400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4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3" name="Rectangle 134">
              <a:extLst>
                <a:ext uri="{FF2B5EF4-FFF2-40B4-BE49-F238E27FC236}">
                  <a16:creationId xmlns:a16="http://schemas.microsoft.com/office/drawing/2014/main" id="{492FBA75-1EDD-0F1D-989F-27A82A3F0D10}"/>
                </a:ext>
              </a:extLst>
            </p:cNvPr>
            <p:cNvSpPr/>
            <p:nvPr/>
          </p:nvSpPr>
          <p:spPr>
            <a:xfrm>
              <a:off x="3908040" y="5240406"/>
              <a:ext cx="776026" cy="456960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N" sz="18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54" name="Freeform 135">
              <a:extLst>
                <a:ext uri="{FF2B5EF4-FFF2-40B4-BE49-F238E27FC236}">
                  <a16:creationId xmlns:a16="http://schemas.microsoft.com/office/drawing/2014/main" id="{FB778946-17E7-2280-455D-319A31B04281}"/>
                </a:ext>
              </a:extLst>
            </p:cNvPr>
            <p:cNvSpPr/>
            <p:nvPr/>
          </p:nvSpPr>
          <p:spPr>
            <a:xfrm>
              <a:off x="7772400" y="3182471"/>
              <a:ext cx="421341" cy="77992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5" name="Freeform 136">
              <a:extLst>
                <a:ext uri="{FF2B5EF4-FFF2-40B4-BE49-F238E27FC236}">
                  <a16:creationId xmlns:a16="http://schemas.microsoft.com/office/drawing/2014/main" id="{CC1A9554-8160-1379-10C3-92FF23E1B1A6}"/>
                </a:ext>
              </a:extLst>
            </p:cNvPr>
            <p:cNvSpPr/>
            <p:nvPr/>
          </p:nvSpPr>
          <p:spPr>
            <a:xfrm>
              <a:off x="4695646" y="3956917"/>
              <a:ext cx="3498096" cy="1583269"/>
            </a:xfrm>
            <a:custGeom>
              <a:avLst/>
              <a:gdLst>
                <a:gd name="connsiteX0" fmla="*/ 421341 w 421341"/>
                <a:gd name="connsiteY0" fmla="*/ 0 h 779929"/>
                <a:gd name="connsiteX1" fmla="*/ 421341 w 421341"/>
                <a:gd name="connsiteY1" fmla="*/ 779929 h 779929"/>
                <a:gd name="connsiteX2" fmla="*/ 0 w 421341"/>
                <a:gd name="connsiteY2" fmla="*/ 779929 h 77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341" h="779929">
                  <a:moveTo>
                    <a:pt x="421341" y="0"/>
                  </a:moveTo>
                  <a:lnTo>
                    <a:pt x="421341" y="779929"/>
                  </a:lnTo>
                  <a:lnTo>
                    <a:pt x="0" y="7799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732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1F8E4-1319-A448-971B-46D7E9CF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MIPS</a:t>
            </a:r>
            <a:r>
              <a:rPr kumimoji="1" lang="zh-CN" altLang="en-US" dirty="0"/>
              <a:t>单周期处理器架构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226062-FE2C-D34F-8E7C-9187460C0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1912"/>
            <a:ext cx="8229600" cy="4525963"/>
          </a:xfrm>
        </p:spPr>
        <p:txBody>
          <a:bodyPr/>
          <a:lstStyle/>
          <a:p>
            <a:r>
              <a:rPr kumimoji="1" lang="zh-CN" altLang="en-US" dirty="0"/>
              <a:t>根据上述数据通路的分析，可以设计出具体的</a:t>
            </a:r>
            <a:r>
              <a:rPr kumimoji="1" lang="en-US" altLang="zh-CN" dirty="0"/>
              <a:t>MIPS</a:t>
            </a:r>
            <a:r>
              <a:rPr kumimoji="1" lang="zh-CN" altLang="en-US" dirty="0"/>
              <a:t>单周期处理器（本节课讲授重点）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AE8C1C-F15B-3D45-8102-4DA62F4C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FA4065-DF51-6241-882D-969C9253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64" y="2629742"/>
            <a:ext cx="6209008" cy="43073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97CF78-C609-5A42-B322-A625E0FD3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408" y="3008372"/>
            <a:ext cx="1456181" cy="42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r>
              <a:rPr lang="zh-CN" altLang="en-US" sz="2400" b="0" kern="0" dirty="0">
                <a:solidFill>
                  <a:srgbClr val="3333FF"/>
                </a:solidFill>
                <a:ea typeface="SimHei" panose="02010609060101010101" pitchFamily="49" charset="-122"/>
              </a:rPr>
              <a:t>指令部分</a:t>
            </a:r>
            <a:endParaRPr lang="en-US" altLang="en-US" sz="1800" b="0" kern="0" dirty="0">
              <a:solidFill>
                <a:srgbClr val="3333FF"/>
              </a:solidFill>
              <a:ea typeface="SimHei" panose="02010609060101010101" pitchFamily="49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59435AD-D7DE-684B-A1B4-E5216519E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321" y="5044034"/>
            <a:ext cx="1456181" cy="42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r>
              <a:rPr lang="zh-CN" altLang="en-US" sz="2400" b="0" kern="0" dirty="0">
                <a:solidFill>
                  <a:srgbClr val="3333FF"/>
                </a:solidFill>
                <a:ea typeface="SimHei" panose="02010609060101010101" pitchFamily="49" charset="-122"/>
              </a:rPr>
              <a:t>数据部分</a:t>
            </a:r>
            <a:endParaRPr lang="en-US" altLang="en-US" sz="1800" b="0" kern="0" dirty="0">
              <a:solidFill>
                <a:srgbClr val="3333FF"/>
              </a:solidFill>
              <a:ea typeface="SimHei" panose="02010609060101010101" pitchFamily="49" charset="-122"/>
            </a:endParaRPr>
          </a:p>
        </p:txBody>
      </p:sp>
      <p:sp>
        <p:nvSpPr>
          <p:cNvPr id="8" name="L 形 7">
            <a:extLst>
              <a:ext uri="{FF2B5EF4-FFF2-40B4-BE49-F238E27FC236}">
                <a16:creationId xmlns:a16="http://schemas.microsoft.com/office/drawing/2014/main" id="{27A6A520-0A59-903F-1102-8EA7610D7779}"/>
              </a:ext>
            </a:extLst>
          </p:cNvPr>
          <p:cNvSpPr/>
          <p:nvPr/>
        </p:nvSpPr>
        <p:spPr>
          <a:xfrm flipV="1">
            <a:off x="992361" y="2629741"/>
            <a:ext cx="6469960" cy="3953620"/>
          </a:xfrm>
          <a:prstGeom prst="corner">
            <a:avLst>
              <a:gd name="adj1" fmla="val 26781"/>
              <a:gd name="adj2" fmla="val 46460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588C5B-9F65-ACA9-1B15-80E76970BD9B}"/>
              </a:ext>
            </a:extLst>
          </p:cNvPr>
          <p:cNvSpPr/>
          <p:nvPr/>
        </p:nvSpPr>
        <p:spPr>
          <a:xfrm>
            <a:off x="5355770" y="3825649"/>
            <a:ext cx="478972" cy="185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466115-2672-ED77-0F4E-0AE78CD014A5}"/>
              </a:ext>
            </a:extLst>
          </p:cNvPr>
          <p:cNvSpPr txBox="1"/>
          <p:nvPr/>
        </p:nvSpPr>
        <p:spPr>
          <a:xfrm>
            <a:off x="5215985" y="3776665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u="sng" dirty="0" err="1">
                <a:solidFill>
                  <a:srgbClr val="2D2B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ALUConf</a:t>
            </a:r>
            <a:endParaRPr kumimoji="1" lang="zh-CN" altLang="en-US" sz="1050" u="sng" dirty="0">
              <a:solidFill>
                <a:srgbClr val="2D2BD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60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/>
              <a:t>复习与回顾</a:t>
            </a:r>
            <a:endParaRPr lang="en-US" altLang="zh-CN" dirty="0"/>
          </a:p>
          <a:p>
            <a:pPr marL="342900" lvl="1" indent="-342900">
              <a:buFontTx/>
              <a:buChar char="•"/>
            </a:pPr>
            <a:r>
              <a:rPr lang="zh-CN" altLang="en-US" sz="3200" dirty="0">
                <a:solidFill>
                  <a:srgbClr val="3333FF"/>
                </a:solidFill>
                <a:cs typeface="+mn-cs"/>
              </a:rPr>
              <a:t>单周期数据通路设计流程</a:t>
            </a:r>
            <a:endParaRPr lang="en-US" altLang="zh-CN" sz="3200" dirty="0">
              <a:solidFill>
                <a:srgbClr val="3333FF"/>
              </a:solidFill>
              <a:cs typeface="+mn-cs"/>
            </a:endParaRPr>
          </a:p>
          <a:p>
            <a:pPr lvl="1"/>
            <a:r>
              <a:rPr lang="zh-CN" altLang="en-US" sz="2400" dirty="0">
                <a:solidFill>
                  <a:srgbClr val="3333FF"/>
                </a:solidFill>
              </a:rPr>
              <a:t>指令集和设计需求分析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lvl="1"/>
            <a:r>
              <a:rPr lang="zh-CN" altLang="en-US" sz="2400" dirty="0"/>
              <a:t>功能模块设计</a:t>
            </a:r>
            <a:endParaRPr lang="en-US" altLang="zh-CN" dirty="0"/>
          </a:p>
          <a:p>
            <a:pPr lvl="1"/>
            <a:r>
              <a:rPr lang="zh-CN" altLang="en-US" sz="2400" dirty="0"/>
              <a:t>数据通路模块组装</a:t>
            </a:r>
            <a:endParaRPr lang="en-US" altLang="zh-CN" sz="2400" dirty="0"/>
          </a:p>
          <a:p>
            <a:pPr lvl="1"/>
            <a:r>
              <a:rPr lang="zh-CN" altLang="en-US" sz="2400" dirty="0"/>
              <a:t>控制信号分析与逻辑设计</a:t>
            </a:r>
            <a:endParaRPr lang="en-US" altLang="zh-CN" sz="2400" dirty="0"/>
          </a:p>
          <a:p>
            <a:r>
              <a:rPr lang="zh-CN" altLang="en-US" dirty="0"/>
              <a:t>单周期数据通路延时分析</a:t>
            </a:r>
            <a:endParaRPr lang="en-US" altLang="zh-CN" dirty="0"/>
          </a:p>
          <a:p>
            <a:r>
              <a:rPr lang="zh-CN" altLang="en-US" dirty="0"/>
              <a:t>多周期数据通路</a:t>
            </a:r>
            <a:endParaRPr lang="en-US" altLang="zh-CN" dirty="0"/>
          </a:p>
          <a:p>
            <a:r>
              <a:rPr lang="zh-CN" altLang="en-US" dirty="0"/>
              <a:t>异常与中断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6476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F4C7E-AA4B-0344-AD8C-0E72530F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MIPS</a:t>
            </a:r>
            <a:r>
              <a:rPr kumimoji="1" lang="zh-CN" altLang="en-US" dirty="0"/>
              <a:t>指令集架构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7BFAFF2-6A16-664A-AEA8-E32ADBC7D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533" y="1417638"/>
            <a:ext cx="8229600" cy="4525963"/>
          </a:xfrm>
        </p:spPr>
        <p:txBody>
          <a:bodyPr/>
          <a:lstStyle/>
          <a:p>
            <a:r>
              <a:rPr kumimoji="1" lang="zh-CN" altLang="en-US" dirty="0"/>
              <a:t>完备指令集设计应支持计算、访存与决策三类功能</a:t>
            </a:r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MIPS</a:t>
            </a:r>
            <a:r>
              <a:rPr kumimoji="1" lang="zh-CN" altLang="en-US" dirty="0"/>
              <a:t>架构中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计算与访存相关指令根据操作数类型分为两类</a:t>
            </a:r>
            <a:endParaRPr kumimoji="1" lang="en-US" altLang="zh-CN" dirty="0"/>
          </a:p>
          <a:p>
            <a:pPr lvl="2"/>
            <a:r>
              <a:rPr kumimoji="1" lang="zh-CN" altLang="en-US" sz="2600" dirty="0"/>
              <a:t>操作数以寄存器存储的数据为主：</a:t>
            </a:r>
            <a:r>
              <a:rPr kumimoji="1" lang="en-US" altLang="zh-CN" sz="2600" dirty="0">
                <a:solidFill>
                  <a:srgbClr val="3333FF"/>
                </a:solidFill>
              </a:rPr>
              <a:t>R</a:t>
            </a:r>
            <a:r>
              <a:rPr kumimoji="1" lang="zh-CN" altLang="en-US" sz="2600" dirty="0">
                <a:solidFill>
                  <a:srgbClr val="3333FF"/>
                </a:solidFill>
              </a:rPr>
              <a:t>型指令</a:t>
            </a:r>
            <a:endParaRPr kumimoji="1" lang="en-US" altLang="zh-CN" sz="2600" dirty="0">
              <a:solidFill>
                <a:srgbClr val="3333FF"/>
              </a:solidFill>
            </a:endParaRPr>
          </a:p>
          <a:p>
            <a:pPr lvl="2"/>
            <a:r>
              <a:rPr kumimoji="1" lang="zh-CN" altLang="en-US" sz="2600" dirty="0"/>
              <a:t>操作数涉及到指令字段表示的立即数：</a:t>
            </a:r>
            <a:r>
              <a:rPr kumimoji="1" lang="en-US" altLang="zh-CN" sz="2600" dirty="0">
                <a:solidFill>
                  <a:srgbClr val="3333FF"/>
                </a:solidFill>
              </a:rPr>
              <a:t>I</a:t>
            </a:r>
            <a:r>
              <a:rPr kumimoji="1" lang="zh-CN" altLang="en-US" sz="2600" dirty="0">
                <a:solidFill>
                  <a:srgbClr val="3333FF"/>
                </a:solidFill>
              </a:rPr>
              <a:t>型指令</a:t>
            </a:r>
            <a:endParaRPr kumimoji="1" lang="en-US" altLang="zh-CN" sz="2600" dirty="0">
              <a:solidFill>
                <a:srgbClr val="3333FF"/>
              </a:solidFill>
            </a:endParaRPr>
          </a:p>
          <a:p>
            <a:pPr lvl="1"/>
            <a:r>
              <a:rPr kumimoji="1" lang="zh-CN" altLang="en-US" dirty="0"/>
              <a:t>分支循环等与跳转相关的指令：</a:t>
            </a:r>
            <a:r>
              <a:rPr kumimoji="1" lang="en-US" altLang="zh-CN" dirty="0">
                <a:solidFill>
                  <a:srgbClr val="3333FF"/>
                </a:solidFill>
              </a:rPr>
              <a:t>J</a:t>
            </a:r>
            <a:r>
              <a:rPr kumimoji="1" lang="zh-CN" altLang="en-US" dirty="0">
                <a:solidFill>
                  <a:srgbClr val="3333FF"/>
                </a:solidFill>
              </a:rPr>
              <a:t>型指令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B6E3C9-3DA5-6142-ADEB-E9842D81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27961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F4C7E-AA4B-0344-AD8C-0E72530F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MIPS</a:t>
            </a:r>
            <a:r>
              <a:rPr kumimoji="1" lang="zh-CN" altLang="en-US" dirty="0"/>
              <a:t>指令集架构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7BFAFF2-6A16-664A-AEA8-E32ADBC7D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817" y="1417638"/>
            <a:ext cx="8229600" cy="4525963"/>
          </a:xfrm>
        </p:spPr>
        <p:txBody>
          <a:bodyPr/>
          <a:lstStyle/>
          <a:p>
            <a:r>
              <a:rPr kumimoji="1" lang="en-US" altLang="zh-CN" sz="2600" dirty="0">
                <a:solidFill>
                  <a:srgbClr val="3333FF"/>
                </a:solidFill>
              </a:rPr>
              <a:t>R</a:t>
            </a:r>
            <a:r>
              <a:rPr kumimoji="1" lang="zh-CN" altLang="en-US" sz="2600" dirty="0">
                <a:solidFill>
                  <a:srgbClr val="3333FF"/>
                </a:solidFill>
              </a:rPr>
              <a:t>型指令</a:t>
            </a:r>
            <a:endParaRPr kumimoji="1" lang="en-US" altLang="zh-CN" sz="2600" dirty="0">
              <a:solidFill>
                <a:srgbClr val="3333FF"/>
              </a:solidFill>
            </a:endParaRPr>
          </a:p>
          <a:p>
            <a:pPr lvl="1"/>
            <a:r>
              <a:rPr kumimoji="1" lang="en-US" altLang="zh-CN" sz="2400" dirty="0" err="1"/>
              <a:t>rs</a:t>
            </a:r>
            <a:r>
              <a:rPr kumimoji="1" lang="en-US" altLang="zh-CN" sz="2400" dirty="0"/>
              <a:t>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source,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rt: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target,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rd</a:t>
            </a:r>
            <a:r>
              <a:rPr kumimoji="1" lang="en-US" altLang="zh-CN" sz="2400" dirty="0"/>
              <a:t>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destination</a:t>
            </a:r>
          </a:p>
          <a:p>
            <a:pPr lvl="1"/>
            <a:r>
              <a:rPr kumimoji="1" lang="en-US" altLang="zh-CN" sz="2400" dirty="0"/>
              <a:t>opcode</a:t>
            </a:r>
            <a:r>
              <a:rPr kumimoji="1" lang="zh-CN" altLang="en-US" sz="2400" dirty="0"/>
              <a:t>与</a:t>
            </a:r>
            <a:r>
              <a:rPr kumimoji="1" lang="en-US" altLang="zh-CN" sz="2400" dirty="0" err="1"/>
              <a:t>funct</a:t>
            </a:r>
            <a:r>
              <a:rPr kumimoji="1" lang="zh-CN" altLang="en-US" sz="2400" dirty="0"/>
              <a:t>共同确定该</a:t>
            </a:r>
            <a:r>
              <a:rPr kumimoji="1" lang="en-US" altLang="zh-CN" sz="2400" dirty="0"/>
              <a:t>R</a:t>
            </a:r>
            <a:r>
              <a:rPr kumimoji="1" lang="zh-CN" altLang="en-US" sz="2400" dirty="0"/>
              <a:t>型指令的具体功能</a:t>
            </a:r>
            <a:endParaRPr kumimoji="1" lang="en-US" altLang="zh-CN" sz="2400" dirty="0"/>
          </a:p>
          <a:p>
            <a:pPr lvl="1"/>
            <a:endParaRPr kumimoji="1" lang="en-US" altLang="zh-CN" sz="2400" dirty="0"/>
          </a:p>
          <a:p>
            <a:pPr lvl="1"/>
            <a:endParaRPr kumimoji="1" lang="en-US" altLang="zh-CN" sz="2400" dirty="0"/>
          </a:p>
          <a:p>
            <a:pPr lvl="1"/>
            <a:endParaRPr kumimoji="1" lang="en-US" altLang="zh-CN" sz="2400" dirty="0"/>
          </a:p>
          <a:p>
            <a:pPr lvl="1"/>
            <a:endParaRPr kumimoji="1" lang="en-US" altLang="zh-CN" sz="2400" dirty="0"/>
          </a:p>
          <a:p>
            <a:pPr lvl="1"/>
            <a:endParaRPr kumimoji="1" lang="en-US" altLang="zh-CN" sz="2400" dirty="0"/>
          </a:p>
          <a:p>
            <a:pPr lvl="1"/>
            <a:endParaRPr kumimoji="1" lang="en-US" altLang="zh-CN" sz="2400" dirty="0"/>
          </a:p>
          <a:p>
            <a:pPr lvl="1"/>
            <a:r>
              <a:rPr kumimoji="1" lang="zh-CN" altLang="en-US" sz="2400" dirty="0"/>
              <a:t>例子：加法指令</a:t>
            </a:r>
            <a:endParaRPr kumimoji="1" lang="en-US" altLang="zh-CN" sz="2400" dirty="0"/>
          </a:p>
          <a:p>
            <a:pPr lvl="1"/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B6E3C9-3DA5-6142-ADEB-E9842D81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1558" y="5014736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</a:rPr>
              <a:pPr/>
              <a:t>22</a:t>
            </a:fld>
            <a:endParaRPr lang="en-US" altLang="zh-CN" dirty="0">
              <a:latin typeface="+mn-lt"/>
            </a:endParaRP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AFAC00BF-C340-0947-AB5D-2E5F24DFC25E}"/>
              </a:ext>
            </a:extLst>
          </p:cNvPr>
          <p:cNvSpPr txBox="1">
            <a:spLocks/>
          </p:cNvSpPr>
          <p:nvPr/>
        </p:nvSpPr>
        <p:spPr bwMode="auto">
          <a:xfrm>
            <a:off x="6801558" y="5072611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14659731-6BD7-46E7-8D3C-2F3AC07E20B1}" type="slidenum">
              <a:rPr lang="en-US" altLang="zh-CN" b="0" smtClean="0">
                <a:latin typeface="+mn-lt"/>
                <a:ea typeface="SimHei" panose="02010609060101010101" pitchFamily="49" charset="-122"/>
              </a:rPr>
              <a:pPr/>
              <a:t>22</a:t>
            </a:fld>
            <a:endParaRPr lang="en-US" altLang="zh-CN" b="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F1408CD3-B5E7-4747-ABA0-02550A230E63}"/>
              </a:ext>
            </a:extLst>
          </p:cNvPr>
          <p:cNvGrpSpPr>
            <a:grpSpLocks/>
          </p:cNvGrpSpPr>
          <p:nvPr/>
        </p:nvGrpSpPr>
        <p:grpSpPr bwMode="auto">
          <a:xfrm>
            <a:off x="725727" y="3304060"/>
            <a:ext cx="8153400" cy="523876"/>
            <a:chOff x="240" y="2496"/>
            <a:chExt cx="5136" cy="330"/>
          </a:xfrm>
        </p:grpSpPr>
        <p:grpSp>
          <p:nvGrpSpPr>
            <p:cNvPr id="7" name="Group 19">
              <a:extLst>
                <a:ext uri="{FF2B5EF4-FFF2-40B4-BE49-F238E27FC236}">
                  <a16:creationId xmlns:a16="http://schemas.microsoft.com/office/drawing/2014/main" id="{FE1E97CF-FAD7-A044-B040-3C88B04E5A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" y="2496"/>
              <a:ext cx="4861" cy="330"/>
              <a:chOff x="318" y="2496"/>
              <a:chExt cx="4861" cy="330"/>
            </a:xfrm>
          </p:grpSpPr>
          <p:sp>
            <p:nvSpPr>
              <p:cNvPr id="15" name="Text Box 20">
                <a:extLst>
                  <a:ext uri="{FF2B5EF4-FFF2-40B4-BE49-F238E27FC236}">
                    <a16:creationId xmlns:a16="http://schemas.microsoft.com/office/drawing/2014/main" id="{E2EFCC75-30A4-B642-8145-EB53E04F95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" y="2496"/>
                <a:ext cx="86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r>
                  <a:rPr lang="en-US" altLang="en-US" sz="2800" b="0" dirty="0">
                    <a:latin typeface="+mn-lt"/>
                    <a:ea typeface="SimHei" panose="02010609060101010101" pitchFamily="49" charset="-122"/>
                  </a:rPr>
                  <a:t>opcode</a:t>
                </a:r>
                <a:endParaRPr lang="en-US" altLang="en-US" sz="2000" b="0" dirty="0">
                  <a:solidFill>
                    <a:schemeClr val="accent1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B7C7886A-32FA-A34B-8C27-5B9878664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0" y="2496"/>
                <a:ext cx="30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r>
                  <a:rPr lang="en-US" altLang="en-US" sz="2800" b="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2000" b="0" dirty="0">
                  <a:solidFill>
                    <a:schemeClr val="accent1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" name="Text Box 22">
                <a:extLst>
                  <a:ext uri="{FF2B5EF4-FFF2-40B4-BE49-F238E27FC236}">
                    <a16:creationId xmlns:a16="http://schemas.microsoft.com/office/drawing/2014/main" id="{083D5714-8D3A-B845-987E-0CA8576CE4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5" y="2496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r>
                  <a:rPr lang="en-US" altLang="en-US" sz="2800" b="0" dirty="0">
                    <a:latin typeface="+mn-lt"/>
                    <a:ea typeface="SimHei" panose="02010609060101010101" pitchFamily="49" charset="-122"/>
                  </a:rPr>
                  <a:t>rt</a:t>
                </a:r>
                <a:endParaRPr lang="en-US" altLang="en-US" sz="2000" b="0" dirty="0">
                  <a:solidFill>
                    <a:schemeClr val="accent1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" name="Text Box 23">
                <a:extLst>
                  <a:ext uri="{FF2B5EF4-FFF2-40B4-BE49-F238E27FC236}">
                    <a16:creationId xmlns:a16="http://schemas.microsoft.com/office/drawing/2014/main" id="{AC99F051-46DE-B643-AE63-30A2B9AEA6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2" y="2496"/>
                <a:ext cx="31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r>
                  <a:rPr lang="en-US" altLang="en-US" sz="2800" b="0" dirty="0" err="1">
                    <a:latin typeface="+mn-lt"/>
                    <a:ea typeface="SimHei" panose="02010609060101010101" pitchFamily="49" charset="-122"/>
                  </a:rPr>
                  <a:t>rd</a:t>
                </a:r>
                <a:endParaRPr lang="en-US" altLang="en-US" sz="2000" b="0" dirty="0">
                  <a:solidFill>
                    <a:schemeClr val="accent1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" name="Text Box 24">
                <a:extLst>
                  <a:ext uri="{FF2B5EF4-FFF2-40B4-BE49-F238E27FC236}">
                    <a16:creationId xmlns:a16="http://schemas.microsoft.com/office/drawing/2014/main" id="{BD2AB7E3-D015-684B-B221-1E6DCBA19A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" y="2496"/>
                <a:ext cx="607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r>
                  <a:rPr lang="en-US" altLang="en-US" sz="2800" b="0" dirty="0" err="1">
                    <a:latin typeface="+mn-lt"/>
                    <a:ea typeface="SimHei" panose="02010609060101010101" pitchFamily="49" charset="-122"/>
                  </a:rPr>
                  <a:t>funct</a:t>
                </a:r>
                <a:endParaRPr lang="en-US" altLang="en-US" sz="2000" b="0" dirty="0">
                  <a:solidFill>
                    <a:schemeClr val="accent1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" name="Text Box 25">
                <a:extLst>
                  <a:ext uri="{FF2B5EF4-FFF2-40B4-BE49-F238E27FC236}">
                    <a16:creationId xmlns:a16="http://schemas.microsoft.com/office/drawing/2014/main" id="{744E9713-F557-B140-A68C-9D522F1FC9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3" y="2496"/>
                <a:ext cx="73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r>
                  <a:rPr lang="en-US" altLang="en-US" sz="2800" b="0" dirty="0" err="1">
                    <a:latin typeface="+mn-lt"/>
                    <a:ea typeface="SimHei" panose="02010609060101010101" pitchFamily="49" charset="-122"/>
                  </a:rPr>
                  <a:t>shamt</a:t>
                </a:r>
                <a:endParaRPr lang="en-US" altLang="en-US" sz="2000" b="0" dirty="0">
                  <a:solidFill>
                    <a:schemeClr val="accent1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8" name="Rectangle 26">
              <a:extLst>
                <a:ext uri="{FF2B5EF4-FFF2-40B4-BE49-F238E27FC236}">
                  <a16:creationId xmlns:a16="http://schemas.microsoft.com/office/drawing/2014/main" id="{78FC59C5-C053-E54C-8A10-D6B949DF1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496"/>
              <a:ext cx="5136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7719CBE4-F1F6-E140-A85E-C4B92D917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49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" name="Line 28">
              <a:extLst>
                <a:ext uri="{FF2B5EF4-FFF2-40B4-BE49-F238E27FC236}">
                  <a16:creationId xmlns:a16="http://schemas.microsoft.com/office/drawing/2014/main" id="{1392A089-0180-0445-882E-4527681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49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2" name="Line 29">
              <a:extLst>
                <a:ext uri="{FF2B5EF4-FFF2-40B4-BE49-F238E27FC236}">
                  <a16:creationId xmlns:a16="http://schemas.microsoft.com/office/drawing/2014/main" id="{E4E4ABD0-3665-0C4A-AAC4-882F014B6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9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" name="Line 30">
              <a:extLst>
                <a:ext uri="{FF2B5EF4-FFF2-40B4-BE49-F238E27FC236}">
                  <a16:creationId xmlns:a16="http://schemas.microsoft.com/office/drawing/2014/main" id="{12D9EA7B-68B8-BC48-AF68-96F8DC2FC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49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" name="Line 31">
              <a:extLst>
                <a:ext uri="{FF2B5EF4-FFF2-40B4-BE49-F238E27FC236}">
                  <a16:creationId xmlns:a16="http://schemas.microsoft.com/office/drawing/2014/main" id="{3AD04196-6456-D74B-ADEE-57F6E0B25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49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1" name="Text Box 33">
            <a:extLst>
              <a:ext uri="{FF2B5EF4-FFF2-40B4-BE49-F238E27FC236}">
                <a16:creationId xmlns:a16="http://schemas.microsoft.com/office/drawing/2014/main" id="{B428AB12-956C-7C4A-8BF8-C83E07977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640" y="4108919"/>
            <a:ext cx="1296987" cy="46230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操作码</a:t>
            </a:r>
          </a:p>
        </p:txBody>
      </p:sp>
      <p:sp>
        <p:nvSpPr>
          <p:cNvPr id="22" name="Text Box 34">
            <a:extLst>
              <a:ext uri="{FF2B5EF4-FFF2-40B4-BE49-F238E27FC236}">
                <a16:creationId xmlns:a16="http://schemas.microsoft.com/office/drawing/2014/main" id="{4990AB2A-8636-074D-9CF5-141512AA8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577" y="4108919"/>
            <a:ext cx="1296988" cy="831639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第</a:t>
            </a:r>
            <a:r>
              <a:rPr lang="en-US" altLang="zh-CN" sz="2400" b="0" dirty="0">
                <a:latin typeface="+mn-lt"/>
                <a:ea typeface="SimHei" panose="02010609060101010101" pitchFamily="49" charset="-122"/>
              </a:rPr>
              <a:t>1</a:t>
            </a: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个源操作数</a:t>
            </a:r>
          </a:p>
        </p:txBody>
      </p:sp>
      <p:sp>
        <p:nvSpPr>
          <p:cNvPr id="23" name="Text Box 35">
            <a:extLst>
              <a:ext uri="{FF2B5EF4-FFF2-40B4-BE49-F238E27FC236}">
                <a16:creationId xmlns:a16="http://schemas.microsoft.com/office/drawing/2014/main" id="{5A69FF5C-A277-8F4F-BDC6-7BAAC62A6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6565" y="4108919"/>
            <a:ext cx="1296987" cy="831639"/>
          </a:xfrm>
          <a:prstGeom prst="rect">
            <a:avLst/>
          </a:prstGeom>
          <a:solidFill>
            <a:srgbClr val="FEF8A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第</a:t>
            </a:r>
            <a:r>
              <a:rPr lang="en-US" altLang="zh-CN" sz="2400" b="0" dirty="0">
                <a:latin typeface="+mn-lt"/>
                <a:ea typeface="SimHei" panose="02010609060101010101" pitchFamily="49" charset="-122"/>
              </a:rPr>
              <a:t>2</a:t>
            </a: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个源操作数</a:t>
            </a:r>
          </a:p>
        </p:txBody>
      </p:sp>
      <p:sp>
        <p:nvSpPr>
          <p:cNvPr id="24" name="Text Box 36">
            <a:extLst>
              <a:ext uri="{FF2B5EF4-FFF2-40B4-BE49-F238E27FC236}">
                <a16:creationId xmlns:a16="http://schemas.microsoft.com/office/drawing/2014/main" id="{B7249AC8-AE12-9248-AF58-11F406F7F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527" y="4108919"/>
            <a:ext cx="1296988" cy="1200971"/>
          </a:xfrm>
          <a:prstGeom prst="rect">
            <a:avLst/>
          </a:prstGeom>
          <a:solidFill>
            <a:srgbClr val="99FF6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目标寄存器</a:t>
            </a:r>
          </a:p>
          <a:p>
            <a:pPr eaLnBrk="1" hangingPunct="1"/>
            <a:r>
              <a:rPr lang="en-US" altLang="zh-CN" sz="2400" b="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放结果</a:t>
            </a:r>
            <a:r>
              <a:rPr lang="en-US" altLang="zh-CN" sz="2400" b="0" dirty="0">
                <a:latin typeface="+mn-lt"/>
                <a:ea typeface="SimHei" panose="02010609060101010101" pitchFamily="49" charset="-122"/>
              </a:rPr>
              <a:t>)</a:t>
            </a:r>
          </a:p>
        </p:txBody>
      </p:sp>
      <p:sp>
        <p:nvSpPr>
          <p:cNvPr id="25" name="Text Box 37">
            <a:extLst>
              <a:ext uri="{FF2B5EF4-FFF2-40B4-BE49-F238E27FC236}">
                <a16:creationId xmlns:a16="http://schemas.microsoft.com/office/drawing/2014/main" id="{35F3E2EA-B08F-F543-AE5A-15D65147C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952" y="4108919"/>
            <a:ext cx="1222375" cy="462307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移位量</a:t>
            </a:r>
          </a:p>
        </p:txBody>
      </p:sp>
      <p:sp>
        <p:nvSpPr>
          <p:cNvPr id="26" name="Text Box 38">
            <a:extLst>
              <a:ext uri="{FF2B5EF4-FFF2-40B4-BE49-F238E27FC236}">
                <a16:creationId xmlns:a16="http://schemas.microsoft.com/office/drawing/2014/main" id="{EEA14E5A-1A24-3B41-A21E-ABD87BB98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7377" y="4108919"/>
            <a:ext cx="1149350" cy="462307"/>
          </a:xfrm>
          <a:prstGeom prst="rect">
            <a:avLst/>
          </a:prstGeom>
          <a:solidFill>
            <a:srgbClr val="C2FBFE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功能码</a:t>
            </a:r>
          </a:p>
        </p:txBody>
      </p:sp>
      <p:sp>
        <p:nvSpPr>
          <p:cNvPr id="27" name="Line 39">
            <a:extLst>
              <a:ext uri="{FF2B5EF4-FFF2-40B4-BE49-F238E27FC236}">
                <a16:creationId xmlns:a16="http://schemas.microsoft.com/office/drawing/2014/main" id="{58341A94-14F7-9D46-80BE-199BFCC5A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727" y="376125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" name="Line 40">
            <a:extLst>
              <a:ext uri="{FF2B5EF4-FFF2-40B4-BE49-F238E27FC236}">
                <a16:creationId xmlns:a16="http://schemas.microsoft.com/office/drawing/2014/main" id="{7E953543-9765-734A-B6F1-12BA6A21A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9327" y="376125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" name="Line 41">
            <a:extLst>
              <a:ext uri="{FF2B5EF4-FFF2-40B4-BE49-F238E27FC236}">
                <a16:creationId xmlns:a16="http://schemas.microsoft.com/office/drawing/2014/main" id="{10668F03-E1B9-7141-8AA1-04E60B0CB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0927" y="376125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" name="Line 42">
            <a:extLst>
              <a:ext uri="{FF2B5EF4-FFF2-40B4-BE49-F238E27FC236}">
                <a16:creationId xmlns:a16="http://schemas.microsoft.com/office/drawing/2014/main" id="{3E58AA6F-559F-634F-BD7F-B973E64C0E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0127" y="376125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" name="Line 43">
            <a:extLst>
              <a:ext uri="{FF2B5EF4-FFF2-40B4-BE49-F238E27FC236}">
                <a16:creationId xmlns:a16="http://schemas.microsoft.com/office/drawing/2014/main" id="{E5DDC7F1-0D20-684C-B8D8-BE04D00BE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527" y="376125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" name="Line 44">
            <a:extLst>
              <a:ext uri="{FF2B5EF4-FFF2-40B4-BE49-F238E27FC236}">
                <a16:creationId xmlns:a16="http://schemas.microsoft.com/office/drawing/2014/main" id="{73A952C6-6217-6B42-BEF6-E89293E6C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3327" y="376125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" name="AutoShape 45">
            <a:extLst>
              <a:ext uri="{FF2B5EF4-FFF2-40B4-BE49-F238E27FC236}">
                <a16:creationId xmlns:a16="http://schemas.microsoft.com/office/drawing/2014/main" id="{49006A66-3280-BC44-8F6E-C6BA71D72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327" y="4828056"/>
            <a:ext cx="2438400" cy="762000"/>
          </a:xfrm>
          <a:prstGeom prst="wedgeRoundRectCallout">
            <a:avLst>
              <a:gd name="adj1" fmla="val 6838"/>
              <a:gd name="adj2" fmla="val -84792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dirty="0">
                <a:latin typeface="+mn-lt"/>
                <a:ea typeface="SimHei" panose="02010609060101010101" pitchFamily="49" charset="-122"/>
              </a:rPr>
              <a:t>选择字段</a:t>
            </a:r>
            <a:r>
              <a:rPr lang="en-US" altLang="zh-CN" dirty="0">
                <a:latin typeface="+mn-lt"/>
                <a:ea typeface="SimHei" panose="02010609060101010101" pitchFamily="49" charset="-122"/>
              </a:rPr>
              <a:t>op</a:t>
            </a:r>
            <a:r>
              <a:rPr lang="zh-CN" altLang="en-US" dirty="0">
                <a:latin typeface="+mn-lt"/>
                <a:ea typeface="SimHei" panose="02010609060101010101" pitchFamily="49" charset="-122"/>
              </a:rPr>
              <a:t>中操作的某种变体</a:t>
            </a:r>
            <a:endParaRPr lang="en-US" altLang="zh-CN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20A9267-5490-604F-9625-F926CA7033BE}"/>
              </a:ext>
            </a:extLst>
          </p:cNvPr>
          <p:cNvSpPr txBox="1"/>
          <p:nvPr/>
        </p:nvSpPr>
        <p:spPr>
          <a:xfrm>
            <a:off x="705558" y="2858711"/>
            <a:ext cx="171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6bit</a:t>
            </a:r>
            <a:endParaRPr kumimoji="1" lang="zh-CN" altLang="en-US" sz="24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6F5008D-C308-1447-B6BA-F30C4EF715B9}"/>
              </a:ext>
            </a:extLst>
          </p:cNvPr>
          <p:cNvSpPr txBox="1"/>
          <p:nvPr/>
        </p:nvSpPr>
        <p:spPr>
          <a:xfrm>
            <a:off x="2003761" y="2858711"/>
            <a:ext cx="171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5bit</a:t>
            </a:r>
            <a:endParaRPr kumimoji="1" lang="zh-CN" altLang="en-US" sz="24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75D326-45F8-B542-AA1D-D593B7ED3761}"/>
              </a:ext>
            </a:extLst>
          </p:cNvPr>
          <p:cNvSpPr txBox="1"/>
          <p:nvPr/>
        </p:nvSpPr>
        <p:spPr>
          <a:xfrm>
            <a:off x="3325775" y="2858711"/>
            <a:ext cx="171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5bit</a:t>
            </a:r>
            <a:endParaRPr kumimoji="1" lang="zh-CN" altLang="en-US" sz="24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0403BE0-75DA-7D48-A863-5E77C3A46688}"/>
              </a:ext>
            </a:extLst>
          </p:cNvPr>
          <p:cNvSpPr txBox="1"/>
          <p:nvPr/>
        </p:nvSpPr>
        <p:spPr>
          <a:xfrm>
            <a:off x="4586624" y="2858711"/>
            <a:ext cx="171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5bit</a:t>
            </a:r>
            <a:endParaRPr kumimoji="1" lang="zh-CN" altLang="en-US" sz="24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CDEDBD6-2C25-F043-8ACC-E40F23032130}"/>
              </a:ext>
            </a:extLst>
          </p:cNvPr>
          <p:cNvSpPr txBox="1"/>
          <p:nvPr/>
        </p:nvSpPr>
        <p:spPr>
          <a:xfrm>
            <a:off x="5840585" y="2858711"/>
            <a:ext cx="171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5bit</a:t>
            </a:r>
            <a:endParaRPr kumimoji="1" lang="zh-CN" altLang="en-US" sz="24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8C8223D-0671-FE4A-A1EE-4EDF011040FD}"/>
              </a:ext>
            </a:extLst>
          </p:cNvPr>
          <p:cNvSpPr txBox="1"/>
          <p:nvPr/>
        </p:nvSpPr>
        <p:spPr>
          <a:xfrm>
            <a:off x="7229811" y="2858711"/>
            <a:ext cx="171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6bit</a:t>
            </a:r>
            <a:endParaRPr kumimoji="1" lang="zh-CN" altLang="en-US" sz="24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11E48B0-C910-FF46-891E-B0B27914BC0D}"/>
              </a:ext>
            </a:extLst>
          </p:cNvPr>
          <p:cNvSpPr/>
          <p:nvPr/>
        </p:nvSpPr>
        <p:spPr>
          <a:xfrm>
            <a:off x="681817" y="5953781"/>
            <a:ext cx="80798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</a:pPr>
            <a:r>
              <a:rPr lang="en-US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add </a:t>
            </a:r>
            <a:r>
              <a:rPr lang="en-US" altLang="en-US" sz="2800" kern="0" dirty="0" err="1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rd</a:t>
            </a:r>
            <a:r>
              <a:rPr lang="en-US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en-US" sz="2800" kern="0" dirty="0" err="1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rs</a:t>
            </a:r>
            <a:r>
              <a:rPr lang="en-US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rt </a:t>
            </a:r>
            <a:r>
              <a:rPr lang="zh-CN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  如</a:t>
            </a:r>
            <a:r>
              <a:rPr lang="en-US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add $8,</a:t>
            </a:r>
            <a:r>
              <a:rPr lang="zh-CN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$9,</a:t>
            </a:r>
            <a:r>
              <a:rPr lang="zh-CN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$10</a:t>
            </a:r>
          </a:p>
        </p:txBody>
      </p:sp>
      <p:sp>
        <p:nvSpPr>
          <p:cNvPr id="41" name="灯片编号占位符 3">
            <a:extLst>
              <a:ext uri="{FF2B5EF4-FFF2-40B4-BE49-F238E27FC236}">
                <a16:creationId xmlns:a16="http://schemas.microsoft.com/office/drawing/2014/main" id="{06A3D22F-DB12-3441-BF92-53139E91712E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14659731-6BD7-46E7-8D3C-2F3AC07E20B1}" type="slidenum">
              <a:rPr lang="en-US" altLang="zh-CN" smtClean="0">
                <a:ea typeface="SimHei" panose="02010609060101010101" pitchFamily="49" charset="-122"/>
              </a:rPr>
              <a:pPr/>
              <a:t>22</a:t>
            </a:fld>
            <a:endParaRPr lang="en-US" altLang="zh-CN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7154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F4C7E-AA4B-0344-AD8C-0E72530F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MIPS</a:t>
            </a:r>
            <a:r>
              <a:rPr kumimoji="1" lang="zh-CN" altLang="en-US" dirty="0"/>
              <a:t>指令集架构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7BFAFF2-6A16-664A-AEA8-E32ADBC7D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224" y="1577862"/>
            <a:ext cx="8229600" cy="4525963"/>
          </a:xfrm>
        </p:spPr>
        <p:txBody>
          <a:bodyPr/>
          <a:lstStyle/>
          <a:p>
            <a:r>
              <a:rPr kumimoji="1" lang="en-US" altLang="zh-CN" sz="2600" dirty="0">
                <a:solidFill>
                  <a:srgbClr val="3333FF"/>
                </a:solidFill>
              </a:rPr>
              <a:t>I</a:t>
            </a:r>
            <a:r>
              <a:rPr kumimoji="1" lang="zh-CN" altLang="en-US" sz="2600" dirty="0">
                <a:solidFill>
                  <a:srgbClr val="3333FF"/>
                </a:solidFill>
              </a:rPr>
              <a:t>型指令</a:t>
            </a:r>
            <a:endParaRPr kumimoji="1" lang="en-US" altLang="zh-CN" sz="2600" dirty="0">
              <a:solidFill>
                <a:srgbClr val="3333FF"/>
              </a:solidFill>
            </a:endParaRPr>
          </a:p>
          <a:p>
            <a:pPr lvl="1"/>
            <a:r>
              <a:rPr kumimoji="1" lang="en-US" altLang="zh-CN" sz="2400" dirty="0"/>
              <a:t>rt</a:t>
            </a:r>
            <a:r>
              <a:rPr kumimoji="1" lang="zh-CN" altLang="en-US" sz="2400" dirty="0"/>
              <a:t>同时包含源操作数和目标寄存器的含义（根据具体指令而定）</a:t>
            </a:r>
            <a:endParaRPr kumimoji="1" lang="en-US" altLang="zh-CN" sz="2400" dirty="0"/>
          </a:p>
          <a:p>
            <a:pPr lvl="1"/>
            <a:r>
              <a:rPr kumimoji="1" lang="zh-CN" altLang="en-US" sz="2400" dirty="0"/>
              <a:t>立即数字段可表示</a:t>
            </a:r>
            <a:r>
              <a:rPr kumimoji="1" lang="en-US" altLang="zh-CN" sz="2400" dirty="0">
                <a:solidFill>
                  <a:srgbClr val="3333FF"/>
                </a:solidFill>
              </a:rPr>
              <a:t>16bit</a:t>
            </a:r>
            <a:r>
              <a:rPr kumimoji="1" lang="zh-CN" altLang="en-US" sz="2400" dirty="0">
                <a:solidFill>
                  <a:srgbClr val="3333FF"/>
                </a:solidFill>
              </a:rPr>
              <a:t>常数</a:t>
            </a:r>
            <a:r>
              <a:rPr kumimoji="1" lang="zh-CN" altLang="en-US" sz="2400" dirty="0"/>
              <a:t>，也可表示地址偏移量</a:t>
            </a:r>
            <a:endParaRPr kumimoji="1" lang="en-US" altLang="zh-CN" sz="2400" dirty="0"/>
          </a:p>
          <a:p>
            <a:pPr lvl="1"/>
            <a:endParaRPr kumimoji="1" lang="en-US" altLang="zh-CN" sz="2400" dirty="0"/>
          </a:p>
          <a:p>
            <a:pPr lvl="1"/>
            <a:endParaRPr kumimoji="1" lang="en-US" altLang="zh-CN" sz="2400" dirty="0"/>
          </a:p>
          <a:p>
            <a:pPr lvl="1"/>
            <a:endParaRPr kumimoji="1" lang="en-US" altLang="zh-CN" sz="2400" dirty="0"/>
          </a:p>
        </p:txBody>
      </p:sp>
      <p:sp>
        <p:nvSpPr>
          <p:cNvPr id="26" name="灯片编号占位符 3">
            <a:extLst>
              <a:ext uri="{FF2B5EF4-FFF2-40B4-BE49-F238E27FC236}">
                <a16:creationId xmlns:a16="http://schemas.microsoft.com/office/drawing/2014/main" id="{5E7D506F-6233-9544-B1F3-5BBAA3F5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76F30FC-D9C2-9C41-A2AB-23E7D6E6E0DD}"/>
              </a:ext>
            </a:extLst>
          </p:cNvPr>
          <p:cNvGrpSpPr/>
          <p:nvPr/>
        </p:nvGrpSpPr>
        <p:grpSpPr>
          <a:xfrm>
            <a:off x="790903" y="3206619"/>
            <a:ext cx="8229600" cy="2503068"/>
            <a:chOff x="381000" y="3879503"/>
            <a:chExt cx="8229600" cy="2503068"/>
          </a:xfrm>
        </p:grpSpPr>
        <p:sp>
          <p:nvSpPr>
            <p:cNvPr id="42" name="Text Box 20">
              <a:extLst>
                <a:ext uri="{FF2B5EF4-FFF2-40B4-BE49-F238E27FC236}">
                  <a16:creationId xmlns:a16="http://schemas.microsoft.com/office/drawing/2014/main" id="{F1921DAF-2A4C-2746-BCC7-DAA34962B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610" y="4343400"/>
              <a:ext cx="136607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en-US" sz="2800" b="0" dirty="0">
                  <a:latin typeface="+mn-lt"/>
                  <a:ea typeface="SimHei" panose="02010609060101010101" pitchFamily="49" charset="-122"/>
                </a:rPr>
                <a:t>opcode</a:t>
              </a:r>
              <a:endParaRPr lang="en-US" altLang="en-US" sz="2000" b="0" dirty="0">
                <a:solidFill>
                  <a:schemeClr val="accent1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3" name="Text Box 21">
              <a:extLst>
                <a:ext uri="{FF2B5EF4-FFF2-40B4-BE49-F238E27FC236}">
                  <a16:creationId xmlns:a16="http://schemas.microsoft.com/office/drawing/2014/main" id="{D84A92BC-798F-3B4F-8139-2A6CC483B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4624" y="4343400"/>
              <a:ext cx="48442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en-US" sz="2800" b="0" dirty="0" err="1">
                  <a:latin typeface="+mn-lt"/>
                  <a:ea typeface="SimHei" panose="02010609060101010101" pitchFamily="49" charset="-122"/>
                </a:rPr>
                <a:t>rs</a:t>
              </a:r>
              <a:endParaRPr lang="en-US" altLang="en-US" sz="2000" b="0" dirty="0">
                <a:solidFill>
                  <a:schemeClr val="accent1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4" name="Text Box 22">
              <a:extLst>
                <a:ext uri="{FF2B5EF4-FFF2-40B4-BE49-F238E27FC236}">
                  <a16:creationId xmlns:a16="http://schemas.microsoft.com/office/drawing/2014/main" id="{4C2D2678-B310-484B-A8F4-31C566AAB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3111" y="4343400"/>
              <a:ext cx="40427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en-US" sz="2800" b="0" dirty="0">
                  <a:latin typeface="+mn-lt"/>
                  <a:ea typeface="SimHei" panose="02010609060101010101" pitchFamily="49" charset="-122"/>
                </a:rPr>
                <a:t>rt</a:t>
              </a:r>
              <a:endParaRPr lang="en-US" altLang="en-US" sz="2000" b="0" dirty="0">
                <a:solidFill>
                  <a:schemeClr val="accent1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5" name="Text Box 24">
              <a:extLst>
                <a:ext uri="{FF2B5EF4-FFF2-40B4-BE49-F238E27FC236}">
                  <a16:creationId xmlns:a16="http://schemas.microsoft.com/office/drawing/2014/main" id="{92824762-E33B-7C4A-A4F9-176F0CF06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4112" y="4343400"/>
              <a:ext cx="88357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2800" b="0" dirty="0" err="1">
                  <a:latin typeface="+mn-lt"/>
                  <a:ea typeface="SimHei" panose="02010609060101010101" pitchFamily="49" charset="-122"/>
                </a:rPr>
                <a:t>Imm</a:t>
              </a:r>
              <a:endParaRPr lang="en-US" altLang="zh-CN" sz="2000" b="0" dirty="0">
                <a:solidFill>
                  <a:schemeClr val="accent1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6" name="Rectangle 26">
              <a:extLst>
                <a:ext uri="{FF2B5EF4-FFF2-40B4-BE49-F238E27FC236}">
                  <a16:creationId xmlns:a16="http://schemas.microsoft.com/office/drawing/2014/main" id="{988A82BB-4F8D-0545-81E4-0C693A8E6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4343400"/>
              <a:ext cx="8153400" cy="457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02E58E81-CF21-3D4D-B7E4-2D8F313CA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4343400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8" name="Line 28">
              <a:extLst>
                <a:ext uri="{FF2B5EF4-FFF2-40B4-BE49-F238E27FC236}">
                  <a16:creationId xmlns:a16="http://schemas.microsoft.com/office/drawing/2014/main" id="{0A7B3E89-E9C0-F54F-80A8-ACEEB80D2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4343400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9" name="Line 29">
              <a:extLst>
                <a:ext uri="{FF2B5EF4-FFF2-40B4-BE49-F238E27FC236}">
                  <a16:creationId xmlns:a16="http://schemas.microsoft.com/office/drawing/2014/main" id="{6B5B099E-3BFE-5245-A24D-8BBB092CC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4343400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0" name="Text Box 33">
              <a:extLst>
                <a:ext uri="{FF2B5EF4-FFF2-40B4-BE49-F238E27FC236}">
                  <a16:creationId xmlns:a16="http://schemas.microsoft.com/office/drawing/2014/main" id="{A6F09277-6968-574F-9692-27E49D831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13" y="5148263"/>
              <a:ext cx="1296987" cy="462307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0" dirty="0">
                  <a:latin typeface="+mn-lt"/>
                  <a:ea typeface="SimHei" panose="02010609060101010101" pitchFamily="49" charset="-122"/>
                </a:rPr>
                <a:t>操作码</a:t>
              </a:r>
            </a:p>
          </p:txBody>
        </p:sp>
        <p:sp>
          <p:nvSpPr>
            <p:cNvPr id="51" name="Text Box 34">
              <a:extLst>
                <a:ext uri="{FF2B5EF4-FFF2-40B4-BE49-F238E27FC236}">
                  <a16:creationId xmlns:a16="http://schemas.microsoft.com/office/drawing/2014/main" id="{5B941003-5958-BC43-8B78-2710782F3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050" y="5148263"/>
              <a:ext cx="1296988" cy="120097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0" dirty="0">
                  <a:latin typeface="+mn-lt"/>
                  <a:ea typeface="SimHei" panose="02010609060101010101" pitchFamily="49" charset="-122"/>
                </a:rPr>
                <a:t>第</a:t>
              </a:r>
              <a:r>
                <a:rPr lang="en-US" altLang="zh-CN" sz="2400" b="0" dirty="0">
                  <a:latin typeface="+mn-lt"/>
                  <a:ea typeface="SimHei" panose="02010609060101010101" pitchFamily="49" charset="-122"/>
                </a:rPr>
                <a:t>1</a:t>
              </a:r>
              <a:r>
                <a:rPr lang="zh-CN" altLang="en-US" sz="2400" b="0" dirty="0">
                  <a:latin typeface="+mn-lt"/>
                  <a:ea typeface="SimHei" panose="02010609060101010101" pitchFamily="49" charset="-122"/>
                </a:rPr>
                <a:t>个源操作数寄存器</a:t>
              </a:r>
            </a:p>
          </p:txBody>
        </p:sp>
        <p:sp>
          <p:nvSpPr>
            <p:cNvPr id="52" name="Text Box 36">
              <a:extLst>
                <a:ext uri="{FF2B5EF4-FFF2-40B4-BE49-F238E27FC236}">
                  <a16:creationId xmlns:a16="http://schemas.microsoft.com/office/drawing/2014/main" id="{0CAB3B6A-D789-5A4D-BC6E-E03AB314D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5181600"/>
              <a:ext cx="2374474" cy="1200971"/>
            </a:xfrm>
            <a:prstGeom prst="rect">
              <a:avLst/>
            </a:prstGeom>
            <a:solidFill>
              <a:srgbClr val="99FF6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0" dirty="0">
                  <a:latin typeface="+mn-lt"/>
                  <a:ea typeface="SimHei" panose="02010609060101010101" pitchFamily="49" charset="-122"/>
                </a:rPr>
                <a:t>目标寄存器</a:t>
              </a:r>
              <a:r>
                <a:rPr lang="en-US" altLang="zh-CN" sz="2400" b="0" dirty="0">
                  <a:latin typeface="+mn-lt"/>
                  <a:ea typeface="SimHei" panose="02010609060101010101" pitchFamily="49" charset="-122"/>
                </a:rPr>
                <a:t>(</a:t>
              </a:r>
              <a:r>
                <a:rPr lang="zh-CN" altLang="en-US" sz="2400" b="0" dirty="0">
                  <a:latin typeface="+mn-lt"/>
                  <a:ea typeface="SimHei" panose="02010609060101010101" pitchFamily="49" charset="-122"/>
                </a:rPr>
                <a:t>放结果</a:t>
              </a:r>
              <a:r>
                <a:rPr lang="en-US" altLang="zh-CN" sz="2400" b="0" dirty="0">
                  <a:latin typeface="+mn-lt"/>
                  <a:ea typeface="SimHei" panose="02010609060101010101" pitchFamily="49" charset="-122"/>
                </a:rPr>
                <a:t>)</a:t>
              </a:r>
              <a:r>
                <a:rPr lang="zh-CN" altLang="en-US" sz="2400" b="0" dirty="0">
                  <a:latin typeface="+mn-lt"/>
                  <a:ea typeface="SimHei" panose="02010609060101010101" pitchFamily="49" charset="-122"/>
                </a:rPr>
                <a:t>或者第</a:t>
              </a:r>
              <a:r>
                <a:rPr lang="zh-CN" altLang="zh-CN" sz="2400" b="0" dirty="0">
                  <a:latin typeface="+mn-lt"/>
                  <a:ea typeface="SimHei" panose="02010609060101010101" pitchFamily="49" charset="-122"/>
                </a:rPr>
                <a:t>2</a:t>
              </a:r>
              <a:r>
                <a:rPr lang="zh-CN" altLang="en-US" sz="2400" b="0" dirty="0">
                  <a:latin typeface="+mn-lt"/>
                  <a:ea typeface="SimHei" panose="02010609060101010101" pitchFamily="49" charset="-122"/>
                </a:rPr>
                <a:t>个源操作数寄存器</a:t>
              </a:r>
            </a:p>
          </p:txBody>
        </p:sp>
        <p:sp>
          <p:nvSpPr>
            <p:cNvPr id="53" name="Text Box 37">
              <a:extLst>
                <a:ext uri="{FF2B5EF4-FFF2-40B4-BE49-F238E27FC236}">
                  <a16:creationId xmlns:a16="http://schemas.microsoft.com/office/drawing/2014/main" id="{AFDE2203-559A-1246-B554-DCCEF59CD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425" y="5148263"/>
              <a:ext cx="1222375" cy="46230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0" dirty="0">
                  <a:latin typeface="+mn-lt"/>
                  <a:ea typeface="SimHei" panose="02010609060101010101" pitchFamily="49" charset="-122"/>
                </a:rPr>
                <a:t>立即数</a:t>
              </a:r>
              <a:endParaRPr lang="en-US" altLang="zh-CN" sz="2400" b="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4" name="Line 39">
              <a:extLst>
                <a:ext uri="{FF2B5EF4-FFF2-40B4-BE49-F238E27FC236}">
                  <a16:creationId xmlns:a16="http://schemas.microsoft.com/office/drawing/2014/main" id="{A5A096E3-F2BC-C549-9C42-501622FC0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4800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5" name="Line 40">
              <a:extLst>
                <a:ext uri="{FF2B5EF4-FFF2-40B4-BE49-F238E27FC236}">
                  <a16:creationId xmlns:a16="http://schemas.microsoft.com/office/drawing/2014/main" id="{6BE7BE7D-2051-8341-AAA4-DB8D7EB1F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4800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6" name="Line 41">
              <a:extLst>
                <a:ext uri="{FF2B5EF4-FFF2-40B4-BE49-F238E27FC236}">
                  <a16:creationId xmlns:a16="http://schemas.microsoft.com/office/drawing/2014/main" id="{2BED7367-4BB2-D64D-ABA1-260FE8E53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800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7" name="Line 43">
              <a:extLst>
                <a:ext uri="{FF2B5EF4-FFF2-40B4-BE49-F238E27FC236}">
                  <a16:creationId xmlns:a16="http://schemas.microsoft.com/office/drawing/2014/main" id="{974D3C9E-4D91-B443-919A-8EC2ACAA7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7000" y="4800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0C56EF56-56FB-854C-8748-C5D8068D6414}"/>
                </a:ext>
              </a:extLst>
            </p:cNvPr>
            <p:cNvSpPr txBox="1"/>
            <p:nvPr/>
          </p:nvSpPr>
          <p:spPr>
            <a:xfrm>
              <a:off x="381000" y="3879503"/>
              <a:ext cx="1711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>
                  <a:latin typeface="+mn-lt"/>
                  <a:ea typeface="SimHei" panose="02010609060101010101" pitchFamily="49" charset="-122"/>
                </a:rPr>
                <a:t>6bit</a:t>
              </a:r>
              <a:endParaRPr kumimoji="1" lang="zh-CN" altLang="en-US" sz="2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C1A670B-A772-D64E-823D-DDFCFA5F692D}"/>
                </a:ext>
              </a:extLst>
            </p:cNvPr>
            <p:cNvSpPr txBox="1"/>
            <p:nvPr/>
          </p:nvSpPr>
          <p:spPr>
            <a:xfrm>
              <a:off x="1679203" y="3879503"/>
              <a:ext cx="1711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>
                  <a:latin typeface="+mn-lt"/>
                  <a:ea typeface="SimHei" panose="02010609060101010101" pitchFamily="49" charset="-122"/>
                </a:rPr>
                <a:t>5bit</a:t>
              </a:r>
              <a:endParaRPr kumimoji="1" lang="zh-CN" altLang="en-US" sz="2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B648F0D5-595D-604B-AC7B-652CC9995D77}"/>
                </a:ext>
              </a:extLst>
            </p:cNvPr>
            <p:cNvSpPr txBox="1"/>
            <p:nvPr/>
          </p:nvSpPr>
          <p:spPr>
            <a:xfrm>
              <a:off x="3001217" y="3879503"/>
              <a:ext cx="1711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>
                  <a:latin typeface="+mn-lt"/>
                  <a:ea typeface="SimHei" panose="02010609060101010101" pitchFamily="49" charset="-122"/>
                </a:rPr>
                <a:t>5bit</a:t>
              </a:r>
              <a:endParaRPr kumimoji="1" lang="zh-CN" altLang="en-US" sz="2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A026BAB-970F-6544-978D-27A7E80D31DC}"/>
                </a:ext>
              </a:extLst>
            </p:cNvPr>
            <p:cNvSpPr txBox="1"/>
            <p:nvPr/>
          </p:nvSpPr>
          <p:spPr>
            <a:xfrm>
              <a:off x="5621434" y="3879503"/>
              <a:ext cx="1711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>
                  <a:latin typeface="+mn-lt"/>
                  <a:ea typeface="SimHei" panose="02010609060101010101" pitchFamily="49" charset="-122"/>
                </a:rPr>
                <a:t>16bit</a:t>
              </a:r>
              <a:endParaRPr kumimoji="1" lang="zh-CN" altLang="en-US" sz="2400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5E2FBE65-40C1-8F4A-9272-8A2518D92EF3}"/>
              </a:ext>
            </a:extLst>
          </p:cNvPr>
          <p:cNvSpPr/>
          <p:nvPr/>
        </p:nvSpPr>
        <p:spPr>
          <a:xfrm>
            <a:off x="790903" y="5776848"/>
            <a:ext cx="8229599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  <a:buChar char="–"/>
            </a:pPr>
            <a:r>
              <a:rPr kumimoji="1" lang="zh-CN" altLang="en-US" sz="2400" dirty="0">
                <a:latin typeface="+mn-lt"/>
                <a:ea typeface="SimHei" panose="02010609060101010101" pitchFamily="49" charset="-122"/>
              </a:rPr>
              <a:t>例子：装入</a:t>
            </a:r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kumimoji="1" lang="zh-CN" altLang="en-US" sz="2400" dirty="0">
                <a:latin typeface="+mn-lt"/>
                <a:ea typeface="SimHei" panose="02010609060101010101" pitchFamily="49" charset="-122"/>
              </a:rPr>
              <a:t>存储指令</a:t>
            </a:r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:</a:t>
            </a:r>
            <a:r>
              <a:rPr kumimoji="1" lang="zh-CN" altLang="en-US" sz="2400" dirty="0"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sw</a:t>
            </a:r>
            <a:r>
              <a:rPr lang="en-US" altLang="zh-CN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/</a:t>
            </a:r>
            <a:r>
              <a:rPr lang="en-US" altLang="zh-CN" sz="2400" dirty="0" err="1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lw</a:t>
            </a:r>
            <a:r>
              <a:rPr lang="en-US" altLang="zh-CN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zh-CN" altLang="zh-CN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rt, immediate(rs)</a:t>
            </a:r>
            <a:endParaRPr lang="en-US" altLang="zh-CN" sz="2400" dirty="0"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kumimoji="1" lang="zh-CN" altLang="en-US" sz="2400" dirty="0">
                <a:latin typeface="+mn-lt"/>
                <a:ea typeface="SimHei" panose="02010609060101010101" pitchFamily="49" charset="-122"/>
              </a:rPr>
              <a:t>与立即数做计算</a:t>
            </a:r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:</a:t>
            </a:r>
            <a:r>
              <a:rPr kumimoji="1" lang="zh-CN" altLang="en-US" sz="2400" dirty="0">
                <a:latin typeface="+mn-lt"/>
                <a:ea typeface="SimHei" panose="02010609060101010101" pitchFamily="49" charset="-122"/>
              </a:rPr>
              <a:t> </a:t>
            </a:r>
            <a:r>
              <a:rPr kumimoji="1" lang="en-US" altLang="zh-CN" sz="2400" dirty="0" err="1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addi</a:t>
            </a:r>
            <a:r>
              <a:rPr kumimoji="1" lang="zh-CN" altLang="en-US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rt,</a:t>
            </a:r>
            <a:r>
              <a:rPr kumimoji="1" lang="zh-CN" altLang="en-US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</a:t>
            </a:r>
            <a:r>
              <a:rPr kumimoji="1" lang="en-US" altLang="zh-CN" sz="2400" dirty="0" err="1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rs</a:t>
            </a:r>
            <a:r>
              <a:rPr kumimoji="1" lang="en-US" altLang="zh-CN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,</a:t>
            </a:r>
            <a:r>
              <a:rPr kumimoji="1" lang="zh-CN" altLang="en-US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50</a:t>
            </a:r>
            <a:endParaRPr kumimoji="1" lang="zh-CN" altLang="en-US" sz="2400" dirty="0"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983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F4C7E-AA4B-0344-AD8C-0E72530F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MIPS</a:t>
            </a:r>
            <a:r>
              <a:rPr kumimoji="1" lang="zh-CN" altLang="en-US" dirty="0"/>
              <a:t>指令集架构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7BFAFF2-6A16-664A-AEA8-E32ADBC7D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224" y="1577862"/>
            <a:ext cx="8229600" cy="4525963"/>
          </a:xfrm>
        </p:spPr>
        <p:txBody>
          <a:bodyPr/>
          <a:lstStyle/>
          <a:p>
            <a:r>
              <a:rPr kumimoji="1" lang="en-US" altLang="zh-CN" sz="2600" dirty="0">
                <a:solidFill>
                  <a:srgbClr val="3333FF"/>
                </a:solidFill>
              </a:rPr>
              <a:t>J</a:t>
            </a:r>
            <a:r>
              <a:rPr kumimoji="1" lang="zh-CN" altLang="en-US" sz="2600" dirty="0">
                <a:solidFill>
                  <a:srgbClr val="3333FF"/>
                </a:solidFill>
              </a:rPr>
              <a:t>型指令</a:t>
            </a:r>
            <a:endParaRPr kumimoji="1" lang="en-US" altLang="zh-CN" sz="2600" dirty="0">
              <a:solidFill>
                <a:srgbClr val="3333FF"/>
              </a:solidFill>
            </a:endParaRPr>
          </a:p>
          <a:p>
            <a:pPr lvl="1"/>
            <a:r>
              <a:rPr kumimoji="1" lang="en-US" altLang="zh-CN" sz="2400" dirty="0"/>
              <a:t>opcode</a:t>
            </a:r>
            <a:r>
              <a:rPr kumimoji="1" lang="zh-CN" altLang="en-US" sz="2400" dirty="0"/>
              <a:t>与</a:t>
            </a:r>
            <a:r>
              <a:rPr kumimoji="1" lang="en-US" altLang="zh-CN" sz="2400" dirty="0"/>
              <a:t>R/I</a:t>
            </a:r>
            <a:r>
              <a:rPr kumimoji="1" lang="zh-CN" altLang="en-US" sz="2400" dirty="0"/>
              <a:t>型指令类似</a:t>
            </a:r>
            <a:endParaRPr kumimoji="1" lang="en-US" altLang="zh-CN" sz="2400" dirty="0"/>
          </a:p>
          <a:p>
            <a:pPr lvl="1"/>
            <a:r>
              <a:rPr kumimoji="1" lang="zh-CN" altLang="en-US" sz="2400" dirty="0"/>
              <a:t>其他字段：给出跳转的目的地址，可以实现很大的跳转范围</a:t>
            </a:r>
          </a:p>
          <a:p>
            <a:pPr lvl="1"/>
            <a:endParaRPr kumimoji="1" lang="en-US" altLang="zh-CN" sz="2400" dirty="0"/>
          </a:p>
          <a:p>
            <a:pPr lvl="1"/>
            <a:endParaRPr kumimoji="1" lang="en-US" altLang="zh-CN" sz="2400" dirty="0"/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5876B6B-4823-1848-A956-0F40BD7B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916D57C4-5DCD-CF4B-B648-5E6592398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162" y="4535367"/>
            <a:ext cx="1296987" cy="46230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操作码</a:t>
            </a:r>
          </a:p>
        </p:txBody>
      </p:sp>
      <p:sp>
        <p:nvSpPr>
          <p:cNvPr id="27" name="Text Box 36">
            <a:extLst>
              <a:ext uri="{FF2B5EF4-FFF2-40B4-BE49-F238E27FC236}">
                <a16:creationId xmlns:a16="http://schemas.microsoft.com/office/drawing/2014/main" id="{5383EAF7-147B-2C44-8F67-B8C143ACB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596" y="4535367"/>
            <a:ext cx="2297694" cy="462307"/>
          </a:xfrm>
          <a:prstGeom prst="rect">
            <a:avLst/>
          </a:prstGeom>
          <a:solidFill>
            <a:srgbClr val="99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SimHei" panose="02010609060101010101" pitchFamily="49" charset="-122"/>
              </a:rPr>
              <a:t>地址字段</a:t>
            </a:r>
          </a:p>
        </p:txBody>
      </p:sp>
      <p:sp>
        <p:nvSpPr>
          <p:cNvPr id="28" name="Line 39">
            <a:extLst>
              <a:ext uri="{FF2B5EF4-FFF2-40B4-BE49-F238E27FC236}">
                <a16:creationId xmlns:a16="http://schemas.microsoft.com/office/drawing/2014/main" id="{0D5071AD-CA29-7142-BE92-29EFDCFFF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249" y="418770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" name="Line 42">
            <a:extLst>
              <a:ext uri="{FF2B5EF4-FFF2-40B4-BE49-F238E27FC236}">
                <a16:creationId xmlns:a16="http://schemas.microsoft.com/office/drawing/2014/main" id="{B53ECE93-C893-1547-AB01-E7D4CDC86C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5549" y="418770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523DFAC-4CFD-614A-809F-9A4A4318EA9C}"/>
              </a:ext>
            </a:extLst>
          </p:cNvPr>
          <p:cNvSpPr txBox="1"/>
          <p:nvPr/>
        </p:nvSpPr>
        <p:spPr>
          <a:xfrm>
            <a:off x="740980" y="3285159"/>
            <a:ext cx="171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6bit</a:t>
            </a:r>
            <a:endParaRPr kumimoji="1" lang="zh-CN" altLang="en-US" sz="24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F9482F9-ACF6-3F40-B6A1-68E6267924F1}"/>
              </a:ext>
            </a:extLst>
          </p:cNvPr>
          <p:cNvSpPr txBox="1"/>
          <p:nvPr/>
        </p:nvSpPr>
        <p:spPr>
          <a:xfrm>
            <a:off x="4622046" y="3285159"/>
            <a:ext cx="171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+mn-lt"/>
                <a:ea typeface="SimHei" panose="02010609060101010101" pitchFamily="49" charset="-122"/>
              </a:rPr>
              <a:t>26bit</a:t>
            </a:r>
            <a:endParaRPr kumimoji="1" lang="zh-CN" altLang="en-US" sz="24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2" name="Group 9">
            <a:extLst>
              <a:ext uri="{FF2B5EF4-FFF2-40B4-BE49-F238E27FC236}">
                <a16:creationId xmlns:a16="http://schemas.microsoft.com/office/drawing/2014/main" id="{298D3040-F358-3B42-A44B-A91593963DC0}"/>
              </a:ext>
            </a:extLst>
          </p:cNvPr>
          <p:cNvGrpSpPr>
            <a:grpSpLocks/>
          </p:cNvGrpSpPr>
          <p:nvPr/>
        </p:nvGrpSpPr>
        <p:grpSpPr bwMode="auto">
          <a:xfrm>
            <a:off x="872274" y="3732634"/>
            <a:ext cx="8153400" cy="523876"/>
            <a:chOff x="336" y="1488"/>
            <a:chExt cx="5136" cy="330"/>
          </a:xfrm>
        </p:grpSpPr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3704B1EC-5067-724C-B761-54203ACDB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" y="1488"/>
              <a:ext cx="86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en-US" sz="2800" b="0" dirty="0">
                  <a:latin typeface="+mn-lt"/>
                  <a:ea typeface="SimHei" panose="02010609060101010101" pitchFamily="49" charset="-122"/>
                </a:rPr>
                <a:t>opcode</a:t>
              </a:r>
              <a:endParaRPr lang="en-US" altLang="en-US" sz="2000" b="0" dirty="0">
                <a:solidFill>
                  <a:schemeClr val="accent1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" name="Text Box 11">
              <a:extLst>
                <a:ext uri="{FF2B5EF4-FFF2-40B4-BE49-F238E27FC236}">
                  <a16:creationId xmlns:a16="http://schemas.microsoft.com/office/drawing/2014/main" id="{42534F0D-E3A8-E245-9DCD-980BCDB78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3" y="1488"/>
              <a:ext cx="156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en-US" sz="2800" b="0" dirty="0">
                  <a:latin typeface="+mn-lt"/>
                  <a:ea typeface="SimHei" panose="02010609060101010101" pitchFamily="49" charset="-122"/>
                </a:rPr>
                <a:t>target address</a:t>
              </a:r>
              <a:endParaRPr lang="en-US" altLang="en-US" sz="2000" b="0" dirty="0">
                <a:solidFill>
                  <a:schemeClr val="accent1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" name="Line 12">
              <a:extLst>
                <a:ext uri="{FF2B5EF4-FFF2-40B4-BE49-F238E27FC236}">
                  <a16:creationId xmlns:a16="http://schemas.microsoft.com/office/drawing/2014/main" id="{D0F0DA89-7F0E-4A42-B203-CA253AF41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4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" name="Rectangle 13">
              <a:extLst>
                <a:ext uri="{FF2B5EF4-FFF2-40B4-BE49-F238E27FC236}">
                  <a16:creationId xmlns:a16="http://schemas.microsoft.com/office/drawing/2014/main" id="{C50D29C9-C626-6648-B395-0098DDD04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488"/>
              <a:ext cx="5136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458D9603-645C-2C4B-AA5E-DD56CE67D062}"/>
              </a:ext>
            </a:extLst>
          </p:cNvPr>
          <p:cNvSpPr/>
          <p:nvPr/>
        </p:nvSpPr>
        <p:spPr>
          <a:xfrm>
            <a:off x="1297431" y="5455714"/>
            <a:ext cx="38363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latin typeface="+mn-lt"/>
                <a:ea typeface="SimHei" panose="02010609060101010101" pitchFamily="49" charset="-122"/>
              </a:rPr>
              <a:t>例子：跳转指令，</a:t>
            </a:r>
            <a:r>
              <a:rPr kumimoji="1" lang="en-US" altLang="zh-CN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j</a:t>
            </a:r>
            <a:r>
              <a:rPr kumimoji="1" lang="zh-CN" altLang="en-US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10000</a:t>
            </a:r>
          </a:p>
        </p:txBody>
      </p:sp>
    </p:spTree>
    <p:extLst>
      <p:ext uri="{BB962C8B-B14F-4D97-AF65-F5344CB8AC3E}">
        <p14:creationId xmlns:p14="http://schemas.microsoft.com/office/powerpoint/2010/main" val="1668531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42CD2-2A3D-BF44-845C-ECD9B646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  <a:r>
              <a:rPr kumimoji="1" lang="en-US" altLang="zh-CN" dirty="0"/>
              <a:t>:MIPS</a:t>
            </a:r>
            <a:r>
              <a:rPr kumimoji="1" lang="zh-CN" altLang="en-US" dirty="0"/>
              <a:t>指令格式总结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FC4F65-1FCA-804D-8269-063EA4B1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92886" cy="4525963"/>
          </a:xfrm>
        </p:spPr>
        <p:txBody>
          <a:bodyPr/>
          <a:lstStyle/>
          <a:p>
            <a:r>
              <a:rPr kumimoji="1" lang="en-US" altLang="zh-CN" sz="2800" dirty="0"/>
              <a:t>I</a:t>
            </a:r>
            <a:r>
              <a:rPr kumimoji="1" lang="zh-CN" altLang="en-US" sz="2800" dirty="0"/>
              <a:t>型：用于有立即数的指令：</a:t>
            </a:r>
            <a:r>
              <a:rPr kumimoji="1" lang="en-US" altLang="zh-CN" sz="2800" dirty="0" err="1"/>
              <a:t>lw</a:t>
            </a:r>
            <a:r>
              <a:rPr kumimoji="1" lang="zh-CN" altLang="en-US" sz="2800" dirty="0"/>
              <a:t> </a:t>
            </a:r>
            <a:r>
              <a:rPr kumimoji="1" lang="en-US" altLang="zh-CN" sz="2800" dirty="0" err="1"/>
              <a:t>sw</a:t>
            </a:r>
            <a:r>
              <a:rPr kumimoji="1" lang="zh-CN" altLang="en-US" sz="2800" dirty="0"/>
              <a:t> </a:t>
            </a:r>
            <a:r>
              <a:rPr kumimoji="1" lang="en-US" altLang="zh-CN" sz="2800" dirty="0" err="1"/>
              <a:t>beq</a:t>
            </a:r>
            <a:r>
              <a:rPr kumimoji="1" lang="zh-CN" altLang="en-US" sz="2800" dirty="0"/>
              <a:t> </a:t>
            </a:r>
            <a:r>
              <a:rPr kumimoji="1" lang="en-US" altLang="zh-CN" sz="2800" dirty="0" err="1"/>
              <a:t>bne</a:t>
            </a:r>
            <a:endParaRPr kumimoji="1" lang="en-US" altLang="zh-CN" sz="2800" dirty="0"/>
          </a:p>
          <a:p>
            <a:pPr lvl="1"/>
            <a:r>
              <a:rPr kumimoji="1" lang="en-US" altLang="zh-CN" sz="2400" b="0" dirty="0" err="1"/>
              <a:t>lw</a:t>
            </a:r>
            <a:r>
              <a:rPr kumimoji="1" lang="en-US" altLang="zh-CN" sz="2400" b="0" dirty="0"/>
              <a:t>/</a:t>
            </a:r>
            <a:r>
              <a:rPr kumimoji="1" lang="en-US" altLang="zh-CN" sz="2400" b="0" dirty="0" err="1"/>
              <a:t>sw</a:t>
            </a:r>
            <a:r>
              <a:rPr kumimoji="1" lang="en-US" altLang="zh-CN" sz="2400" b="0" dirty="0"/>
              <a:t>: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load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word;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store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word</a:t>
            </a:r>
          </a:p>
          <a:p>
            <a:pPr lvl="1"/>
            <a:r>
              <a:rPr kumimoji="1" lang="en-US" altLang="zh-CN" sz="2400" b="0" dirty="0" err="1"/>
              <a:t>beq</a:t>
            </a:r>
            <a:r>
              <a:rPr kumimoji="1" lang="en-US" altLang="zh-CN" sz="2400" b="0" dirty="0"/>
              <a:t>/</a:t>
            </a:r>
            <a:r>
              <a:rPr kumimoji="1" lang="en-US" altLang="zh-CN" sz="2400" b="0" dirty="0" err="1"/>
              <a:t>bne</a:t>
            </a:r>
            <a:r>
              <a:rPr kumimoji="1" lang="en-US" altLang="zh-CN" sz="2400" b="0" dirty="0"/>
              <a:t>: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branch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on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equal;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branch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on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not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equal</a:t>
            </a:r>
          </a:p>
          <a:p>
            <a:pPr lvl="1"/>
            <a:r>
              <a:rPr kumimoji="1" lang="en-US" altLang="zh-CN" sz="2400" b="0" dirty="0"/>
              <a:t>opcode:</a:t>
            </a:r>
            <a:r>
              <a:rPr kumimoji="1" lang="zh-CN" altLang="en-US" sz="2400" b="0" dirty="0"/>
              <a:t> 除</a:t>
            </a:r>
            <a:r>
              <a:rPr kumimoji="1" lang="en-US" altLang="zh-CN" sz="2400" b="0" dirty="0"/>
              <a:t>000000,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00001x,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0100xx</a:t>
            </a:r>
            <a:r>
              <a:rPr kumimoji="1" lang="zh-CN" altLang="en-US" sz="2400" b="0" dirty="0"/>
              <a:t>外</a:t>
            </a:r>
            <a:endParaRPr kumimoji="1" lang="en-US" altLang="zh-CN" sz="2400" b="0" dirty="0"/>
          </a:p>
          <a:p>
            <a:r>
              <a:rPr kumimoji="1" lang="en-US" altLang="zh-CN" sz="2800" dirty="0"/>
              <a:t>J</a:t>
            </a:r>
            <a:r>
              <a:rPr kumimoji="1" lang="zh-CN" altLang="en-US" sz="2800" dirty="0"/>
              <a:t>型：用于跳转，</a:t>
            </a:r>
            <a:r>
              <a:rPr kumimoji="1" lang="en-US" altLang="zh-CN" sz="2800" dirty="0"/>
              <a:t>j,</a:t>
            </a:r>
            <a:r>
              <a:rPr kumimoji="1" lang="zh-CN" altLang="en-US" sz="2800" dirty="0"/>
              <a:t> </a:t>
            </a:r>
            <a:r>
              <a:rPr kumimoji="1" lang="en-US" altLang="zh-CN" sz="2800" dirty="0" err="1"/>
              <a:t>jal</a:t>
            </a:r>
            <a:endParaRPr kumimoji="1" lang="en-US" altLang="zh-CN" sz="2800" dirty="0"/>
          </a:p>
          <a:p>
            <a:pPr lvl="1"/>
            <a:r>
              <a:rPr kumimoji="1" lang="en-US" altLang="zh-CN" sz="2400" b="0" dirty="0"/>
              <a:t>j: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jump;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 err="1"/>
              <a:t>jal</a:t>
            </a:r>
            <a:r>
              <a:rPr kumimoji="1" lang="en-US" altLang="zh-CN" sz="2400" b="0" dirty="0"/>
              <a:t>: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jump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and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link;</a:t>
            </a:r>
          </a:p>
          <a:p>
            <a:pPr lvl="1"/>
            <a:r>
              <a:rPr kumimoji="1" lang="en-US" altLang="zh-CN" sz="2400" b="0" dirty="0"/>
              <a:t>opcode: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000010,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000011</a:t>
            </a:r>
          </a:p>
          <a:p>
            <a:r>
              <a:rPr kumimoji="1" lang="en-US" altLang="zh-CN" sz="2800" dirty="0"/>
              <a:t>R</a:t>
            </a:r>
            <a:r>
              <a:rPr kumimoji="1" lang="zh-CN" altLang="en-US" sz="2800" dirty="0"/>
              <a:t>型：所有其他指令</a:t>
            </a:r>
            <a:endParaRPr kumimoji="1" lang="en-US" altLang="zh-CN" sz="2800" dirty="0"/>
          </a:p>
          <a:p>
            <a:pPr lvl="1"/>
            <a:r>
              <a:rPr kumimoji="1" lang="en-US" altLang="zh-CN" sz="2400" b="0" dirty="0"/>
              <a:t>opcode:</a:t>
            </a:r>
            <a:r>
              <a:rPr kumimoji="1" lang="zh-CN" altLang="en-US" sz="2400" b="0" dirty="0"/>
              <a:t> </a:t>
            </a:r>
            <a:r>
              <a:rPr kumimoji="1" lang="en-US" altLang="zh-CN" sz="2400" b="0" dirty="0"/>
              <a:t>000000,</a:t>
            </a:r>
            <a:r>
              <a:rPr kumimoji="1" lang="zh-CN" altLang="en-US" sz="2400" b="0" dirty="0">
                <a:solidFill>
                  <a:srgbClr val="FF0000"/>
                </a:solidFill>
              </a:rPr>
              <a:t> </a:t>
            </a:r>
            <a:r>
              <a:rPr kumimoji="1" lang="en-US" altLang="zh-CN" sz="2400" b="0" dirty="0" err="1">
                <a:solidFill>
                  <a:srgbClr val="3333FF"/>
                </a:solidFill>
              </a:rPr>
              <a:t>jr</a:t>
            </a:r>
            <a:r>
              <a:rPr kumimoji="1" lang="en-US" altLang="zh-CN" sz="2400" b="0" dirty="0">
                <a:solidFill>
                  <a:srgbClr val="3333FF"/>
                </a:solidFill>
              </a:rPr>
              <a:t>:</a:t>
            </a:r>
            <a:r>
              <a:rPr kumimoji="1" lang="zh-CN" altLang="en-US" sz="2400" b="0" dirty="0">
                <a:solidFill>
                  <a:srgbClr val="3333FF"/>
                </a:solidFill>
              </a:rPr>
              <a:t> </a:t>
            </a:r>
            <a:r>
              <a:rPr kumimoji="1" lang="en-US" altLang="zh-CN" sz="2400" b="0" dirty="0">
                <a:solidFill>
                  <a:srgbClr val="3333FF"/>
                </a:solidFill>
              </a:rPr>
              <a:t>jump</a:t>
            </a:r>
            <a:r>
              <a:rPr kumimoji="1" lang="zh-CN" altLang="en-US" sz="2400" b="0" dirty="0">
                <a:solidFill>
                  <a:srgbClr val="3333FF"/>
                </a:solidFill>
              </a:rPr>
              <a:t> </a:t>
            </a:r>
            <a:r>
              <a:rPr kumimoji="1" lang="en-US" altLang="zh-CN" sz="2400" b="0" dirty="0">
                <a:solidFill>
                  <a:srgbClr val="3333FF"/>
                </a:solidFill>
              </a:rPr>
              <a:t>register</a:t>
            </a:r>
          </a:p>
          <a:p>
            <a:endParaRPr kumimoji="1" lang="en-US" altLang="zh-CN" sz="2800" dirty="0"/>
          </a:p>
          <a:p>
            <a:endParaRPr kumimoji="1"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390A9-4ED1-1445-A786-9ACE8FEE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887F10-519F-924C-8821-06A9A4836CFC}"/>
              </a:ext>
            </a:extLst>
          </p:cNvPr>
          <p:cNvSpPr/>
          <p:nvPr/>
        </p:nvSpPr>
        <p:spPr>
          <a:xfrm>
            <a:off x="6158214" y="4060372"/>
            <a:ext cx="2528586" cy="77721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2400" dirty="0">
                <a:ea typeface="SimHei" panose="02010609060101010101" pitchFamily="49" charset="-122"/>
              </a:rPr>
              <a:t>opcode:</a:t>
            </a:r>
            <a:r>
              <a:rPr kumimoji="1" lang="zh-CN" altLang="en-US" sz="2400" dirty="0">
                <a:ea typeface="SimHei" panose="02010609060101010101" pitchFamily="49" charset="-122"/>
              </a:rPr>
              <a:t> 区分不同指令的关键</a:t>
            </a:r>
          </a:p>
        </p:txBody>
      </p:sp>
    </p:spTree>
    <p:extLst>
      <p:ext uri="{BB962C8B-B14F-4D97-AF65-F5344CB8AC3E}">
        <p14:creationId xmlns:p14="http://schemas.microsoft.com/office/powerpoint/2010/main" val="1639423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知识回顾</a:t>
            </a:r>
          </a:p>
        </p:txBody>
      </p:sp>
      <p:sp>
        <p:nvSpPr>
          <p:cNvPr id="38" name="内容占位符 2">
            <a:extLst>
              <a:ext uri="{FF2B5EF4-FFF2-40B4-BE49-F238E27FC236}">
                <a16:creationId xmlns:a16="http://schemas.microsoft.com/office/drawing/2014/main" id="{8B620EBE-5092-4871-BBCD-F72913A7C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88" y="1850445"/>
            <a:ext cx="8229600" cy="2710404"/>
          </a:xfrm>
        </p:spPr>
        <p:txBody>
          <a:bodyPr/>
          <a:lstStyle/>
          <a:p>
            <a:r>
              <a:rPr lang="en-US" altLang="zh-CN" sz="3600" dirty="0"/>
              <a:t>MIPS</a:t>
            </a:r>
            <a:r>
              <a:rPr lang="zh-CN" altLang="en-US" sz="3600" dirty="0"/>
              <a:t>指令功能</a:t>
            </a:r>
            <a:endParaRPr lang="en-US" altLang="zh-CN" sz="3600" dirty="0"/>
          </a:p>
          <a:p>
            <a:pPr lvl="1"/>
            <a:r>
              <a:rPr lang="zh-CN" altLang="en-US" sz="3200" b="0" dirty="0"/>
              <a:t>数据运算指令：</a:t>
            </a:r>
            <a:r>
              <a:rPr lang="en-US" altLang="zh-CN" sz="3200" b="0" dirty="0"/>
              <a:t>add, sub, and, not, …</a:t>
            </a:r>
            <a:endParaRPr lang="zh-CN" altLang="en-US" sz="3200" b="0" dirty="0"/>
          </a:p>
          <a:p>
            <a:pPr lvl="1"/>
            <a:r>
              <a:rPr lang="zh-CN" altLang="en-US" sz="3200" b="0" dirty="0"/>
              <a:t>数据传送指令：</a:t>
            </a:r>
            <a:r>
              <a:rPr lang="en-US" altLang="zh-CN" sz="3200" b="0" dirty="0" err="1"/>
              <a:t>lw</a:t>
            </a:r>
            <a:r>
              <a:rPr lang="en-US" altLang="zh-CN" sz="3200" b="0" dirty="0"/>
              <a:t>, </a:t>
            </a:r>
            <a:r>
              <a:rPr lang="en-US" altLang="zh-CN" sz="3200" b="0" dirty="0" err="1"/>
              <a:t>sw</a:t>
            </a:r>
            <a:r>
              <a:rPr lang="en-US" altLang="zh-CN" sz="3200" b="0" dirty="0"/>
              <a:t>, </a:t>
            </a:r>
            <a:r>
              <a:rPr lang="en-US" altLang="zh-CN" sz="3200" b="0" dirty="0" err="1"/>
              <a:t>lui</a:t>
            </a:r>
            <a:r>
              <a:rPr lang="en-US" altLang="zh-CN" sz="3200" b="0" dirty="0"/>
              <a:t>, …</a:t>
            </a:r>
            <a:endParaRPr lang="zh-CN" altLang="en-US" sz="3200" b="0" dirty="0"/>
          </a:p>
          <a:p>
            <a:pPr lvl="1"/>
            <a:r>
              <a:rPr lang="zh-CN" altLang="en-US" sz="3200" b="0" dirty="0"/>
              <a:t>分支与跳转指令：</a:t>
            </a:r>
            <a:r>
              <a:rPr lang="en-US" altLang="zh-CN" sz="3200" b="0" dirty="0" err="1"/>
              <a:t>beq</a:t>
            </a:r>
            <a:r>
              <a:rPr lang="en-US" altLang="zh-CN" sz="3200" b="0" dirty="0"/>
              <a:t>, </a:t>
            </a:r>
            <a:r>
              <a:rPr lang="en-US" altLang="zh-CN" sz="3200" b="0" dirty="0" err="1"/>
              <a:t>bne</a:t>
            </a:r>
            <a:r>
              <a:rPr lang="en-US" altLang="zh-CN" sz="3200" b="0" dirty="0"/>
              <a:t>, </a:t>
            </a:r>
            <a:r>
              <a:rPr lang="en-US" altLang="zh-CN" sz="3200" b="0" dirty="0" err="1"/>
              <a:t>slt</a:t>
            </a:r>
            <a:r>
              <a:rPr lang="en-US" altLang="zh-CN" sz="3200" b="0" dirty="0"/>
              <a:t>, j, </a:t>
            </a:r>
            <a:r>
              <a:rPr lang="en-US" altLang="zh-CN" sz="3200" b="0" dirty="0" err="1"/>
              <a:t>jr</a:t>
            </a:r>
            <a:r>
              <a:rPr lang="en-US" altLang="zh-CN" sz="3200" b="0" dirty="0"/>
              <a:t>, </a:t>
            </a:r>
            <a:r>
              <a:rPr lang="en-US" altLang="zh-CN" sz="3200" b="0" dirty="0" err="1"/>
              <a:t>jal</a:t>
            </a:r>
            <a:endParaRPr lang="zh-CN" altLang="en-US" sz="3200" b="0" dirty="0"/>
          </a:p>
          <a:p>
            <a:pPr marL="0" indent="0">
              <a:buNone/>
            </a:pP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96819" y="5799449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/>
              <a:pPr/>
              <a:t>26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537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2080-CC0F-4169-922E-6B4715C5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/>
              <a:t>MIPS</a:t>
            </a:r>
            <a:r>
              <a:rPr lang="zh-CN" altLang="en-US" dirty="0"/>
              <a:t>指令集架构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A243F-6954-41E0-BE85-6C1D2376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149" name="Rectangle 3">
            <a:extLst>
              <a:ext uri="{FF2B5EF4-FFF2-40B4-BE49-F238E27FC236}">
                <a16:creationId xmlns:a16="http://schemas.microsoft.com/office/drawing/2014/main" id="{BA618A5E-F7D2-44D8-88D1-A4B0B254E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9" y="1782577"/>
            <a:ext cx="1943098" cy="21031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spcBef>
                <a:spcPts val="1000"/>
              </a:spcBef>
            </a:pPr>
            <a:r>
              <a:rPr lang="en-US" altLang="en-US" sz="2000" b="0" kern="0" dirty="0">
                <a:ea typeface="SimHei" panose="02010609060101010101" pitchFamily="49" charset="-122"/>
              </a:rPr>
              <a:t>R-type</a:t>
            </a:r>
          </a:p>
          <a:p>
            <a:pPr lvl="1">
              <a:spcBef>
                <a:spcPts val="1000"/>
              </a:spcBef>
            </a:pPr>
            <a:endParaRPr lang="en-US" altLang="en-US" sz="2000" b="0" kern="0" dirty="0">
              <a:ea typeface="SimHei" panose="02010609060101010101" pitchFamily="49" charset="-122"/>
            </a:endParaRPr>
          </a:p>
          <a:p>
            <a:pPr lvl="1">
              <a:spcBef>
                <a:spcPts val="1000"/>
              </a:spcBef>
            </a:pPr>
            <a:r>
              <a:rPr lang="en-US" altLang="en-US" sz="2000" b="0" kern="0" dirty="0">
                <a:ea typeface="SimHei" panose="02010609060101010101" pitchFamily="49" charset="-122"/>
              </a:rPr>
              <a:t>I-type</a:t>
            </a:r>
          </a:p>
          <a:p>
            <a:pPr lvl="1">
              <a:spcBef>
                <a:spcPts val="1000"/>
              </a:spcBef>
            </a:pPr>
            <a:endParaRPr lang="en-US" altLang="en-US" sz="2000" b="0" kern="0" dirty="0">
              <a:ea typeface="SimHei" panose="02010609060101010101" pitchFamily="49" charset="-122"/>
            </a:endParaRPr>
          </a:p>
          <a:p>
            <a:pPr lvl="1">
              <a:spcBef>
                <a:spcPts val="1000"/>
              </a:spcBef>
            </a:pPr>
            <a:r>
              <a:rPr lang="en-US" altLang="en-US" sz="2000" b="0" kern="0" dirty="0">
                <a:ea typeface="SimHei" panose="02010609060101010101" pitchFamily="49" charset="-122"/>
              </a:rPr>
              <a:t>J-type</a:t>
            </a:r>
          </a:p>
        </p:txBody>
      </p:sp>
      <p:grpSp>
        <p:nvGrpSpPr>
          <p:cNvPr id="150" name="Group 4">
            <a:extLst>
              <a:ext uri="{FF2B5EF4-FFF2-40B4-BE49-F238E27FC236}">
                <a16:creationId xmlns:a16="http://schemas.microsoft.com/office/drawing/2014/main" id="{A5669D7B-7F88-4076-BA7B-6EF33226A228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235711"/>
            <a:ext cx="6316663" cy="946150"/>
            <a:chOff x="1575" y="1824"/>
            <a:chExt cx="3979" cy="596"/>
          </a:xfrm>
        </p:grpSpPr>
        <p:sp>
          <p:nvSpPr>
            <p:cNvPr id="151" name="Rectangle 5">
              <a:extLst>
                <a:ext uri="{FF2B5EF4-FFF2-40B4-BE49-F238E27FC236}">
                  <a16:creationId xmlns:a16="http://schemas.microsoft.com/office/drawing/2014/main" id="{9F1F5FBF-5816-4EFE-81FD-B58C9F23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" y="2024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52" name="Group 6">
              <a:extLst>
                <a:ext uri="{FF2B5EF4-FFF2-40B4-BE49-F238E27FC236}">
                  <a16:creationId xmlns:a16="http://schemas.microsoft.com/office/drawing/2014/main" id="{F152F1EA-F865-48C4-B5A3-5EE684CB12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6" y="2016"/>
              <a:ext cx="664" cy="212"/>
              <a:chOff x="1636" y="2016"/>
              <a:chExt cx="664" cy="212"/>
            </a:xfrm>
          </p:grpSpPr>
          <p:sp>
            <p:nvSpPr>
              <p:cNvPr id="160" name="Rectangle 7">
                <a:extLst>
                  <a:ext uri="{FF2B5EF4-FFF2-40B4-BE49-F238E27FC236}">
                    <a16:creationId xmlns:a16="http://schemas.microsoft.com/office/drawing/2014/main" id="{853635E3-5117-4069-9EF5-E5E6FD5B7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02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61" name="Rectangle 8">
                <a:extLst>
                  <a:ext uri="{FF2B5EF4-FFF2-40B4-BE49-F238E27FC236}">
                    <a16:creationId xmlns:a16="http://schemas.microsoft.com/office/drawing/2014/main" id="{62717339-EE56-46FA-8BA2-405DD3B2E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3" y="201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sp>
          <p:nvSpPr>
            <p:cNvPr id="153" name="Rectangle 9">
              <a:extLst>
                <a:ext uri="{FF2B5EF4-FFF2-40B4-BE49-F238E27FC236}">
                  <a16:creationId xmlns:a16="http://schemas.microsoft.com/office/drawing/2014/main" id="{CDA2D6DE-5979-4C99-AAF1-367B4D0FA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2020"/>
              <a:ext cx="316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54" name="Rectangle 10">
              <a:extLst>
                <a:ext uri="{FF2B5EF4-FFF2-40B4-BE49-F238E27FC236}">
                  <a16:creationId xmlns:a16="http://schemas.microsoft.com/office/drawing/2014/main" id="{E2E03665-0C21-47DC-B705-2E468FD38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2016"/>
              <a:ext cx="94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target address</a:t>
              </a:r>
            </a:p>
          </p:txBody>
        </p:sp>
        <p:sp>
          <p:nvSpPr>
            <p:cNvPr id="155" name="Rectangle 11">
              <a:extLst>
                <a:ext uri="{FF2B5EF4-FFF2-40B4-BE49-F238E27FC236}">
                  <a16:creationId xmlns:a16="http://schemas.microsoft.com/office/drawing/2014/main" id="{EC930B42-7E98-4759-86F7-60228F37E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" y="182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56" name="Rectangle 12">
              <a:extLst>
                <a:ext uri="{FF2B5EF4-FFF2-40B4-BE49-F238E27FC236}">
                  <a16:creationId xmlns:a16="http://schemas.microsoft.com/office/drawing/2014/main" id="{6A09B98D-6426-4450-BF57-B74E130E7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82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157" name="Rectangle 13">
              <a:extLst>
                <a:ext uri="{FF2B5EF4-FFF2-40B4-BE49-F238E27FC236}">
                  <a16:creationId xmlns:a16="http://schemas.microsoft.com/office/drawing/2014/main" id="{CB9A60DB-509F-4257-B3A0-29A1E5966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82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158" name="Rectangle 14">
              <a:extLst>
                <a:ext uri="{FF2B5EF4-FFF2-40B4-BE49-F238E27FC236}">
                  <a16:creationId xmlns:a16="http://schemas.microsoft.com/office/drawing/2014/main" id="{239240B1-B839-4BA6-9DE5-8CBD0FB21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220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59" name="Rectangle 15">
              <a:extLst>
                <a:ext uri="{FF2B5EF4-FFF2-40B4-BE49-F238E27FC236}">
                  <a16:creationId xmlns:a16="http://schemas.microsoft.com/office/drawing/2014/main" id="{CF13B803-8BA4-4D98-826C-B0F3C9B0C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20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 bits</a:t>
              </a:r>
            </a:p>
          </p:txBody>
        </p:sp>
      </p:grpSp>
      <p:grpSp>
        <p:nvGrpSpPr>
          <p:cNvPr id="162" name="Group 16">
            <a:extLst>
              <a:ext uri="{FF2B5EF4-FFF2-40B4-BE49-F238E27FC236}">
                <a16:creationId xmlns:a16="http://schemas.microsoft.com/office/drawing/2014/main" id="{68308176-3C44-4C25-87BB-7B5082CAEE80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543252"/>
            <a:ext cx="6316663" cy="946150"/>
            <a:chOff x="1575" y="768"/>
            <a:chExt cx="3979" cy="596"/>
          </a:xfrm>
        </p:grpSpPr>
        <p:grpSp>
          <p:nvGrpSpPr>
            <p:cNvPr id="163" name="Group 17">
              <a:extLst>
                <a:ext uri="{FF2B5EF4-FFF2-40B4-BE49-F238E27FC236}">
                  <a16:creationId xmlns:a16="http://schemas.microsoft.com/office/drawing/2014/main" id="{12F89868-B2ED-450A-9F6A-BDB9A2EDAD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5" y="768"/>
              <a:ext cx="3979" cy="404"/>
              <a:chOff x="1575" y="768"/>
              <a:chExt cx="3979" cy="404"/>
            </a:xfrm>
          </p:grpSpPr>
          <p:grpSp>
            <p:nvGrpSpPr>
              <p:cNvPr id="170" name="Group 18">
                <a:extLst>
                  <a:ext uri="{FF2B5EF4-FFF2-40B4-BE49-F238E27FC236}">
                    <a16:creationId xmlns:a16="http://schemas.microsoft.com/office/drawing/2014/main" id="{C30FA7EB-A941-49F1-BA0A-90CB56F2C2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6" y="960"/>
                <a:ext cx="3832" cy="212"/>
                <a:chOff x="1636" y="960"/>
                <a:chExt cx="3832" cy="212"/>
              </a:xfrm>
            </p:grpSpPr>
            <p:sp>
              <p:nvSpPr>
                <p:cNvPr id="178" name="Rectangle 19">
                  <a:extLst>
                    <a:ext uri="{FF2B5EF4-FFF2-40B4-BE49-F238E27FC236}">
                      <a16:creationId xmlns:a16="http://schemas.microsoft.com/office/drawing/2014/main" id="{E6C8E452-7434-4FAC-B575-C4FB96F138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0" y="968"/>
                  <a:ext cx="382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grpSp>
              <p:nvGrpSpPr>
                <p:cNvPr id="179" name="Group 20">
                  <a:extLst>
                    <a:ext uri="{FF2B5EF4-FFF2-40B4-BE49-F238E27FC236}">
                      <a16:creationId xmlns:a16="http://schemas.microsoft.com/office/drawing/2014/main" id="{9F76A68B-5532-43F4-9D98-5CACBEAB13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36" y="960"/>
                  <a:ext cx="3832" cy="212"/>
                  <a:chOff x="1636" y="960"/>
                  <a:chExt cx="3832" cy="212"/>
                </a:xfrm>
              </p:grpSpPr>
              <p:grpSp>
                <p:nvGrpSpPr>
                  <p:cNvPr id="180" name="Group 21">
                    <a:extLst>
                      <a:ext uri="{FF2B5EF4-FFF2-40B4-BE49-F238E27FC236}">
                        <a16:creationId xmlns:a16="http://schemas.microsoft.com/office/drawing/2014/main" id="{81F8A6C5-DEAF-42BA-9000-E0BEF211349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636" y="960"/>
                    <a:ext cx="664" cy="212"/>
                    <a:chOff x="1636" y="960"/>
                    <a:chExt cx="664" cy="212"/>
                  </a:xfrm>
                </p:grpSpPr>
                <p:sp>
                  <p:nvSpPr>
                    <p:cNvPr id="196" name="Rectangle 22">
                      <a:extLst>
                        <a:ext uri="{FF2B5EF4-FFF2-40B4-BE49-F238E27FC236}">
                          <a16:creationId xmlns:a16="http://schemas.microsoft.com/office/drawing/2014/main" id="{19D38436-DE43-45CF-ACDB-328E8EC62C7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6" y="964"/>
                      <a:ext cx="66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97" name="Rectangle 23">
                      <a:extLst>
                        <a:ext uri="{FF2B5EF4-FFF2-40B4-BE49-F238E27FC236}">
                          <a16:creationId xmlns:a16="http://schemas.microsoft.com/office/drawing/2014/main" id="{90FED813-0D63-4134-8C99-98B57E1C3F4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960"/>
                      <a:ext cx="259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>
                          <a:latin typeface="+mn-lt"/>
                          <a:ea typeface="SimHei" panose="02010609060101010101" pitchFamily="49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181" name="Group 24">
                    <a:extLst>
                      <a:ext uri="{FF2B5EF4-FFF2-40B4-BE49-F238E27FC236}">
                        <a16:creationId xmlns:a16="http://schemas.microsoft.com/office/drawing/2014/main" id="{6999933E-2069-414B-9E41-B21A8A3DC9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08" y="960"/>
                    <a:ext cx="616" cy="212"/>
                    <a:chOff x="2308" y="960"/>
                    <a:chExt cx="616" cy="212"/>
                  </a:xfrm>
                </p:grpSpPr>
                <p:sp>
                  <p:nvSpPr>
                    <p:cNvPr id="194" name="Rectangle 25">
                      <a:extLst>
                        <a:ext uri="{FF2B5EF4-FFF2-40B4-BE49-F238E27FC236}">
                          <a16:creationId xmlns:a16="http://schemas.microsoft.com/office/drawing/2014/main" id="{8D937F35-0325-4E7A-84DE-6F4933AEB80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08" y="964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95" name="Rectangle 26">
                      <a:extLst>
                        <a:ext uri="{FF2B5EF4-FFF2-40B4-BE49-F238E27FC236}">
                          <a16:creationId xmlns:a16="http://schemas.microsoft.com/office/drawing/2014/main" id="{D5F31826-FCB0-40F6-80C4-244643BAE9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87" y="960"/>
                      <a:ext cx="223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rs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182" name="Group 27">
                    <a:extLst>
                      <a:ext uri="{FF2B5EF4-FFF2-40B4-BE49-F238E27FC236}">
                        <a16:creationId xmlns:a16="http://schemas.microsoft.com/office/drawing/2014/main" id="{5AB1B1F1-EAA7-43EB-8CB8-10327E1CFC9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32" y="960"/>
                    <a:ext cx="616" cy="212"/>
                    <a:chOff x="2932" y="960"/>
                    <a:chExt cx="616" cy="212"/>
                  </a:xfrm>
                </p:grpSpPr>
                <p:sp>
                  <p:nvSpPr>
                    <p:cNvPr id="192" name="Rectangle 28">
                      <a:extLst>
                        <a:ext uri="{FF2B5EF4-FFF2-40B4-BE49-F238E27FC236}">
                          <a16:creationId xmlns:a16="http://schemas.microsoft.com/office/drawing/2014/main" id="{87D7D7B7-0DF4-4803-8B17-D040C9545DC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32" y="964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93" name="Rectangle 29">
                      <a:extLst>
                        <a:ext uri="{FF2B5EF4-FFF2-40B4-BE49-F238E27FC236}">
                          <a16:creationId xmlns:a16="http://schemas.microsoft.com/office/drawing/2014/main" id="{E2A5716E-35F4-4484-B396-B22FF26A60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11" y="960"/>
                      <a:ext cx="195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>
                          <a:latin typeface="+mn-lt"/>
                          <a:ea typeface="SimHei" panose="02010609060101010101" pitchFamily="49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183" name="Group 30">
                    <a:extLst>
                      <a:ext uri="{FF2B5EF4-FFF2-40B4-BE49-F238E27FC236}">
                        <a16:creationId xmlns:a16="http://schemas.microsoft.com/office/drawing/2014/main" id="{B3A9E33A-C74C-4B17-B91C-6418F5471E9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556" y="960"/>
                    <a:ext cx="616" cy="212"/>
                    <a:chOff x="3556" y="960"/>
                    <a:chExt cx="616" cy="212"/>
                  </a:xfrm>
                </p:grpSpPr>
                <p:sp>
                  <p:nvSpPr>
                    <p:cNvPr id="190" name="Rectangle 31">
                      <a:extLst>
                        <a:ext uri="{FF2B5EF4-FFF2-40B4-BE49-F238E27FC236}">
                          <a16:creationId xmlns:a16="http://schemas.microsoft.com/office/drawing/2014/main" id="{80552845-1607-4742-8232-95CC96F81A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56" y="964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91" name="Rectangle 32">
                      <a:extLst>
                        <a:ext uri="{FF2B5EF4-FFF2-40B4-BE49-F238E27FC236}">
                          <a16:creationId xmlns:a16="http://schemas.microsoft.com/office/drawing/2014/main" id="{E4D17C56-1428-4256-A30C-DCFE35A9255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5" y="960"/>
                      <a:ext cx="230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rd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184" name="Group 33">
                    <a:extLst>
                      <a:ext uri="{FF2B5EF4-FFF2-40B4-BE49-F238E27FC236}">
                        <a16:creationId xmlns:a16="http://schemas.microsoft.com/office/drawing/2014/main" id="{435A95F2-77AD-430E-9CAB-721879605AB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180" y="960"/>
                    <a:ext cx="616" cy="212"/>
                    <a:chOff x="4180" y="960"/>
                    <a:chExt cx="616" cy="212"/>
                  </a:xfrm>
                </p:grpSpPr>
                <p:sp>
                  <p:nvSpPr>
                    <p:cNvPr id="188" name="Rectangle 34">
                      <a:extLst>
                        <a:ext uri="{FF2B5EF4-FFF2-40B4-BE49-F238E27FC236}">
                          <a16:creationId xmlns:a16="http://schemas.microsoft.com/office/drawing/2014/main" id="{4DB0379C-EC38-4C05-B8F7-475184751E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0" y="964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89" name="Rectangle 35">
                      <a:extLst>
                        <a:ext uri="{FF2B5EF4-FFF2-40B4-BE49-F238E27FC236}">
                          <a16:creationId xmlns:a16="http://schemas.microsoft.com/office/drawing/2014/main" id="{177D82B6-8BA1-4FF3-A8D7-879E7CE69D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63" y="960"/>
                      <a:ext cx="468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shamt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185" name="Group 36">
                    <a:extLst>
                      <a:ext uri="{FF2B5EF4-FFF2-40B4-BE49-F238E27FC236}">
                        <a16:creationId xmlns:a16="http://schemas.microsoft.com/office/drawing/2014/main" id="{97975184-EDB3-421A-B9FD-1437EDA5F64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04" y="960"/>
                    <a:ext cx="664" cy="212"/>
                    <a:chOff x="4804" y="960"/>
                    <a:chExt cx="664" cy="212"/>
                  </a:xfrm>
                </p:grpSpPr>
                <p:sp>
                  <p:nvSpPr>
                    <p:cNvPr id="186" name="Rectangle 37">
                      <a:extLst>
                        <a:ext uri="{FF2B5EF4-FFF2-40B4-BE49-F238E27FC236}">
                          <a16:creationId xmlns:a16="http://schemas.microsoft.com/office/drawing/2014/main" id="{A37AF214-E3F8-41AA-A01F-62A679B3E03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04" y="964"/>
                      <a:ext cx="66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87" name="Rectangle 38">
                      <a:extLst>
                        <a:ext uri="{FF2B5EF4-FFF2-40B4-BE49-F238E27FC236}">
                          <a16:creationId xmlns:a16="http://schemas.microsoft.com/office/drawing/2014/main" id="{DBA004A5-989A-4621-9DBB-696B9F5AFF0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01" y="960"/>
                      <a:ext cx="396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funct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</p:grpSp>
          </p:grpSp>
          <p:sp>
            <p:nvSpPr>
              <p:cNvPr id="171" name="Rectangle 39">
                <a:extLst>
                  <a:ext uri="{FF2B5EF4-FFF2-40B4-BE49-F238E27FC236}">
                    <a16:creationId xmlns:a16="http://schemas.microsoft.com/office/drawing/2014/main" id="{964ECA99-7B69-4FE2-9AA9-19EAA509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7" y="76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0</a:t>
                </a:r>
              </a:p>
            </p:txBody>
          </p:sp>
          <p:sp>
            <p:nvSpPr>
              <p:cNvPr id="172" name="Rectangle 40">
                <a:extLst>
                  <a:ext uri="{FF2B5EF4-FFF2-40B4-BE49-F238E27FC236}">
                    <a16:creationId xmlns:a16="http://schemas.microsoft.com/office/drawing/2014/main" id="{35A3709F-4096-4ED1-A75D-4E16A38DC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7" y="76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6</a:t>
                </a:r>
              </a:p>
            </p:txBody>
          </p:sp>
          <p:sp>
            <p:nvSpPr>
              <p:cNvPr id="173" name="Rectangle 41">
                <a:extLst>
                  <a:ext uri="{FF2B5EF4-FFF2-40B4-BE49-F238E27FC236}">
                    <a16:creationId xmlns:a16="http://schemas.microsoft.com/office/drawing/2014/main" id="{DB66EE53-1293-4D31-886D-741FA69D6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5" y="768"/>
                <a:ext cx="24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11</a:t>
                </a:r>
              </a:p>
            </p:txBody>
          </p:sp>
          <p:sp>
            <p:nvSpPr>
              <p:cNvPr id="174" name="Rectangle 42">
                <a:extLst>
                  <a:ext uri="{FF2B5EF4-FFF2-40B4-BE49-F238E27FC236}">
                    <a16:creationId xmlns:a16="http://schemas.microsoft.com/office/drawing/2014/main" id="{AD002070-30ED-449B-A273-17D06E961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7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16</a:t>
                </a:r>
              </a:p>
            </p:txBody>
          </p:sp>
          <p:sp>
            <p:nvSpPr>
              <p:cNvPr id="175" name="Rectangle 43">
                <a:extLst>
                  <a:ext uri="{FF2B5EF4-FFF2-40B4-BE49-F238E27FC236}">
                    <a16:creationId xmlns:a16="http://schemas.microsoft.com/office/drawing/2014/main" id="{A4769589-4798-407D-8040-EF57418D2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7" y="7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21</a:t>
                </a:r>
              </a:p>
            </p:txBody>
          </p:sp>
          <p:sp>
            <p:nvSpPr>
              <p:cNvPr id="176" name="Rectangle 44">
                <a:extLst>
                  <a:ext uri="{FF2B5EF4-FFF2-40B4-BE49-F238E27FC236}">
                    <a16:creationId xmlns:a16="http://schemas.microsoft.com/office/drawing/2014/main" id="{215C1FD9-435C-4717-B56E-B2CD4BA4A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7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26</a:t>
                </a:r>
              </a:p>
            </p:txBody>
          </p:sp>
          <p:sp>
            <p:nvSpPr>
              <p:cNvPr id="177" name="Rectangle 45">
                <a:extLst>
                  <a:ext uri="{FF2B5EF4-FFF2-40B4-BE49-F238E27FC236}">
                    <a16:creationId xmlns:a16="http://schemas.microsoft.com/office/drawing/2014/main" id="{AB933CEB-0297-4B9C-90ED-F37EE649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7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31</a:t>
                </a:r>
              </a:p>
            </p:txBody>
          </p:sp>
        </p:grpSp>
        <p:sp>
          <p:nvSpPr>
            <p:cNvPr id="164" name="Rectangle 46">
              <a:extLst>
                <a:ext uri="{FF2B5EF4-FFF2-40B4-BE49-F238E27FC236}">
                  <a16:creationId xmlns:a16="http://schemas.microsoft.com/office/drawing/2014/main" id="{4D8A54A2-9B16-489E-A170-C4D2F1CC2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1152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65" name="Rectangle 47">
              <a:extLst>
                <a:ext uri="{FF2B5EF4-FFF2-40B4-BE49-F238E27FC236}">
                  <a16:creationId xmlns:a16="http://schemas.microsoft.com/office/drawing/2014/main" id="{5906F842-38EC-4C5F-BC3E-475019D99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1152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66" name="Rectangle 48">
              <a:extLst>
                <a:ext uri="{FF2B5EF4-FFF2-40B4-BE49-F238E27FC236}">
                  <a16:creationId xmlns:a16="http://schemas.microsoft.com/office/drawing/2014/main" id="{124AD360-FA8E-4919-BF27-DE3B6F57F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1152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67" name="Rectangle 49">
              <a:extLst>
                <a:ext uri="{FF2B5EF4-FFF2-40B4-BE49-F238E27FC236}">
                  <a16:creationId xmlns:a16="http://schemas.microsoft.com/office/drawing/2014/main" id="{A8BBEEF8-6742-4B11-95F7-62D7A972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152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68" name="Rectangle 50">
              <a:extLst>
                <a:ext uri="{FF2B5EF4-FFF2-40B4-BE49-F238E27FC236}">
                  <a16:creationId xmlns:a16="http://schemas.microsoft.com/office/drawing/2014/main" id="{53B7099F-9E0C-4840-B480-B5F9880AA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" y="1152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69" name="Rectangle 51">
              <a:extLst>
                <a:ext uri="{FF2B5EF4-FFF2-40B4-BE49-F238E27FC236}">
                  <a16:creationId xmlns:a16="http://schemas.microsoft.com/office/drawing/2014/main" id="{778972FC-68F2-4049-9CB4-1EBC412DE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1152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grpSp>
        <p:nvGrpSpPr>
          <p:cNvPr id="198" name="Group 52">
            <a:extLst>
              <a:ext uri="{FF2B5EF4-FFF2-40B4-BE49-F238E27FC236}">
                <a16:creationId xmlns:a16="http://schemas.microsoft.com/office/drawing/2014/main" id="{7006724A-5016-4F65-AAC4-6EC71E4CD720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375208"/>
            <a:ext cx="6316663" cy="946150"/>
            <a:chOff x="1575" y="1296"/>
            <a:chExt cx="3979" cy="596"/>
          </a:xfrm>
        </p:grpSpPr>
        <p:sp>
          <p:nvSpPr>
            <p:cNvPr id="199" name="Rectangle 53">
              <a:extLst>
                <a:ext uri="{FF2B5EF4-FFF2-40B4-BE49-F238E27FC236}">
                  <a16:creationId xmlns:a16="http://schemas.microsoft.com/office/drawing/2014/main" id="{94DB915A-4E7D-44EF-9448-7B343E52D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" y="1496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200" name="Group 54">
              <a:extLst>
                <a:ext uri="{FF2B5EF4-FFF2-40B4-BE49-F238E27FC236}">
                  <a16:creationId xmlns:a16="http://schemas.microsoft.com/office/drawing/2014/main" id="{60BD5291-3653-4A8C-9FB4-3B2487910B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6" y="1488"/>
              <a:ext cx="664" cy="212"/>
              <a:chOff x="1636" y="1488"/>
              <a:chExt cx="664" cy="212"/>
            </a:xfrm>
          </p:grpSpPr>
          <p:sp>
            <p:nvSpPr>
              <p:cNvPr id="218" name="Rectangle 55">
                <a:extLst>
                  <a:ext uri="{FF2B5EF4-FFF2-40B4-BE49-F238E27FC236}">
                    <a16:creationId xmlns:a16="http://schemas.microsoft.com/office/drawing/2014/main" id="{081E276E-380F-4075-A147-B4D943ED4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1492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9" name="Rectangle 56">
                <a:extLst>
                  <a:ext uri="{FF2B5EF4-FFF2-40B4-BE49-F238E27FC236}">
                    <a16:creationId xmlns:a16="http://schemas.microsoft.com/office/drawing/2014/main" id="{98789405-3B6C-43A9-8963-2C317E71B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3" y="148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201" name="Group 57">
              <a:extLst>
                <a:ext uri="{FF2B5EF4-FFF2-40B4-BE49-F238E27FC236}">
                  <a16:creationId xmlns:a16="http://schemas.microsoft.com/office/drawing/2014/main" id="{3268A648-1AE3-4331-AE28-A010E4833C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8" y="1488"/>
              <a:ext cx="616" cy="212"/>
              <a:chOff x="2308" y="1488"/>
              <a:chExt cx="616" cy="212"/>
            </a:xfrm>
          </p:grpSpPr>
          <p:sp>
            <p:nvSpPr>
              <p:cNvPr id="216" name="Rectangle 58">
                <a:extLst>
                  <a:ext uri="{FF2B5EF4-FFF2-40B4-BE49-F238E27FC236}">
                    <a16:creationId xmlns:a16="http://schemas.microsoft.com/office/drawing/2014/main" id="{BE40200E-22CD-44F5-BB6E-0CC355AD9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8" y="1492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7" name="Rectangle 59">
                <a:extLst>
                  <a:ext uri="{FF2B5EF4-FFF2-40B4-BE49-F238E27FC236}">
                    <a16:creationId xmlns:a16="http://schemas.microsoft.com/office/drawing/2014/main" id="{E7934C98-9E8E-4A13-ACD5-5A0E5D754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7" y="1488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202" name="Group 60">
              <a:extLst>
                <a:ext uri="{FF2B5EF4-FFF2-40B4-BE49-F238E27FC236}">
                  <a16:creationId xmlns:a16="http://schemas.microsoft.com/office/drawing/2014/main" id="{1EC98758-02AF-4D95-A699-99F97EC455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2" y="1488"/>
              <a:ext cx="616" cy="212"/>
              <a:chOff x="2932" y="1488"/>
              <a:chExt cx="616" cy="212"/>
            </a:xfrm>
          </p:grpSpPr>
          <p:sp>
            <p:nvSpPr>
              <p:cNvPr id="214" name="Rectangle 61">
                <a:extLst>
                  <a:ext uri="{FF2B5EF4-FFF2-40B4-BE49-F238E27FC236}">
                    <a16:creationId xmlns:a16="http://schemas.microsoft.com/office/drawing/2014/main" id="{6A06059A-72B5-4CF6-91DD-E41DF592A7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1492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5" name="Rectangle 62">
                <a:extLst>
                  <a:ext uri="{FF2B5EF4-FFF2-40B4-BE49-F238E27FC236}">
                    <a16:creationId xmlns:a16="http://schemas.microsoft.com/office/drawing/2014/main" id="{783A26A8-6EF5-43D6-869B-F7E626918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1" y="1488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203" name="Rectangle 63">
              <a:extLst>
                <a:ext uri="{FF2B5EF4-FFF2-40B4-BE49-F238E27FC236}">
                  <a16:creationId xmlns:a16="http://schemas.microsoft.com/office/drawing/2014/main" id="{72FEE500-D5B9-439C-969C-4FB8FE4E1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1492"/>
              <a:ext cx="191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4" name="Rectangle 64">
              <a:extLst>
                <a:ext uri="{FF2B5EF4-FFF2-40B4-BE49-F238E27FC236}">
                  <a16:creationId xmlns:a16="http://schemas.microsoft.com/office/drawing/2014/main" id="{E9C6CEFE-5A6F-480D-88DC-7E2BDFE85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5" y="1477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205" name="Rectangle 65">
              <a:extLst>
                <a:ext uri="{FF2B5EF4-FFF2-40B4-BE49-F238E27FC236}">
                  <a16:creationId xmlns:a16="http://schemas.microsoft.com/office/drawing/2014/main" id="{395584B1-38D3-4321-940E-710BC54A6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" y="129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206" name="Rectangle 66">
              <a:extLst>
                <a:ext uri="{FF2B5EF4-FFF2-40B4-BE49-F238E27FC236}">
                  <a16:creationId xmlns:a16="http://schemas.microsoft.com/office/drawing/2014/main" id="{E9814D63-1BB8-410F-B79F-F473433B2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1296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207" name="Rectangle 67">
              <a:extLst>
                <a:ext uri="{FF2B5EF4-FFF2-40B4-BE49-F238E27FC236}">
                  <a16:creationId xmlns:a16="http://schemas.microsoft.com/office/drawing/2014/main" id="{E1839078-F193-4DFC-9571-BB81928B0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296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208" name="Rectangle 68">
              <a:extLst>
                <a:ext uri="{FF2B5EF4-FFF2-40B4-BE49-F238E27FC236}">
                  <a16:creationId xmlns:a16="http://schemas.microsoft.com/office/drawing/2014/main" id="{5A1FA13A-48BA-494D-89AE-0D915F447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296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209" name="Rectangle 69">
              <a:extLst>
                <a:ext uri="{FF2B5EF4-FFF2-40B4-BE49-F238E27FC236}">
                  <a16:creationId xmlns:a16="http://schemas.microsoft.com/office/drawing/2014/main" id="{6FF2CF6A-26B6-40E6-98F1-777A73633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296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210" name="Rectangle 70">
              <a:extLst>
                <a:ext uri="{FF2B5EF4-FFF2-40B4-BE49-F238E27FC236}">
                  <a16:creationId xmlns:a16="http://schemas.microsoft.com/office/drawing/2014/main" id="{AB4DBC85-C830-43D5-B851-E063AE4CF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1680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211" name="Rectangle 71">
              <a:extLst>
                <a:ext uri="{FF2B5EF4-FFF2-40B4-BE49-F238E27FC236}">
                  <a16:creationId xmlns:a16="http://schemas.microsoft.com/office/drawing/2014/main" id="{29D45184-AE21-417B-A2C5-FF8032F0A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" y="1680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212" name="Rectangle 72">
              <a:extLst>
                <a:ext uri="{FF2B5EF4-FFF2-40B4-BE49-F238E27FC236}">
                  <a16:creationId xmlns:a16="http://schemas.microsoft.com/office/drawing/2014/main" id="{6983E81B-A77F-4344-8B80-0A7C5A449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" y="1680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213" name="Rectangle 73">
              <a:extLst>
                <a:ext uri="{FF2B5EF4-FFF2-40B4-BE49-F238E27FC236}">
                  <a16:creationId xmlns:a16="http://schemas.microsoft.com/office/drawing/2014/main" id="{81C3075B-5DBA-4D6C-81D8-A934A6D77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1680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4AF1311-BB69-42FC-9087-3A7D152D1837}"/>
              </a:ext>
            </a:extLst>
          </p:cNvPr>
          <p:cNvSpPr/>
          <p:nvPr/>
        </p:nvSpPr>
        <p:spPr>
          <a:xfrm>
            <a:off x="295722" y="5302386"/>
            <a:ext cx="22357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kern="0" dirty="0">
                <a:ea typeface="SimHei" panose="02010609060101010101" pitchFamily="49" charset="-122"/>
              </a:rPr>
              <a:t>各个域分别是</a:t>
            </a:r>
            <a:endParaRPr lang="en-US" altLang="en-US" sz="2400" kern="0" dirty="0">
              <a:ea typeface="SimHei" panose="02010609060101010101" pitchFamily="49" charset="-122"/>
            </a:endParaRPr>
          </a:p>
        </p:txBody>
      </p:sp>
      <p:graphicFrame>
        <p:nvGraphicFramePr>
          <p:cNvPr id="221" name="Table 221">
            <a:extLst>
              <a:ext uri="{FF2B5EF4-FFF2-40B4-BE49-F238E27FC236}">
                <a16:creationId xmlns:a16="http://schemas.microsoft.com/office/drawing/2014/main" id="{13058156-13F5-44A4-8965-CCCAAD9818B4}"/>
              </a:ext>
            </a:extLst>
          </p:cNvPr>
          <p:cNvGraphicFramePr>
            <a:graphicFrameLocks noGrp="1"/>
          </p:cNvGraphicFramePr>
          <p:nvPr/>
        </p:nvGraphicFramePr>
        <p:xfrm>
          <a:off x="2522538" y="4435939"/>
          <a:ext cx="559555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8379">
                  <a:extLst>
                    <a:ext uri="{9D8B030D-6E8A-4147-A177-3AD203B41FA5}">
                      <a16:colId xmlns:a16="http://schemas.microsoft.com/office/drawing/2014/main" val="3341142440"/>
                    </a:ext>
                  </a:extLst>
                </a:gridCol>
                <a:gridCol w="3847171">
                  <a:extLst>
                    <a:ext uri="{9D8B030D-6E8A-4147-A177-3AD203B41FA5}">
                      <a16:colId xmlns:a16="http://schemas.microsoft.com/office/drawing/2014/main" val="2761027681"/>
                    </a:ext>
                  </a:extLst>
                </a:gridCol>
              </a:tblGrid>
              <a:tr h="194217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0" i="0" kern="0" dirty="0">
                          <a:ea typeface="SimHei" panose="02010609060101010101" pitchFamily="49" charset="-122"/>
                        </a:rPr>
                        <a:t>op</a:t>
                      </a:r>
                      <a:endParaRPr lang="zh-CN" altLang="en-US" b="0" i="0" dirty="0"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 kern="0" dirty="0">
                          <a:ea typeface="SimHei" panose="02010609060101010101" pitchFamily="49" charset="-122"/>
                        </a:rPr>
                        <a:t>指令操作标识</a:t>
                      </a:r>
                      <a:endParaRPr lang="zh-CN" altLang="en-US" b="0" i="0" dirty="0"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778485"/>
                  </a:ext>
                </a:extLst>
              </a:tr>
              <a:tr h="194217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0" i="0" kern="0" dirty="0" err="1">
                          <a:ea typeface="SimHei" panose="02010609060101010101" pitchFamily="49" charset="-122"/>
                        </a:rPr>
                        <a:t>rs</a:t>
                      </a:r>
                      <a:r>
                        <a:rPr lang="en-US" altLang="en-US" sz="1800" b="0" i="0" kern="0" dirty="0">
                          <a:ea typeface="SimHei" panose="02010609060101010101" pitchFamily="49" charset="-122"/>
                        </a:rPr>
                        <a:t>, rt, </a:t>
                      </a:r>
                      <a:r>
                        <a:rPr lang="en-US" altLang="en-US" sz="1800" kern="0" dirty="0" err="1"/>
                        <a:t>rd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kern="0" dirty="0">
                          <a:ea typeface="SimHei" panose="02010609060101010101" pitchFamily="49" charset="-122"/>
                        </a:rPr>
                        <a:t>源,</a:t>
                      </a:r>
                      <a:r>
                        <a:rPr lang="zh-CN" altLang="en-US" sz="1800" b="0" i="0" kern="0" dirty="0">
                          <a:ea typeface="SimHei" panose="02010609060101010101" pitchFamily="49" charset="-122"/>
                        </a:rPr>
                        <a:t>目的寄存器地址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820006"/>
                  </a:ext>
                </a:extLst>
              </a:tr>
              <a:tr h="194217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0" i="0" kern="0" dirty="0" err="1">
                          <a:ea typeface="SimHei" panose="02010609060101010101" pitchFamily="49" charset="-122"/>
                        </a:rPr>
                        <a:t>shamt</a:t>
                      </a:r>
                      <a:endParaRPr lang="zh-CN" altLang="en-US" b="0" i="0" dirty="0"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 kern="0" dirty="0">
                          <a:ea typeface="SimHei" panose="02010609060101010101" pitchFamily="49" charset="-122"/>
                        </a:rPr>
                        <a:t>移位量</a:t>
                      </a:r>
                      <a:endParaRPr lang="zh-CN" altLang="en-US" b="0" i="0" dirty="0"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768314"/>
                  </a:ext>
                </a:extLst>
              </a:tr>
              <a:tr h="194217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0" i="0" kern="0" dirty="0" err="1">
                          <a:ea typeface="SimHei" panose="02010609060101010101" pitchFamily="49" charset="-122"/>
                        </a:rPr>
                        <a:t>funct</a:t>
                      </a:r>
                      <a:endParaRPr lang="zh-CN" altLang="en-US" b="0" i="0" dirty="0"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i="0" kern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对</a:t>
                      </a:r>
                      <a:r>
                        <a:rPr lang="en-US" altLang="zh-CN" sz="1800" b="0" i="0" kern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op</a:t>
                      </a:r>
                      <a:r>
                        <a:rPr lang="zh-CN" altLang="en-US" sz="1800" b="0" i="0" kern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类操作，确定详细的操作类型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916842"/>
                  </a:ext>
                </a:extLst>
              </a:tr>
              <a:tr h="1942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0" dirty="0">
                          <a:ea typeface="SimHei" panose="02010609060101010101" pitchFamily="49" charset="-122"/>
                        </a:rPr>
                        <a:t>i</a:t>
                      </a:r>
                      <a:r>
                        <a:rPr lang="en-US" altLang="en-US" sz="1800" b="0" i="0" kern="0" dirty="0">
                          <a:ea typeface="SimHei" panose="02010609060101010101" pitchFamily="49" charset="-122"/>
                        </a:rPr>
                        <a:t>mmediate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 kern="0" dirty="0">
                          <a:ea typeface="SimHei" panose="02010609060101010101" pitchFamily="49" charset="-122"/>
                        </a:rPr>
                        <a:t>立即数或者地址</a:t>
                      </a:r>
                      <a:endParaRPr lang="zh-CN" altLang="en-US" b="0" i="0" dirty="0"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25719"/>
                  </a:ext>
                </a:extLst>
              </a:tr>
              <a:tr h="194217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0" i="0" kern="0" dirty="0">
                          <a:ea typeface="SimHei" panose="02010609060101010101" pitchFamily="49" charset="-122"/>
                        </a:rPr>
                        <a:t>target address</a:t>
                      </a:r>
                      <a:endParaRPr lang="zh-CN" altLang="en-US" b="0" i="0" dirty="0"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 kern="0" dirty="0">
                          <a:ea typeface="SimHei" panose="02010609060101010101" pitchFamily="49" charset="-122"/>
                        </a:rPr>
                        <a:t>目标地址</a:t>
                      </a:r>
                      <a:r>
                        <a:rPr lang="en-US" altLang="en-US" sz="1800" b="0" i="0" kern="0" dirty="0">
                          <a:ea typeface="SimHei" panose="02010609060101010101" pitchFamily="49" charset="-122"/>
                        </a:rPr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843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27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单周期处理器构成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96819" y="5799449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0ECD47-12AF-4E50-8C1F-AD822C0753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33" y="1472207"/>
            <a:ext cx="8554167" cy="53435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05E5EBF-1C9E-BCE8-4998-7E8FF54F2950}"/>
              </a:ext>
            </a:extLst>
          </p:cNvPr>
          <p:cNvSpPr/>
          <p:nvPr/>
        </p:nvSpPr>
        <p:spPr>
          <a:xfrm>
            <a:off x="132633" y="1472207"/>
            <a:ext cx="9011367" cy="5343526"/>
          </a:xfrm>
          <a:prstGeom prst="rect">
            <a:avLst/>
          </a:prstGeom>
          <a:solidFill>
            <a:srgbClr val="FFFFFF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E0781ED6-5085-9F90-35E1-F558E8D4B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960" y="2667732"/>
            <a:ext cx="580865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5400" dirty="0">
                <a:solidFill>
                  <a:srgbClr val="3333FF"/>
                </a:solidFill>
              </a:rPr>
              <a:t>How to design such a single-cycle processor?</a:t>
            </a:r>
            <a:endParaRPr lang="zh-CN" altLang="en-US" sz="5400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37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A69B-0E01-485B-BA68-08AE3A80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设计目标：</a:t>
            </a:r>
            <a:r>
              <a:rPr lang="en-US" altLang="zh-CN" dirty="0"/>
              <a:t>MIPS</a:t>
            </a:r>
            <a:r>
              <a:rPr lang="zh-CN" altLang="en-US" dirty="0"/>
              <a:t>指令子集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583D4-8E96-474F-9306-83425642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82E95F72-98F4-4960-BDE5-291AFFF39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739795"/>
            <a:ext cx="3460554" cy="4797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sz="2000" b="0" kern="0" dirty="0">
                <a:ea typeface="SimHei" panose="02010609060101010101" pitchFamily="49" charset="-122"/>
              </a:rPr>
              <a:t>ADD, SUB, AND, SLT</a:t>
            </a:r>
          </a:p>
          <a:p>
            <a:pPr lvl="1"/>
            <a:r>
              <a:rPr lang="en-US" altLang="en-US" sz="1800" b="0" kern="0" dirty="0">
                <a:ea typeface="SimHei" panose="02010609060101010101" pitchFamily="49" charset="-122"/>
              </a:rPr>
              <a:t>add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1800" b="0" kern="0" dirty="0">
                <a:ea typeface="SimHei" panose="02010609060101010101" pitchFamily="49" charset="-122"/>
              </a:rPr>
              <a:t>,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, rt</a:t>
            </a:r>
          </a:p>
          <a:p>
            <a:pPr lvl="1"/>
            <a:r>
              <a:rPr lang="en-US" altLang="en-US" sz="1800" b="0" kern="0" dirty="0">
                <a:ea typeface="SimHei" panose="02010609060101010101" pitchFamily="49" charset="-122"/>
              </a:rPr>
              <a:t>sub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1800" b="0" kern="0" dirty="0">
                <a:ea typeface="SimHei" panose="02010609060101010101" pitchFamily="49" charset="-122"/>
              </a:rPr>
              <a:t>,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, rt</a:t>
            </a:r>
          </a:p>
          <a:p>
            <a:pPr lvl="1"/>
            <a:r>
              <a:rPr lang="en-US" altLang="en-US" sz="1800" b="0" kern="0" dirty="0">
                <a:ea typeface="SimHei" panose="02010609060101010101" pitchFamily="49" charset="-122"/>
              </a:rPr>
              <a:t>and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1800" b="0" kern="0" dirty="0">
                <a:ea typeface="SimHei" panose="02010609060101010101" pitchFamily="49" charset="-122"/>
              </a:rPr>
              <a:t>,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, rt </a:t>
            </a:r>
          </a:p>
          <a:p>
            <a:pPr lvl="1"/>
            <a:r>
              <a:rPr lang="en-US" altLang="en-US" sz="1800" b="0" kern="0" dirty="0" err="1">
                <a:ea typeface="SimHei" panose="02010609060101010101" pitchFamily="49" charset="-122"/>
              </a:rPr>
              <a:t>slt</a:t>
            </a:r>
            <a:r>
              <a:rPr lang="en-US" altLang="en-US" sz="1800" b="0" kern="0" dirty="0">
                <a:ea typeface="SimHei" panose="02010609060101010101" pitchFamily="49" charset="-122"/>
              </a:rPr>
              <a:t>  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1800" b="0" kern="0" dirty="0">
                <a:ea typeface="SimHei" panose="02010609060101010101" pitchFamily="49" charset="-122"/>
              </a:rPr>
              <a:t>,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, rt </a:t>
            </a:r>
          </a:p>
          <a:p>
            <a:pPr>
              <a:spcBef>
                <a:spcPts val="1800"/>
              </a:spcBef>
            </a:pPr>
            <a:r>
              <a:rPr lang="en-US" altLang="en-US" sz="2000" b="0" kern="0" dirty="0">
                <a:ea typeface="SimHei" panose="02010609060101010101" pitchFamily="49" charset="-122"/>
              </a:rPr>
              <a:t>OR Immediate:</a:t>
            </a:r>
          </a:p>
          <a:p>
            <a:pPr lvl="1"/>
            <a:r>
              <a:rPr lang="en-US" altLang="en-US" sz="1800" b="0" kern="0" dirty="0" err="1">
                <a:ea typeface="SimHei" panose="02010609060101010101" pitchFamily="49" charset="-122"/>
              </a:rPr>
              <a:t>ori</a:t>
            </a:r>
            <a:r>
              <a:rPr lang="en-US" altLang="en-US" sz="1800" b="0" kern="0" dirty="0">
                <a:ea typeface="SimHei" panose="02010609060101010101" pitchFamily="49" charset="-122"/>
              </a:rPr>
              <a:t>  rt,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, imm16</a:t>
            </a:r>
          </a:p>
          <a:p>
            <a:r>
              <a:rPr lang="en-US" altLang="en-US" sz="2000" b="0" kern="0" dirty="0">
                <a:ea typeface="SimHei" panose="02010609060101010101" pitchFamily="49" charset="-122"/>
              </a:rPr>
              <a:t>LOAD and STORE Word</a:t>
            </a:r>
          </a:p>
          <a:p>
            <a:pPr lvl="1"/>
            <a:r>
              <a:rPr lang="en-US" altLang="en-US" sz="1800" b="0" kern="0" dirty="0" err="1">
                <a:ea typeface="SimHei" panose="02010609060101010101" pitchFamily="49" charset="-122"/>
              </a:rPr>
              <a:t>lw</a:t>
            </a:r>
            <a:r>
              <a:rPr lang="en-US" altLang="en-US" sz="1800" b="0" kern="0" dirty="0">
                <a:ea typeface="SimHei" panose="02010609060101010101" pitchFamily="49" charset="-122"/>
              </a:rPr>
              <a:t> rt, imm16(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)</a:t>
            </a:r>
          </a:p>
          <a:p>
            <a:pPr lvl="1"/>
            <a:r>
              <a:rPr lang="en-US" altLang="en-US" sz="1800" b="0" kern="0" dirty="0" err="1">
                <a:ea typeface="SimHei" panose="02010609060101010101" pitchFamily="49" charset="-122"/>
              </a:rPr>
              <a:t>sw</a:t>
            </a:r>
            <a:r>
              <a:rPr lang="en-US" altLang="en-US" sz="1800" b="0" kern="0" dirty="0">
                <a:ea typeface="SimHei" panose="02010609060101010101" pitchFamily="49" charset="-122"/>
              </a:rPr>
              <a:t> rt, imm16(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)</a:t>
            </a:r>
          </a:p>
          <a:p>
            <a:pPr>
              <a:spcBef>
                <a:spcPts val="1800"/>
              </a:spcBef>
            </a:pPr>
            <a:r>
              <a:rPr lang="en-US" altLang="en-US" sz="2000" b="0" kern="0" dirty="0">
                <a:ea typeface="SimHei" panose="02010609060101010101" pitchFamily="49" charset="-122"/>
              </a:rPr>
              <a:t>BRANCH and JUMP:</a:t>
            </a:r>
          </a:p>
          <a:p>
            <a:pPr lvl="1"/>
            <a:r>
              <a:rPr lang="en-US" altLang="en-US" sz="1800" b="0" kern="0" dirty="0" err="1">
                <a:ea typeface="SimHei" panose="02010609060101010101" pitchFamily="49" charset="-122"/>
              </a:rPr>
              <a:t>beq</a:t>
            </a:r>
            <a:r>
              <a:rPr lang="en-US" altLang="en-US" sz="1800" b="0" kern="0" dirty="0">
                <a:ea typeface="SimHei" panose="02010609060101010101" pitchFamily="49" charset="-122"/>
              </a:rPr>
              <a:t> </a:t>
            </a:r>
            <a:r>
              <a:rPr lang="en-US" altLang="zh-CN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zh-CN" sz="1800" b="0" kern="0" dirty="0">
                <a:ea typeface="SimHei" panose="02010609060101010101" pitchFamily="49" charset="-122"/>
              </a:rPr>
              <a:t>, </a:t>
            </a:r>
            <a:r>
              <a:rPr lang="en-US" altLang="en-US" sz="1800" b="0" kern="0" dirty="0">
                <a:ea typeface="SimHei" panose="02010609060101010101" pitchFamily="49" charset="-122"/>
              </a:rPr>
              <a:t>rt, imm16</a:t>
            </a:r>
          </a:p>
          <a:p>
            <a:pPr lvl="1"/>
            <a:r>
              <a:rPr lang="en-US" altLang="en-US" sz="1800" b="0" kern="0" dirty="0">
                <a:ea typeface="SimHei" panose="02010609060101010101" pitchFamily="49" charset="-122"/>
              </a:rPr>
              <a:t>j Lab</a:t>
            </a:r>
            <a:r>
              <a:rPr lang="en-US" altLang="zh-CN" sz="1800" b="0" kern="0" dirty="0">
                <a:ea typeface="SimHei" panose="02010609060101010101" pitchFamily="49" charset="-122"/>
              </a:rPr>
              <a:t>e</a:t>
            </a:r>
            <a:r>
              <a:rPr lang="en-US" altLang="en-US" sz="1800" b="0" kern="0" dirty="0">
                <a:ea typeface="SimHei" panose="02010609060101010101" pitchFamily="49" charset="-122"/>
              </a:rPr>
              <a:t>l</a:t>
            </a:r>
          </a:p>
        </p:txBody>
      </p:sp>
      <p:grpSp>
        <p:nvGrpSpPr>
          <p:cNvPr id="79" name="Group 4">
            <a:extLst>
              <a:ext uri="{FF2B5EF4-FFF2-40B4-BE49-F238E27FC236}">
                <a16:creationId xmlns:a16="http://schemas.microsoft.com/office/drawing/2014/main" id="{AE446D00-5F3E-47D1-A79C-EC276E9FBE9B}"/>
              </a:ext>
            </a:extLst>
          </p:cNvPr>
          <p:cNvGrpSpPr>
            <a:grpSpLocks/>
          </p:cNvGrpSpPr>
          <p:nvPr/>
        </p:nvGrpSpPr>
        <p:grpSpPr bwMode="auto">
          <a:xfrm>
            <a:off x="3640526" y="1550251"/>
            <a:ext cx="5442228" cy="946150"/>
            <a:chOff x="1918" y="672"/>
            <a:chExt cx="3776" cy="596"/>
          </a:xfrm>
        </p:grpSpPr>
        <p:grpSp>
          <p:nvGrpSpPr>
            <p:cNvPr id="80" name="Group 5">
              <a:extLst>
                <a:ext uri="{FF2B5EF4-FFF2-40B4-BE49-F238E27FC236}">
                  <a16:creationId xmlns:a16="http://schemas.microsoft.com/office/drawing/2014/main" id="{13939441-5303-440D-8335-CABB76AD93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76" cy="404"/>
              <a:chOff x="1918" y="672"/>
              <a:chExt cx="3776" cy="404"/>
            </a:xfrm>
          </p:grpSpPr>
          <p:grpSp>
            <p:nvGrpSpPr>
              <p:cNvPr id="87" name="Group 6">
                <a:extLst>
                  <a:ext uri="{FF2B5EF4-FFF2-40B4-BE49-F238E27FC236}">
                    <a16:creationId xmlns:a16="http://schemas.microsoft.com/office/drawing/2014/main" id="{58EA3BD8-447B-4825-A9A1-EBA40BADE9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12"/>
                <a:chOff x="1979" y="864"/>
                <a:chExt cx="3607" cy="212"/>
              </a:xfrm>
            </p:grpSpPr>
            <p:sp>
              <p:nvSpPr>
                <p:cNvPr id="95" name="Rectangle 7">
                  <a:extLst>
                    <a:ext uri="{FF2B5EF4-FFF2-40B4-BE49-F238E27FC236}">
                      <a16:creationId xmlns:a16="http://schemas.microsoft.com/office/drawing/2014/main" id="{BA66C0C7-8B4C-49E4-A0C7-72C46C434B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grpSp>
              <p:nvGrpSpPr>
                <p:cNvPr id="96" name="Group 8">
                  <a:extLst>
                    <a:ext uri="{FF2B5EF4-FFF2-40B4-BE49-F238E27FC236}">
                      <a16:creationId xmlns:a16="http://schemas.microsoft.com/office/drawing/2014/main" id="{A780617E-D030-4060-82A2-35A2C0EF91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12"/>
                  <a:chOff x="1979" y="864"/>
                  <a:chExt cx="3607" cy="212"/>
                </a:xfrm>
              </p:grpSpPr>
              <p:grpSp>
                <p:nvGrpSpPr>
                  <p:cNvPr id="97" name="Group 9">
                    <a:extLst>
                      <a:ext uri="{FF2B5EF4-FFF2-40B4-BE49-F238E27FC236}">
                        <a16:creationId xmlns:a16="http://schemas.microsoft.com/office/drawing/2014/main" id="{A3A08474-9600-4204-A210-81A0A308C7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12"/>
                    <a:chOff x="1979" y="864"/>
                    <a:chExt cx="624" cy="212"/>
                  </a:xfrm>
                </p:grpSpPr>
                <p:sp>
                  <p:nvSpPr>
                    <p:cNvPr id="113" name="Rectangle 10">
                      <a:extLst>
                        <a:ext uri="{FF2B5EF4-FFF2-40B4-BE49-F238E27FC236}">
                          <a16:creationId xmlns:a16="http://schemas.microsoft.com/office/drawing/2014/main" id="{94A96D9A-B29D-473B-B3C9-47331C641D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14" name="Rectangle 11">
                      <a:extLst>
                        <a:ext uri="{FF2B5EF4-FFF2-40B4-BE49-F238E27FC236}">
                          <a16:creationId xmlns:a16="http://schemas.microsoft.com/office/drawing/2014/main" id="{3074528C-3F49-4835-A52E-69C4E0DBFDF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85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>
                          <a:latin typeface="+mn-lt"/>
                          <a:ea typeface="SimHei" panose="02010609060101010101" pitchFamily="49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98" name="Group 12">
                    <a:extLst>
                      <a:ext uri="{FF2B5EF4-FFF2-40B4-BE49-F238E27FC236}">
                        <a16:creationId xmlns:a16="http://schemas.microsoft.com/office/drawing/2014/main" id="{EE6CBD08-5267-4C5C-B76A-9BDE80FD927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12"/>
                    <a:chOff x="2611" y="864"/>
                    <a:chExt cx="580" cy="212"/>
                  </a:xfrm>
                </p:grpSpPr>
                <p:sp>
                  <p:nvSpPr>
                    <p:cNvPr id="111" name="Rectangle 13">
                      <a:extLst>
                        <a:ext uri="{FF2B5EF4-FFF2-40B4-BE49-F238E27FC236}">
                          <a16:creationId xmlns:a16="http://schemas.microsoft.com/office/drawing/2014/main" id="{FB806FFA-BC71-43A6-8E46-62C16A2CE8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12" name="Rectangle 14">
                      <a:extLst>
                        <a:ext uri="{FF2B5EF4-FFF2-40B4-BE49-F238E27FC236}">
                          <a16:creationId xmlns:a16="http://schemas.microsoft.com/office/drawing/2014/main" id="{46E9F07C-E11D-48E5-84AD-0361AA46BA4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46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rs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99" name="Group 15">
                    <a:extLst>
                      <a:ext uri="{FF2B5EF4-FFF2-40B4-BE49-F238E27FC236}">
                        <a16:creationId xmlns:a16="http://schemas.microsoft.com/office/drawing/2014/main" id="{1C8EFB5A-6856-4EBB-9FFB-B2D12C578BC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10"/>
                    <a:chOff x="3199" y="864"/>
                    <a:chExt cx="579" cy="210"/>
                  </a:xfrm>
                </p:grpSpPr>
                <p:sp>
                  <p:nvSpPr>
                    <p:cNvPr id="109" name="Rectangle 16">
                      <a:extLst>
                        <a:ext uri="{FF2B5EF4-FFF2-40B4-BE49-F238E27FC236}">
                          <a16:creationId xmlns:a16="http://schemas.microsoft.com/office/drawing/2014/main" id="{80E588E6-BEF6-45BB-B9C4-12128A9EE1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10" name="Rectangle 17">
                      <a:extLst>
                        <a:ext uri="{FF2B5EF4-FFF2-40B4-BE49-F238E27FC236}">
                          <a16:creationId xmlns:a16="http://schemas.microsoft.com/office/drawing/2014/main" id="{FDD6F6AE-5C6A-4017-A7E3-712C35CA03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14" cy="2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>
                          <a:latin typeface="+mn-lt"/>
                          <a:ea typeface="SimHei" panose="02010609060101010101" pitchFamily="49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100" name="Group 18">
                    <a:extLst>
                      <a:ext uri="{FF2B5EF4-FFF2-40B4-BE49-F238E27FC236}">
                        <a16:creationId xmlns:a16="http://schemas.microsoft.com/office/drawing/2014/main" id="{25039201-54D5-4C99-9A04-7856B69D1B1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12"/>
                    <a:chOff x="3786" y="864"/>
                    <a:chExt cx="579" cy="212"/>
                  </a:xfrm>
                </p:grpSpPr>
                <p:sp>
                  <p:nvSpPr>
                    <p:cNvPr id="107" name="Rectangle 19">
                      <a:extLst>
                        <a:ext uri="{FF2B5EF4-FFF2-40B4-BE49-F238E27FC236}">
                          <a16:creationId xmlns:a16="http://schemas.microsoft.com/office/drawing/2014/main" id="{77221E23-0248-4337-A7F2-E94AADD7267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08" name="Rectangle 20">
                      <a:extLst>
                        <a:ext uri="{FF2B5EF4-FFF2-40B4-BE49-F238E27FC236}">
                          <a16:creationId xmlns:a16="http://schemas.microsoft.com/office/drawing/2014/main" id="{24B784A8-6BD9-411A-BCD7-4815DB9814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54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rd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101" name="Group 21">
                    <a:extLst>
                      <a:ext uri="{FF2B5EF4-FFF2-40B4-BE49-F238E27FC236}">
                        <a16:creationId xmlns:a16="http://schemas.microsoft.com/office/drawing/2014/main" id="{12D2FD73-4D0B-40DA-8718-1BB29CB5F73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590" cy="212"/>
                    <a:chOff x="4373" y="864"/>
                    <a:chExt cx="590" cy="212"/>
                  </a:xfrm>
                </p:grpSpPr>
                <p:sp>
                  <p:nvSpPr>
                    <p:cNvPr id="105" name="Rectangle 22">
                      <a:extLst>
                        <a:ext uri="{FF2B5EF4-FFF2-40B4-BE49-F238E27FC236}">
                          <a16:creationId xmlns:a16="http://schemas.microsoft.com/office/drawing/2014/main" id="{D156C745-7CFE-469D-BF53-427CF53CB9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06" name="Rectangle 23">
                      <a:extLst>
                        <a:ext uri="{FF2B5EF4-FFF2-40B4-BE49-F238E27FC236}">
                          <a16:creationId xmlns:a16="http://schemas.microsoft.com/office/drawing/2014/main" id="{BF411371-E17C-44FB-8927-0CDA565D6F5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15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shamt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102" name="Group 24">
                    <a:extLst>
                      <a:ext uri="{FF2B5EF4-FFF2-40B4-BE49-F238E27FC236}">
                        <a16:creationId xmlns:a16="http://schemas.microsoft.com/office/drawing/2014/main" id="{BCDDD3F0-3860-4013-A83B-557D9D6D46E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12"/>
                    <a:chOff x="4961" y="864"/>
                    <a:chExt cx="625" cy="212"/>
                  </a:xfrm>
                </p:grpSpPr>
                <p:sp>
                  <p:nvSpPr>
                    <p:cNvPr id="103" name="Rectangle 25">
                      <a:extLst>
                        <a:ext uri="{FF2B5EF4-FFF2-40B4-BE49-F238E27FC236}">
                          <a16:creationId xmlns:a16="http://schemas.microsoft.com/office/drawing/2014/main" id="{CC1A4CAA-4FEF-418D-878C-3EDBBAAF5A1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104" name="Rectangle 26">
                      <a:extLst>
                        <a:ext uri="{FF2B5EF4-FFF2-40B4-BE49-F238E27FC236}">
                          <a16:creationId xmlns:a16="http://schemas.microsoft.com/office/drawing/2014/main" id="{2C45BD69-3C71-455B-A249-2F2B1966E7B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36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funct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</p:grpSp>
          </p:grpSp>
          <p:sp>
            <p:nvSpPr>
              <p:cNvPr id="88" name="Rectangle 27">
                <a:extLst>
                  <a:ext uri="{FF2B5EF4-FFF2-40B4-BE49-F238E27FC236}">
                    <a16:creationId xmlns:a16="http://schemas.microsoft.com/office/drawing/2014/main" id="{3887DD8B-E934-488A-9C8F-75CDA2610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20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0</a:t>
                </a:r>
              </a:p>
            </p:txBody>
          </p:sp>
          <p:sp>
            <p:nvSpPr>
              <p:cNvPr id="89" name="Rectangle 28">
                <a:extLst>
                  <a:ext uri="{FF2B5EF4-FFF2-40B4-BE49-F238E27FC236}">
                    <a16:creationId xmlns:a16="http://schemas.microsoft.com/office/drawing/2014/main" id="{8799C45A-D85C-4424-A31B-D5BC2111B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20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6</a:t>
                </a:r>
              </a:p>
            </p:txBody>
          </p:sp>
          <p:sp>
            <p:nvSpPr>
              <p:cNvPr id="90" name="Rectangle 29">
                <a:extLst>
                  <a:ext uri="{FF2B5EF4-FFF2-40B4-BE49-F238E27FC236}">
                    <a16:creationId xmlns:a16="http://schemas.microsoft.com/office/drawing/2014/main" id="{97A6A76B-E759-4981-B538-490ED6B61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11</a:t>
                </a:r>
              </a:p>
            </p:txBody>
          </p:sp>
          <p:sp>
            <p:nvSpPr>
              <p:cNvPr id="91" name="Rectangle 30">
                <a:extLst>
                  <a:ext uri="{FF2B5EF4-FFF2-40B4-BE49-F238E27FC236}">
                    <a16:creationId xmlns:a16="http://schemas.microsoft.com/office/drawing/2014/main" id="{10EC4B74-AE6E-4ECA-91F0-5C160D9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672"/>
                <a:ext cx="28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16</a:t>
                </a:r>
              </a:p>
            </p:txBody>
          </p:sp>
          <p:sp>
            <p:nvSpPr>
              <p:cNvPr id="92" name="Rectangle 31">
                <a:extLst>
                  <a:ext uri="{FF2B5EF4-FFF2-40B4-BE49-F238E27FC236}">
                    <a16:creationId xmlns:a16="http://schemas.microsoft.com/office/drawing/2014/main" id="{BE6F0036-E0AF-4ED8-85D1-952E1AC99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8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21</a:t>
                </a:r>
              </a:p>
            </p:txBody>
          </p:sp>
          <p:sp>
            <p:nvSpPr>
              <p:cNvPr id="93" name="Rectangle 32">
                <a:extLst>
                  <a:ext uri="{FF2B5EF4-FFF2-40B4-BE49-F238E27FC236}">
                    <a16:creationId xmlns:a16="http://schemas.microsoft.com/office/drawing/2014/main" id="{ACACDFC1-DC44-4A3C-838A-BE6391685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8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26</a:t>
                </a:r>
              </a:p>
            </p:txBody>
          </p:sp>
          <p:sp>
            <p:nvSpPr>
              <p:cNvPr id="94" name="Rectangle 33">
                <a:extLst>
                  <a:ext uri="{FF2B5EF4-FFF2-40B4-BE49-F238E27FC236}">
                    <a16:creationId xmlns:a16="http://schemas.microsoft.com/office/drawing/2014/main" id="{B48A7C60-6421-417B-A46B-1EAF98511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8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31</a:t>
                </a:r>
              </a:p>
            </p:txBody>
          </p:sp>
        </p:grpSp>
        <p:sp>
          <p:nvSpPr>
            <p:cNvPr id="81" name="Rectangle 34">
              <a:extLst>
                <a:ext uri="{FF2B5EF4-FFF2-40B4-BE49-F238E27FC236}">
                  <a16:creationId xmlns:a16="http://schemas.microsoft.com/office/drawing/2014/main" id="{23B991D6-24B3-4180-B1AC-19BCC38F6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6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82" name="Rectangle 35">
              <a:extLst>
                <a:ext uri="{FF2B5EF4-FFF2-40B4-BE49-F238E27FC236}">
                  <a16:creationId xmlns:a16="http://schemas.microsoft.com/office/drawing/2014/main" id="{F2A73DD8-6F64-4711-A6AD-4DC8F08FB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6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83" name="Rectangle 36">
              <a:extLst>
                <a:ext uri="{FF2B5EF4-FFF2-40B4-BE49-F238E27FC236}">
                  <a16:creationId xmlns:a16="http://schemas.microsoft.com/office/drawing/2014/main" id="{C46CEB78-26A3-4E4D-8069-2AD9CCBE3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6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84" name="Rectangle 37">
              <a:extLst>
                <a:ext uri="{FF2B5EF4-FFF2-40B4-BE49-F238E27FC236}">
                  <a16:creationId xmlns:a16="http://schemas.microsoft.com/office/drawing/2014/main" id="{78C9D2B7-ACB3-4977-893D-9E4CB8D69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6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85" name="Rectangle 38">
              <a:extLst>
                <a:ext uri="{FF2B5EF4-FFF2-40B4-BE49-F238E27FC236}">
                  <a16:creationId xmlns:a16="http://schemas.microsoft.com/office/drawing/2014/main" id="{AAC5A064-A355-41AC-8890-099F41B9B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056"/>
              <a:ext cx="46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86" name="Rectangle 39">
              <a:extLst>
                <a:ext uri="{FF2B5EF4-FFF2-40B4-BE49-F238E27FC236}">
                  <a16:creationId xmlns:a16="http://schemas.microsoft.com/office/drawing/2014/main" id="{95AD7F45-9345-4E4B-A894-BD2CA7110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6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grpSp>
        <p:nvGrpSpPr>
          <p:cNvPr id="115" name="Group 40">
            <a:extLst>
              <a:ext uri="{FF2B5EF4-FFF2-40B4-BE49-F238E27FC236}">
                <a16:creationId xmlns:a16="http://schemas.microsoft.com/office/drawing/2014/main" id="{DBB85B6A-5E41-4AFD-BD02-7450A2EE3AA1}"/>
              </a:ext>
            </a:extLst>
          </p:cNvPr>
          <p:cNvGrpSpPr>
            <a:grpSpLocks/>
          </p:cNvGrpSpPr>
          <p:nvPr/>
        </p:nvGrpSpPr>
        <p:grpSpPr bwMode="auto">
          <a:xfrm>
            <a:off x="3610465" y="3558652"/>
            <a:ext cx="5442228" cy="946150"/>
            <a:chOff x="1918" y="1392"/>
            <a:chExt cx="3776" cy="596"/>
          </a:xfrm>
        </p:grpSpPr>
        <p:sp>
          <p:nvSpPr>
            <p:cNvPr id="116" name="Rectangle 41">
              <a:extLst>
                <a:ext uri="{FF2B5EF4-FFF2-40B4-BE49-F238E27FC236}">
                  <a16:creationId xmlns:a16="http://schemas.microsoft.com/office/drawing/2014/main" id="{132BB9C2-EF51-4529-ABD1-E2BB0DCD6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17" name="Group 42">
              <a:extLst>
                <a:ext uri="{FF2B5EF4-FFF2-40B4-BE49-F238E27FC236}">
                  <a16:creationId xmlns:a16="http://schemas.microsoft.com/office/drawing/2014/main" id="{A23A2FDE-9024-4899-A53C-EA772E929E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12"/>
              <a:chOff x="1979" y="1584"/>
              <a:chExt cx="624" cy="212"/>
            </a:xfrm>
          </p:grpSpPr>
          <p:sp>
            <p:nvSpPr>
              <p:cNvPr id="135" name="Rectangle 43">
                <a:extLst>
                  <a:ext uri="{FF2B5EF4-FFF2-40B4-BE49-F238E27FC236}">
                    <a16:creationId xmlns:a16="http://schemas.microsoft.com/office/drawing/2014/main" id="{CFE52A58-13DE-48B4-91B5-8F0D161DB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6" name="Rectangle 44">
                <a:extLst>
                  <a:ext uri="{FF2B5EF4-FFF2-40B4-BE49-F238E27FC236}">
                    <a16:creationId xmlns:a16="http://schemas.microsoft.com/office/drawing/2014/main" id="{F177BB71-D40E-469D-A75B-2C748B7FF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118" name="Group 45">
              <a:extLst>
                <a:ext uri="{FF2B5EF4-FFF2-40B4-BE49-F238E27FC236}">
                  <a16:creationId xmlns:a16="http://schemas.microsoft.com/office/drawing/2014/main" id="{477BC5D9-4319-4E98-85A4-A3BC809E21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12"/>
              <a:chOff x="2611" y="1584"/>
              <a:chExt cx="580" cy="212"/>
            </a:xfrm>
          </p:grpSpPr>
          <p:sp>
            <p:nvSpPr>
              <p:cNvPr id="133" name="Rectangle 46">
                <a:extLst>
                  <a:ext uri="{FF2B5EF4-FFF2-40B4-BE49-F238E27FC236}">
                    <a16:creationId xmlns:a16="http://schemas.microsoft.com/office/drawing/2014/main" id="{56ABE7FE-4539-46B2-8D88-722CB15EE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4" name="Rectangle 47">
                <a:extLst>
                  <a:ext uri="{FF2B5EF4-FFF2-40B4-BE49-F238E27FC236}">
                    <a16:creationId xmlns:a16="http://schemas.microsoft.com/office/drawing/2014/main" id="{54D9A205-6D35-4C84-B4F0-B4B880E5A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4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19" name="Group 48">
              <a:extLst>
                <a:ext uri="{FF2B5EF4-FFF2-40B4-BE49-F238E27FC236}">
                  <a16:creationId xmlns:a16="http://schemas.microsoft.com/office/drawing/2014/main" id="{4F5EEED9-1189-4814-9046-3B89B5FB98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10"/>
              <a:chOff x="3199" y="1584"/>
              <a:chExt cx="579" cy="210"/>
            </a:xfrm>
          </p:grpSpPr>
          <p:sp>
            <p:nvSpPr>
              <p:cNvPr id="131" name="Rectangle 49">
                <a:extLst>
                  <a:ext uri="{FF2B5EF4-FFF2-40B4-BE49-F238E27FC236}">
                    <a16:creationId xmlns:a16="http://schemas.microsoft.com/office/drawing/2014/main" id="{A2702B0B-EC78-4AE4-817C-6F6537E53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2" name="Rectangle 50">
                <a:extLst>
                  <a:ext uri="{FF2B5EF4-FFF2-40B4-BE49-F238E27FC236}">
                    <a16:creationId xmlns:a16="http://schemas.microsoft.com/office/drawing/2014/main" id="{C048A06F-E76D-409D-9C9E-19A8F520C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4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120" name="Rectangle 51">
              <a:extLst>
                <a:ext uri="{FF2B5EF4-FFF2-40B4-BE49-F238E27FC236}">
                  <a16:creationId xmlns:a16="http://schemas.microsoft.com/office/drawing/2014/main" id="{CDE50E95-C2D1-415A-B3B6-AB53EAAB0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21" name="Rectangle 52">
              <a:extLst>
                <a:ext uri="{FF2B5EF4-FFF2-40B4-BE49-F238E27FC236}">
                  <a16:creationId xmlns:a16="http://schemas.microsoft.com/office/drawing/2014/main" id="{A6B3E4C0-C681-4B85-A834-02F918FF3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7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122" name="Rectangle 53">
              <a:extLst>
                <a:ext uri="{FF2B5EF4-FFF2-40B4-BE49-F238E27FC236}">
                  <a16:creationId xmlns:a16="http://schemas.microsoft.com/office/drawing/2014/main" id="{CAA4CF8E-B340-4C39-A969-E1047C314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2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23" name="Rectangle 54">
              <a:extLst>
                <a:ext uri="{FF2B5EF4-FFF2-40B4-BE49-F238E27FC236}">
                  <a16:creationId xmlns:a16="http://schemas.microsoft.com/office/drawing/2014/main" id="{E1CF58C3-1773-4177-977A-541828FE5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124" name="Rectangle 55">
              <a:extLst>
                <a:ext uri="{FF2B5EF4-FFF2-40B4-BE49-F238E27FC236}">
                  <a16:creationId xmlns:a16="http://schemas.microsoft.com/office/drawing/2014/main" id="{A6CCEE9E-8264-4D47-8A00-3C06132C5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125" name="Rectangle 56">
              <a:extLst>
                <a:ext uri="{FF2B5EF4-FFF2-40B4-BE49-F238E27FC236}">
                  <a16:creationId xmlns:a16="http://schemas.microsoft.com/office/drawing/2014/main" id="{71CACD89-B5A6-4261-8CE2-0EA769C68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126" name="Rectangle 57">
              <a:extLst>
                <a:ext uri="{FF2B5EF4-FFF2-40B4-BE49-F238E27FC236}">
                  <a16:creationId xmlns:a16="http://schemas.microsoft.com/office/drawing/2014/main" id="{1B8ED8EF-A840-4080-B188-151B73A11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127" name="Rectangle 58">
              <a:extLst>
                <a:ext uri="{FF2B5EF4-FFF2-40B4-BE49-F238E27FC236}">
                  <a16:creationId xmlns:a16="http://schemas.microsoft.com/office/drawing/2014/main" id="{666BF109-C144-49B0-8221-1C7FA4B9E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6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28" name="Rectangle 59">
              <a:extLst>
                <a:ext uri="{FF2B5EF4-FFF2-40B4-BE49-F238E27FC236}">
                  <a16:creationId xmlns:a16="http://schemas.microsoft.com/office/drawing/2014/main" id="{72435534-7C2D-4886-9042-06A101008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129" name="Rectangle 60">
              <a:extLst>
                <a:ext uri="{FF2B5EF4-FFF2-40B4-BE49-F238E27FC236}">
                  <a16:creationId xmlns:a16="http://schemas.microsoft.com/office/drawing/2014/main" id="{150D22A4-7C9C-40A7-99FC-42E32E1C6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6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30" name="Rectangle 61">
              <a:extLst>
                <a:ext uri="{FF2B5EF4-FFF2-40B4-BE49-F238E27FC236}">
                  <a16:creationId xmlns:a16="http://schemas.microsoft.com/office/drawing/2014/main" id="{559E320A-FD52-41CE-AE4C-247BD4351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6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grpSp>
        <p:nvGrpSpPr>
          <p:cNvPr id="137" name="Group 4">
            <a:extLst>
              <a:ext uri="{FF2B5EF4-FFF2-40B4-BE49-F238E27FC236}">
                <a16:creationId xmlns:a16="http://schemas.microsoft.com/office/drawing/2014/main" id="{48ECB5EC-7A17-4199-BA7C-AAEE79362703}"/>
              </a:ext>
            </a:extLst>
          </p:cNvPr>
          <p:cNvGrpSpPr>
            <a:grpSpLocks/>
          </p:cNvGrpSpPr>
          <p:nvPr/>
        </p:nvGrpSpPr>
        <p:grpSpPr bwMode="auto">
          <a:xfrm>
            <a:off x="3596650" y="5433294"/>
            <a:ext cx="5594859" cy="946150"/>
            <a:chOff x="1575" y="1824"/>
            <a:chExt cx="4004" cy="596"/>
          </a:xfrm>
        </p:grpSpPr>
        <p:sp>
          <p:nvSpPr>
            <p:cNvPr id="138" name="Rectangle 5">
              <a:extLst>
                <a:ext uri="{FF2B5EF4-FFF2-40B4-BE49-F238E27FC236}">
                  <a16:creationId xmlns:a16="http://schemas.microsoft.com/office/drawing/2014/main" id="{41527793-99F8-433B-A909-653755588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" y="2024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39" name="Group 6">
              <a:extLst>
                <a:ext uri="{FF2B5EF4-FFF2-40B4-BE49-F238E27FC236}">
                  <a16:creationId xmlns:a16="http://schemas.microsoft.com/office/drawing/2014/main" id="{94EF7CE9-7F39-47AD-9389-9863DBEB9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6" y="2016"/>
              <a:ext cx="664" cy="212"/>
              <a:chOff x="1636" y="2016"/>
              <a:chExt cx="664" cy="212"/>
            </a:xfrm>
          </p:grpSpPr>
          <p:sp>
            <p:nvSpPr>
              <p:cNvPr id="147" name="Rectangle 7">
                <a:extLst>
                  <a:ext uri="{FF2B5EF4-FFF2-40B4-BE49-F238E27FC236}">
                    <a16:creationId xmlns:a16="http://schemas.microsoft.com/office/drawing/2014/main" id="{9BBB293B-682E-4129-B911-63127D368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02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8" name="Rectangle 8">
                <a:extLst>
                  <a:ext uri="{FF2B5EF4-FFF2-40B4-BE49-F238E27FC236}">
                    <a16:creationId xmlns:a16="http://schemas.microsoft.com/office/drawing/2014/main" id="{3BC2E2C7-F933-40E6-9CA6-9245155B7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3" y="2016"/>
                <a:ext cx="2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sp>
          <p:nvSpPr>
            <p:cNvPr id="140" name="Rectangle 9">
              <a:extLst>
                <a:ext uri="{FF2B5EF4-FFF2-40B4-BE49-F238E27FC236}">
                  <a16:creationId xmlns:a16="http://schemas.microsoft.com/office/drawing/2014/main" id="{11D61FF5-FBCA-44CA-883E-567B5208B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2020"/>
              <a:ext cx="316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971CB60D-734E-499F-901A-136D317F8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2016"/>
              <a:ext cx="107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target address</a:t>
              </a:r>
            </a:p>
          </p:txBody>
        </p:sp>
        <p:sp>
          <p:nvSpPr>
            <p:cNvPr id="142" name="Rectangle 11">
              <a:extLst>
                <a:ext uri="{FF2B5EF4-FFF2-40B4-BE49-F238E27FC236}">
                  <a16:creationId xmlns:a16="http://schemas.microsoft.com/office/drawing/2014/main" id="{71D61454-8128-4DE4-A6C3-564993CFF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" y="1824"/>
              <a:ext cx="2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43" name="Rectangle 12">
              <a:extLst>
                <a:ext uri="{FF2B5EF4-FFF2-40B4-BE49-F238E27FC236}">
                  <a16:creationId xmlns:a16="http://schemas.microsoft.com/office/drawing/2014/main" id="{955140E2-7B5E-4BFF-9380-F40571A3D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824"/>
              <a:ext cx="2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144" name="Rectangle 13">
              <a:extLst>
                <a:ext uri="{FF2B5EF4-FFF2-40B4-BE49-F238E27FC236}">
                  <a16:creationId xmlns:a16="http://schemas.microsoft.com/office/drawing/2014/main" id="{428172D1-DB20-4004-9D29-584959A5F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824"/>
              <a:ext cx="2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145" name="Rectangle 14">
              <a:extLst>
                <a:ext uri="{FF2B5EF4-FFF2-40B4-BE49-F238E27FC236}">
                  <a16:creationId xmlns:a16="http://schemas.microsoft.com/office/drawing/2014/main" id="{450B6588-E224-42F1-B9B8-8981F73E7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2208"/>
              <a:ext cx="48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0AB8922A-AF53-4715-9251-362883E81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208"/>
              <a:ext cx="56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 bits</a:t>
              </a:r>
            </a:p>
          </p:txBody>
        </p:sp>
      </p:grpSp>
      <p:sp>
        <p:nvSpPr>
          <p:cNvPr id="150" name="文本框 3">
            <a:extLst>
              <a:ext uri="{FF2B5EF4-FFF2-40B4-BE49-F238E27FC236}">
                <a16:creationId xmlns:a16="http://schemas.microsoft.com/office/drawing/2014/main" id="{51BB6737-50D2-49AF-81D5-10CE1670B918}"/>
              </a:ext>
            </a:extLst>
          </p:cNvPr>
          <p:cNvSpPr txBox="1"/>
          <p:nvPr/>
        </p:nvSpPr>
        <p:spPr>
          <a:xfrm>
            <a:off x="5743106" y="2493226"/>
            <a:ext cx="141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lt"/>
                <a:ea typeface="SimHei" panose="02010609060101010101" pitchFamily="49" charset="-122"/>
              </a:rPr>
              <a:t>R-type</a:t>
            </a:r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1" name="文本框 77">
            <a:extLst>
              <a:ext uri="{FF2B5EF4-FFF2-40B4-BE49-F238E27FC236}">
                <a16:creationId xmlns:a16="http://schemas.microsoft.com/office/drawing/2014/main" id="{2B15122A-113B-4CAA-9FE0-52C221E9FACC}"/>
              </a:ext>
            </a:extLst>
          </p:cNvPr>
          <p:cNvSpPr txBox="1"/>
          <p:nvPr/>
        </p:nvSpPr>
        <p:spPr>
          <a:xfrm>
            <a:off x="5743106" y="4514327"/>
            <a:ext cx="141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lt"/>
                <a:ea typeface="SimHei" panose="02010609060101010101" pitchFamily="49" charset="-122"/>
              </a:rPr>
              <a:t>I-type</a:t>
            </a:r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文本框 78">
            <a:extLst>
              <a:ext uri="{FF2B5EF4-FFF2-40B4-BE49-F238E27FC236}">
                <a16:creationId xmlns:a16="http://schemas.microsoft.com/office/drawing/2014/main" id="{1B233E68-6AFA-424F-B336-F5C2EF886E79}"/>
              </a:ext>
            </a:extLst>
          </p:cNvPr>
          <p:cNvSpPr txBox="1"/>
          <p:nvPr/>
        </p:nvSpPr>
        <p:spPr>
          <a:xfrm>
            <a:off x="5773167" y="6354044"/>
            <a:ext cx="141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lt"/>
                <a:ea typeface="SimHei" panose="02010609060101010101" pitchFamily="49" charset="-122"/>
              </a:rPr>
              <a:t>J-type</a:t>
            </a:r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2176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4479F-D6B6-4A45-83BC-23E1373F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根据指令集分析数据通路组成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925C8D-DEC4-439B-816A-9E9F0F5E3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10" y="2382004"/>
            <a:ext cx="5622585" cy="4525963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rgbClr val="3333FF"/>
                </a:solidFill>
              </a:rPr>
              <a:t>存储器</a:t>
            </a:r>
            <a:r>
              <a:rPr lang="en-US" altLang="zh-CN" sz="2400" dirty="0">
                <a:solidFill>
                  <a:srgbClr val="3333FF"/>
                </a:solidFill>
              </a:rPr>
              <a:t>(Memory)</a:t>
            </a:r>
            <a:endParaRPr lang="zh-CN" altLang="en-US" sz="2400" dirty="0">
              <a:solidFill>
                <a:srgbClr val="3333FF"/>
              </a:solidFill>
            </a:endParaRPr>
          </a:p>
          <a:p>
            <a:pPr lvl="1" eaLnBrk="1" hangingPunct="1"/>
            <a:r>
              <a:rPr lang="zh-CN" altLang="en-US" sz="2400" dirty="0"/>
              <a:t>一个指令存储器、一个数据存储器</a:t>
            </a:r>
          </a:p>
          <a:p>
            <a:pPr eaLnBrk="1" hangingPunct="1"/>
            <a:r>
              <a:rPr lang="zh-CN" altLang="en-US" sz="2400" dirty="0">
                <a:solidFill>
                  <a:srgbClr val="3333FF"/>
                </a:solidFill>
              </a:rPr>
              <a:t>寄存器</a:t>
            </a:r>
            <a:r>
              <a:rPr lang="en-US" altLang="en-US" sz="2400" dirty="0">
                <a:solidFill>
                  <a:srgbClr val="3333FF"/>
                </a:solidFill>
              </a:rPr>
              <a:t>(32 x 32bit  Register</a:t>
            </a:r>
            <a:r>
              <a:rPr lang="zh-CN" altLang="en-US" sz="2400" dirty="0">
                <a:solidFill>
                  <a:srgbClr val="3333FF"/>
                </a:solidFill>
              </a:rPr>
              <a:t> </a:t>
            </a:r>
            <a:r>
              <a:rPr lang="en-US" altLang="zh-CN" sz="2400" dirty="0">
                <a:solidFill>
                  <a:srgbClr val="3333FF"/>
                </a:solidFill>
              </a:rPr>
              <a:t>File,</a:t>
            </a:r>
            <a:r>
              <a:rPr lang="zh-CN" altLang="en-US" sz="2400" dirty="0">
                <a:solidFill>
                  <a:srgbClr val="3333FF"/>
                </a:solidFill>
              </a:rPr>
              <a:t> </a:t>
            </a:r>
            <a:r>
              <a:rPr lang="en-US" altLang="zh-CN" sz="2400" dirty="0">
                <a:solidFill>
                  <a:srgbClr val="3333FF"/>
                </a:solidFill>
              </a:rPr>
              <a:t>RF</a:t>
            </a:r>
            <a:r>
              <a:rPr lang="en-US" altLang="en-US" sz="2400" dirty="0">
                <a:solidFill>
                  <a:srgbClr val="3333FF"/>
                </a:solidFill>
              </a:rPr>
              <a:t>)</a:t>
            </a:r>
          </a:p>
          <a:p>
            <a:pPr lvl="1" eaLnBrk="1" hangingPunct="1"/>
            <a:r>
              <a:rPr lang="zh-CN" altLang="en-US" sz="2400" dirty="0"/>
              <a:t>可以为</a:t>
            </a:r>
            <a:r>
              <a:rPr lang="en-US" altLang="en-US" sz="2400" dirty="0"/>
              <a:t> </a:t>
            </a:r>
            <a:r>
              <a:rPr lang="en-US" altLang="zh-CN" sz="2400" dirty="0" err="1"/>
              <a:t>rs</a:t>
            </a:r>
            <a:r>
              <a:rPr lang="en-US" altLang="en-US" sz="2400" dirty="0"/>
              <a:t> </a:t>
            </a:r>
            <a:r>
              <a:rPr lang="en-US" altLang="zh-CN" sz="2400" dirty="0" err="1"/>
              <a:t>提供</a:t>
            </a:r>
            <a:r>
              <a:rPr lang="zh-CN" altLang="en-US" sz="2400" dirty="0"/>
              <a:t>数据读取</a:t>
            </a:r>
            <a:endParaRPr lang="en-US" altLang="en-US" sz="2400" dirty="0"/>
          </a:p>
          <a:p>
            <a:pPr lvl="1" eaLnBrk="1" hangingPunct="1"/>
            <a:r>
              <a:rPr lang="zh-CN" altLang="en-US" sz="2400" dirty="0"/>
              <a:t>可以为</a:t>
            </a:r>
            <a:r>
              <a:rPr lang="en-US" altLang="zh-CN" sz="2400" dirty="0"/>
              <a:t> rt </a:t>
            </a:r>
            <a:r>
              <a:rPr lang="en-US" altLang="zh-CN" sz="2400" dirty="0" err="1"/>
              <a:t>提供</a:t>
            </a:r>
            <a:r>
              <a:rPr lang="zh-CN" altLang="en-US" sz="2400" dirty="0"/>
              <a:t>数据读取</a:t>
            </a:r>
            <a:endParaRPr lang="en-US" altLang="en-US" sz="2400" dirty="0"/>
          </a:p>
          <a:p>
            <a:pPr lvl="1" eaLnBrk="1" hangingPunct="1"/>
            <a:r>
              <a:rPr lang="zh-CN" altLang="en-US" sz="2400" dirty="0"/>
              <a:t>可以为</a:t>
            </a:r>
            <a:r>
              <a:rPr lang="en-US" altLang="zh-CN" sz="2400" dirty="0"/>
              <a:t> rt </a:t>
            </a:r>
            <a:r>
              <a:rPr lang="zh-CN" altLang="en-US" sz="2400" dirty="0"/>
              <a:t>或者</a:t>
            </a:r>
            <a:r>
              <a:rPr lang="en-US" altLang="zh-CN" sz="2400" dirty="0"/>
              <a:t> </a:t>
            </a:r>
            <a:r>
              <a:rPr lang="en-US" altLang="zh-CN" sz="2400" dirty="0" err="1"/>
              <a:t>rd</a:t>
            </a:r>
            <a:r>
              <a:rPr lang="en-US" altLang="zh-CN" sz="2400" dirty="0"/>
              <a:t> </a:t>
            </a:r>
            <a:r>
              <a:rPr lang="zh-CN" altLang="en-US" sz="2400" dirty="0"/>
              <a:t>提供数据写入</a:t>
            </a:r>
          </a:p>
          <a:p>
            <a:pPr eaLnBrk="1" hangingPunct="1"/>
            <a:r>
              <a:rPr lang="zh-CN" altLang="en-US" sz="2400" dirty="0">
                <a:solidFill>
                  <a:srgbClr val="3333FF"/>
                </a:solidFill>
              </a:rPr>
              <a:t>程序计数器</a:t>
            </a:r>
            <a:r>
              <a:rPr lang="en-US" altLang="zh-CN" sz="2400" dirty="0">
                <a:solidFill>
                  <a:srgbClr val="3333FF"/>
                </a:solidFill>
              </a:rPr>
              <a:t>(Program Counter, PC)</a:t>
            </a:r>
            <a:endParaRPr lang="en-US" altLang="en-US" sz="2400" dirty="0">
              <a:solidFill>
                <a:srgbClr val="3333FF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1AF98D-4F5C-4B78-B8CC-906C250A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27BFB75-A4A9-4E29-A027-01995920E1C5}"/>
              </a:ext>
            </a:extLst>
          </p:cNvPr>
          <p:cNvSpPr txBox="1">
            <a:spLocks/>
          </p:cNvSpPr>
          <p:nvPr/>
        </p:nvSpPr>
        <p:spPr bwMode="auto">
          <a:xfrm>
            <a:off x="1455906" y="1773727"/>
            <a:ext cx="6569413" cy="659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kern="0" dirty="0">
                <a:ea typeface="SimHei" panose="02010609060101010101" pitchFamily="49" charset="-122"/>
              </a:rPr>
              <a:t>存储单元：输入、输出和内部状态</a:t>
            </a:r>
            <a:endParaRPr lang="en-US" altLang="zh-CN" kern="0" dirty="0">
              <a:ea typeface="SimHei" panose="02010609060101010101" pitchFamily="49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EACD0D4-CE87-4D08-B719-C948F3985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642" y="2706500"/>
            <a:ext cx="3077737" cy="2987485"/>
          </a:xfrm>
          <a:prstGeom prst="rect">
            <a:avLst/>
          </a:prstGeom>
          <a:solidFill>
            <a:srgbClr val="E1EF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ADD , SUB, AND, SLT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add </a:t>
            </a:r>
            <a:r>
              <a:rPr lang="en-US" altLang="en-US" dirty="0" err="1">
                <a:solidFill>
                  <a:srgbClr val="FF0000"/>
                </a:solidFill>
                <a:ea typeface="SimHei" panose="02010609060101010101" pitchFamily="49" charset="-122"/>
              </a:rPr>
              <a:t>rd</a:t>
            </a: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ea typeface="SimHei" panose="02010609060101010101" pitchFamily="49" charset="-122"/>
              </a:rPr>
              <a:t>rs</a:t>
            </a: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ea typeface="SimHei" panose="02010609060101010101" pitchFamily="49" charset="-122"/>
              </a:rPr>
              <a:t>rt</a:t>
            </a:r>
            <a:endParaRPr lang="en-US" altLang="en-US" dirty="0">
              <a:solidFill>
                <a:srgbClr val="FF0000"/>
              </a:solidFill>
              <a:ea typeface="SimHei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OR Immediate: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 err="1">
                <a:ea typeface="SimHei" panose="02010609060101010101" pitchFamily="49" charset="-122"/>
              </a:rPr>
              <a:t>ori</a:t>
            </a:r>
            <a:r>
              <a:rPr lang="en-US" altLang="en-US" dirty="0">
                <a:ea typeface="SimHei" panose="02010609060101010101" pitchFamily="49" charset="-122"/>
              </a:rPr>
              <a:t>  </a:t>
            </a: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rt, </a:t>
            </a:r>
            <a:r>
              <a:rPr lang="en-US" altLang="en-US" dirty="0" err="1">
                <a:solidFill>
                  <a:srgbClr val="FF0000"/>
                </a:solidFill>
                <a:ea typeface="SimHei" panose="02010609060101010101" pitchFamily="49" charset="-122"/>
              </a:rPr>
              <a:t>rs</a:t>
            </a: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, imm16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LOAD and STORE Word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 err="1">
                <a:ea typeface="SimHei" panose="02010609060101010101" pitchFamily="49" charset="-122"/>
              </a:rPr>
              <a:t>lw</a:t>
            </a:r>
            <a:r>
              <a:rPr lang="en-US" altLang="en-US" dirty="0">
                <a:ea typeface="SimHei" panose="02010609060101010101" pitchFamily="49" charset="-122"/>
              </a:rPr>
              <a:t> </a:t>
            </a: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rt, imm16(</a:t>
            </a:r>
            <a:r>
              <a:rPr lang="en-US" altLang="en-US" dirty="0" err="1">
                <a:solidFill>
                  <a:srgbClr val="FF0000"/>
                </a:solidFill>
                <a:ea typeface="SimHei" panose="02010609060101010101" pitchFamily="49" charset="-122"/>
              </a:rPr>
              <a:t>rs</a:t>
            </a: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BRANCH, JUMP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 err="1">
                <a:ea typeface="SimHei" panose="02010609060101010101" pitchFamily="49" charset="-122"/>
              </a:rPr>
              <a:t>beq</a:t>
            </a:r>
            <a:r>
              <a:rPr lang="en-US" altLang="en-US" dirty="0">
                <a:ea typeface="SimHei" panose="02010609060101010101" pitchFamily="49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ea typeface="SimHei" panose="02010609060101010101" pitchFamily="49" charset="-122"/>
              </a:rPr>
              <a:t>rs</a:t>
            </a:r>
            <a:r>
              <a:rPr lang="en-US" altLang="zh-CN" dirty="0">
                <a:solidFill>
                  <a:srgbClr val="FF0000"/>
                </a:solidFill>
                <a:ea typeface="SimHei" panose="02010609060101010101" pitchFamily="49" charset="-122"/>
              </a:rPr>
              <a:t>, </a:t>
            </a: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rt, imm16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j </a:t>
            </a: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42825115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4479F-D6B6-4A45-83BC-23E1373F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根据指令集分析数据通路组成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925C8D-DEC4-439B-816A-9E9F0F5E3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10" y="2382004"/>
            <a:ext cx="5622585" cy="4525963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rgbClr val="3333FF"/>
                </a:solidFill>
              </a:rPr>
              <a:t>算术</a:t>
            </a:r>
            <a:r>
              <a:rPr lang="en-US" altLang="zh-CN" sz="2400" dirty="0">
                <a:solidFill>
                  <a:srgbClr val="3333FF"/>
                </a:solidFill>
              </a:rPr>
              <a:t>/</a:t>
            </a:r>
            <a:r>
              <a:rPr lang="zh-CN" altLang="en-US" sz="2400" dirty="0">
                <a:solidFill>
                  <a:srgbClr val="3333FF"/>
                </a:solidFill>
              </a:rPr>
              <a:t>逻辑运算单元（</a:t>
            </a:r>
            <a:r>
              <a:rPr lang="en-US" altLang="zh-CN" sz="2400" dirty="0">
                <a:solidFill>
                  <a:srgbClr val="3333FF"/>
                </a:solidFill>
              </a:rPr>
              <a:t>ALU</a:t>
            </a:r>
            <a:r>
              <a:rPr lang="zh-CN" altLang="en-US" sz="2400" dirty="0">
                <a:solidFill>
                  <a:srgbClr val="3333FF"/>
                </a:solidFill>
              </a:rPr>
              <a:t>）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lvl="1" eaLnBrk="1" hangingPunct="1"/>
            <a:r>
              <a:rPr lang="zh-CN" altLang="en-US" sz="2400" dirty="0"/>
              <a:t>两个寄存器之间或者是一个寄存器和一个经过扩展后的立即数之间</a:t>
            </a:r>
            <a:endParaRPr lang="en-US" altLang="zh-CN" sz="2400" dirty="0"/>
          </a:p>
          <a:p>
            <a:pPr eaLnBrk="1" hangingPunct="1"/>
            <a:r>
              <a:rPr lang="zh-CN" altLang="en-US" sz="2400" dirty="0">
                <a:solidFill>
                  <a:srgbClr val="3333FF"/>
                </a:solidFill>
              </a:rPr>
              <a:t>扩展电路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lvl="1" eaLnBrk="1" hangingPunct="1"/>
            <a:r>
              <a:rPr lang="zh-CN" altLang="en-US" sz="2400" dirty="0"/>
              <a:t>为立即数提供扩展支持</a:t>
            </a:r>
            <a:endParaRPr lang="en-US" altLang="en-US" sz="2400" dirty="0"/>
          </a:p>
          <a:p>
            <a:pPr eaLnBrk="1" hangingPunct="1"/>
            <a:r>
              <a:rPr lang="en-US" altLang="en-US" sz="2400" dirty="0" err="1">
                <a:solidFill>
                  <a:srgbClr val="3333FF"/>
                </a:solidFill>
              </a:rPr>
              <a:t>PC</a:t>
            </a:r>
            <a:r>
              <a:rPr lang="en-US" altLang="zh-CN" sz="2400" dirty="0" err="1">
                <a:solidFill>
                  <a:srgbClr val="3333FF"/>
                </a:solidFill>
              </a:rPr>
              <a:t>更新</a:t>
            </a:r>
            <a:r>
              <a:rPr lang="zh-CN" altLang="en-US" sz="2400" dirty="0">
                <a:solidFill>
                  <a:srgbClr val="3333FF"/>
                </a:solidFill>
              </a:rPr>
              <a:t>电路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lvl="1" eaLnBrk="1" hangingPunct="1"/>
            <a:r>
              <a:rPr lang="zh-CN" altLang="en-US" sz="2400" dirty="0"/>
              <a:t>可以加</a:t>
            </a:r>
            <a:r>
              <a:rPr lang="en-US" altLang="zh-CN" sz="2400" dirty="0"/>
              <a:t>4</a:t>
            </a:r>
            <a:r>
              <a:rPr lang="zh-CN" altLang="en-US" sz="2400" dirty="0"/>
              <a:t>或者加上一个立即数扩展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或者</a:t>
            </a:r>
            <a:r>
              <a:rPr lang="en-US" altLang="zh-CN" sz="2400" dirty="0"/>
              <a:t>j</a:t>
            </a:r>
            <a:r>
              <a:rPr lang="zh-CN" altLang="en-US" sz="2400" dirty="0"/>
              <a:t>跳转更新</a:t>
            </a:r>
            <a:endParaRPr lang="en-US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1AF98D-4F5C-4B78-B8CC-906C250A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27BFB75-A4A9-4E29-A027-01995920E1C5}"/>
              </a:ext>
            </a:extLst>
          </p:cNvPr>
          <p:cNvSpPr txBox="1">
            <a:spLocks/>
          </p:cNvSpPr>
          <p:nvPr/>
        </p:nvSpPr>
        <p:spPr bwMode="auto">
          <a:xfrm>
            <a:off x="1455906" y="1773727"/>
            <a:ext cx="6569413" cy="659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kern="0" dirty="0">
                <a:ea typeface="SimHei" panose="02010609060101010101" pitchFamily="49" charset="-122"/>
              </a:rPr>
              <a:t>计算单元（组合逻辑部分）</a:t>
            </a:r>
            <a:endParaRPr lang="en-US" altLang="zh-CN" kern="0" dirty="0">
              <a:ea typeface="SimHei" panose="02010609060101010101" pitchFamily="49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035DC1D-A658-4275-B0DF-B79FBA1D7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174" y="2706500"/>
            <a:ext cx="3077737" cy="2987485"/>
          </a:xfrm>
          <a:prstGeom prst="rect">
            <a:avLst/>
          </a:prstGeom>
          <a:solidFill>
            <a:srgbClr val="E1EF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ADD , SUB, AND, SLT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add</a:t>
            </a:r>
            <a:r>
              <a:rPr lang="en-US" altLang="en-US" dirty="0">
                <a:ea typeface="SimHei" panose="02010609060101010101" pitchFamily="49" charset="-122"/>
              </a:rPr>
              <a:t> </a:t>
            </a:r>
            <a:r>
              <a:rPr lang="en-US" altLang="en-US" dirty="0" err="1">
                <a:ea typeface="SimHei" panose="02010609060101010101" pitchFamily="49" charset="-122"/>
              </a:rPr>
              <a:t>rd</a:t>
            </a:r>
            <a:r>
              <a:rPr lang="en-US" altLang="en-US" dirty="0">
                <a:ea typeface="SimHei" panose="02010609060101010101" pitchFamily="49" charset="-122"/>
              </a:rPr>
              <a:t>, </a:t>
            </a:r>
            <a:r>
              <a:rPr lang="en-US" altLang="en-US" dirty="0" err="1">
                <a:ea typeface="SimHei" panose="02010609060101010101" pitchFamily="49" charset="-122"/>
              </a:rPr>
              <a:t>rs</a:t>
            </a:r>
            <a:r>
              <a:rPr lang="en-US" altLang="en-US" dirty="0">
                <a:ea typeface="SimHei" panose="02010609060101010101" pitchFamily="49" charset="-122"/>
              </a:rPr>
              <a:t>, rt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OR Immediate: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 err="1">
                <a:solidFill>
                  <a:srgbClr val="FF0000"/>
                </a:solidFill>
                <a:ea typeface="SimHei" panose="02010609060101010101" pitchFamily="49" charset="-122"/>
              </a:rPr>
              <a:t>ori</a:t>
            </a: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 </a:t>
            </a:r>
            <a:r>
              <a:rPr lang="en-US" altLang="en-US" dirty="0">
                <a:ea typeface="SimHei" panose="02010609060101010101" pitchFamily="49" charset="-122"/>
              </a:rPr>
              <a:t> rt, </a:t>
            </a:r>
            <a:r>
              <a:rPr lang="en-US" altLang="en-US" dirty="0" err="1">
                <a:ea typeface="SimHei" panose="02010609060101010101" pitchFamily="49" charset="-122"/>
              </a:rPr>
              <a:t>rs</a:t>
            </a:r>
            <a:r>
              <a:rPr lang="en-US" altLang="en-US" dirty="0">
                <a:ea typeface="SimHei" panose="02010609060101010101" pitchFamily="49" charset="-122"/>
              </a:rPr>
              <a:t>, imm16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LOAD and STORE Word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 err="1">
                <a:solidFill>
                  <a:srgbClr val="FF0000"/>
                </a:solidFill>
                <a:ea typeface="SimHei" panose="02010609060101010101" pitchFamily="49" charset="-122"/>
              </a:rPr>
              <a:t>lw</a:t>
            </a:r>
            <a:r>
              <a:rPr lang="en-US" altLang="en-US" dirty="0">
                <a:ea typeface="SimHei" panose="02010609060101010101" pitchFamily="49" charset="-122"/>
              </a:rPr>
              <a:t> rt, imm16(</a:t>
            </a:r>
            <a:r>
              <a:rPr lang="en-US" altLang="en-US" dirty="0" err="1">
                <a:ea typeface="SimHei" panose="02010609060101010101" pitchFamily="49" charset="-122"/>
              </a:rPr>
              <a:t>rs</a:t>
            </a:r>
            <a:r>
              <a:rPr lang="en-US" altLang="en-US" dirty="0">
                <a:ea typeface="SimHei" panose="02010609060101010101" pitchFamily="49" charset="-122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dirty="0">
                <a:ea typeface="SimHei" panose="02010609060101010101" pitchFamily="49" charset="-122"/>
              </a:rPr>
              <a:t>BRANCH, JUMP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 err="1">
                <a:solidFill>
                  <a:srgbClr val="FF0000"/>
                </a:solidFill>
                <a:ea typeface="SimHei" panose="02010609060101010101" pitchFamily="49" charset="-122"/>
              </a:rPr>
              <a:t>beq</a:t>
            </a:r>
            <a:r>
              <a:rPr lang="en-US" altLang="en-US" dirty="0">
                <a:ea typeface="SimHei" panose="02010609060101010101" pitchFamily="49" charset="-122"/>
              </a:rPr>
              <a:t> </a:t>
            </a:r>
            <a:r>
              <a:rPr lang="en-US" altLang="zh-CN" dirty="0" err="1">
                <a:ea typeface="SimHei" panose="02010609060101010101" pitchFamily="49" charset="-122"/>
              </a:rPr>
              <a:t>rs</a:t>
            </a:r>
            <a:r>
              <a:rPr lang="en-US" altLang="zh-CN" dirty="0">
                <a:ea typeface="SimHei" panose="02010609060101010101" pitchFamily="49" charset="-122"/>
              </a:rPr>
              <a:t>, </a:t>
            </a:r>
            <a:r>
              <a:rPr lang="en-US" altLang="en-US" dirty="0">
                <a:ea typeface="SimHei" panose="02010609060101010101" pitchFamily="49" charset="-122"/>
              </a:rPr>
              <a:t>rt, imm16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dirty="0">
                <a:solidFill>
                  <a:srgbClr val="FF0000"/>
                </a:solidFill>
                <a:ea typeface="SimHei" panose="02010609060101010101" pitchFamily="49" charset="-122"/>
              </a:rPr>
              <a:t>j</a:t>
            </a:r>
            <a:r>
              <a:rPr lang="en-US" altLang="en-US" dirty="0">
                <a:ea typeface="SimHei" panose="02010609060101010101" pitchFamily="49" charset="-122"/>
              </a:rPr>
              <a:t> Lab</a:t>
            </a:r>
            <a:r>
              <a:rPr lang="en-US" altLang="zh-CN" dirty="0">
                <a:ea typeface="SimHei" panose="02010609060101010101" pitchFamily="49" charset="-122"/>
              </a:rPr>
              <a:t>e</a:t>
            </a:r>
            <a:r>
              <a:rPr lang="en-US" altLang="en-US" dirty="0">
                <a:ea typeface="SimHei" panose="02010609060101010101" pitchFamily="49" charset="-122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268840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/>
              <a:t>复习与回顾</a:t>
            </a:r>
            <a:endParaRPr lang="en-US" altLang="zh-CN" dirty="0"/>
          </a:p>
          <a:p>
            <a:pPr marL="342900" lvl="1" indent="-342900">
              <a:buFontTx/>
              <a:buChar char="•"/>
            </a:pPr>
            <a:r>
              <a:rPr lang="zh-CN" altLang="en-US" sz="3200" dirty="0">
                <a:solidFill>
                  <a:srgbClr val="3333FF"/>
                </a:solidFill>
                <a:cs typeface="+mn-cs"/>
              </a:rPr>
              <a:t>单周期数据通路设计流程</a:t>
            </a:r>
            <a:endParaRPr lang="en-US" altLang="zh-CN" sz="3200" dirty="0">
              <a:solidFill>
                <a:srgbClr val="3333FF"/>
              </a:solidFill>
              <a:cs typeface="+mn-cs"/>
            </a:endParaRPr>
          </a:p>
          <a:p>
            <a:pPr lvl="1"/>
            <a:r>
              <a:rPr lang="zh-CN" altLang="en-US" sz="2400" dirty="0"/>
              <a:t>指令集和设计需求分析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rgbClr val="3333FF"/>
                </a:solidFill>
              </a:rPr>
              <a:t>功能模块设计</a:t>
            </a:r>
            <a:endParaRPr lang="en-US" altLang="zh-CN" dirty="0">
              <a:solidFill>
                <a:srgbClr val="3333FF"/>
              </a:solidFill>
            </a:endParaRPr>
          </a:p>
          <a:p>
            <a:pPr lvl="1"/>
            <a:r>
              <a:rPr lang="zh-CN" altLang="en-US" sz="2400" dirty="0"/>
              <a:t>数据通路模块组装</a:t>
            </a:r>
            <a:endParaRPr lang="en-US" altLang="zh-CN" sz="2400" dirty="0"/>
          </a:p>
          <a:p>
            <a:pPr lvl="1"/>
            <a:r>
              <a:rPr lang="zh-CN" altLang="en-US" sz="2400" dirty="0"/>
              <a:t>控制信号分析与逻辑设计</a:t>
            </a:r>
            <a:endParaRPr lang="en-US" altLang="zh-CN" sz="2400" dirty="0"/>
          </a:p>
          <a:p>
            <a:r>
              <a:rPr lang="zh-CN" altLang="en-US" dirty="0"/>
              <a:t>单周期数据通路延时分析</a:t>
            </a:r>
            <a:endParaRPr lang="en-US" altLang="zh-CN" dirty="0"/>
          </a:p>
          <a:p>
            <a:r>
              <a:rPr lang="zh-CN" altLang="en-US" dirty="0"/>
              <a:t>多周期数据通路</a:t>
            </a:r>
            <a:endParaRPr lang="en-US" altLang="zh-CN" dirty="0"/>
          </a:p>
          <a:p>
            <a:r>
              <a:rPr lang="zh-CN" altLang="en-US" dirty="0"/>
              <a:t>异常与中断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1936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C8012-99F4-4AB5-9E79-7B4ED5C7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确定数据通路的组成模块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7D0B2B-FD8F-44F3-B103-9E211FB8F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组合逻辑电路部分</a:t>
            </a:r>
            <a:endParaRPr lang="en-US" altLang="zh-CN" dirty="0"/>
          </a:p>
          <a:p>
            <a:pPr lvl="1"/>
            <a:r>
              <a:rPr lang="zh-CN" altLang="en-US" dirty="0"/>
              <a:t>“计算”为主，不同于单纯的“逻辑”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存储单元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“数据”为主，不同于单纯的“状态”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69BEE2-EAA8-495B-8AF3-CAF19395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33197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0CF5E-3A39-4D81-8621-517E0543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组合逻辑部分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BDAB57-B000-44A8-AA0D-F7FAF54D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5ADF8E84-0D52-4543-9165-C3DBE7D293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59086" y="1730138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2819D3D-5554-4939-A5EB-7FF7E8A3F041}"/>
              </a:ext>
            </a:extLst>
          </p:cNvPr>
          <p:cNvGrpSpPr>
            <a:grpSpLocks/>
          </p:cNvGrpSpPr>
          <p:nvPr/>
        </p:nvGrpSpPr>
        <p:grpSpPr bwMode="auto">
          <a:xfrm>
            <a:off x="4236968" y="1577738"/>
            <a:ext cx="460376" cy="1236663"/>
            <a:chOff x="2114" y="624"/>
            <a:chExt cx="290" cy="779"/>
          </a:xfrm>
        </p:grpSpPr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2DE2B486-6F9E-40E8-A906-99DF2BA99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8" y="624"/>
              <a:ext cx="2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AF806015-FA18-4F5A-9763-7146F2D8A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8" y="629"/>
              <a:ext cx="286" cy="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620213AB-C725-4E6B-8314-BF0FF7E04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828"/>
              <a:ext cx="142" cy="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8520125E-28D4-46E8-A682-E8D97205E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7D893652-4924-4385-A10A-1B57EE164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824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1769CDB0-BF9B-4A9B-B29D-FC5E7A156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8" y="1090"/>
              <a:ext cx="138" cy="1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AED6143B-FDFA-4426-8186-A1855B0C2A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0" y="1194"/>
              <a:ext cx="1" cy="2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7A53EC08-D657-45CC-86E4-CE9146707F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7" y="1182"/>
              <a:ext cx="287" cy="2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5" name="Line 14">
            <a:extLst>
              <a:ext uri="{FF2B5EF4-FFF2-40B4-BE49-F238E27FC236}">
                <a16:creationId xmlns:a16="http://schemas.microsoft.com/office/drawing/2014/main" id="{6BBACD5A-E089-4A38-B285-D8F030DF91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6436" y="16602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B9D77B-903D-47E9-A572-97BE79A86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99" y="1685688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16FDC963-2F89-4468-8CEE-C0A56FD05E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59086" y="2644538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EDB64EE9-533D-4B67-B129-5DC18DDA67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6436" y="25746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86D60B-7692-40A6-877D-3E37D7624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99" y="2600088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B863B-0C81-48A9-B67C-C9FDE77A6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699" y="1533288"/>
            <a:ext cx="35426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191087-5B74-44ED-9434-FA95F9372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699" y="2447688"/>
            <a:ext cx="35426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B</a:t>
            </a: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9BEDBB03-9D61-4E80-9CD3-CDE7AB6929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78286" y="2187338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C859BA7C-4E63-4352-8C53-1D78D5E72B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65636" y="21174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9BC859-D315-432E-95E6-256056E68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899" y="2142888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63A4E4-4923-49F4-832A-6CFF0A506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699" y="1990488"/>
            <a:ext cx="71013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Sum</a:t>
            </a:r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CAF6AA78-829A-4F8F-A03E-1DA0D6F3C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5086" y="2640693"/>
            <a:ext cx="965200" cy="384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884B0C-503B-4BBA-AD21-5E322282E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699" y="2447688"/>
            <a:ext cx="80951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Carry</a:t>
            </a:r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4DE63D44-678C-4C8B-8607-8850671E1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4453" y="5492751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6426F3E-12E3-4517-8A90-FAA3D85E0B9F}"/>
              </a:ext>
            </a:extLst>
          </p:cNvPr>
          <p:cNvGrpSpPr>
            <a:grpSpLocks/>
          </p:cNvGrpSpPr>
          <p:nvPr/>
        </p:nvGrpSpPr>
        <p:grpSpPr bwMode="auto">
          <a:xfrm>
            <a:off x="4281853" y="5346703"/>
            <a:ext cx="454025" cy="1192213"/>
            <a:chOff x="2072" y="3220"/>
            <a:chExt cx="286" cy="751"/>
          </a:xfrm>
        </p:grpSpPr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492664F2-801D-4328-A0ED-0D5F42C0D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3220"/>
              <a:ext cx="4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E0635925-2078-4963-BCE3-B130ED90D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2" y="3224"/>
              <a:ext cx="280" cy="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E2E41B6D-7C05-4103-8287-52B6838A5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2" y="3416"/>
              <a:ext cx="134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B021344F-2828-4948-A722-8ADBCDAEA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512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8E590644-4EED-4614-A8EA-D8F55F346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416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C21586B7-115A-40BC-B5D5-044533C27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9" y="3680"/>
              <a:ext cx="128" cy="1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90947503-4C16-4283-A201-D8A417AB9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3" y="3795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3223BED4-AD9D-4958-9C6D-C2D13EEFA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8" y="3773"/>
              <a:ext cx="280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8" name="Line 37">
            <a:extLst>
              <a:ext uri="{FF2B5EF4-FFF2-40B4-BE49-F238E27FC236}">
                <a16:creationId xmlns:a16="http://schemas.microsoft.com/office/drawing/2014/main" id="{D545E9F4-259E-4AEC-82B9-2CED44E26A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1803" y="542290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F18CAC-EFED-4E04-B655-0AE39E36B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066" y="5448301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9DBF93D9-FC1A-437F-9D7B-9105D74C5E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4453" y="6407151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4695AA0E-4A09-4D83-AA94-20CB950E35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1803" y="633730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B6ACA2-420B-438F-A7B6-19691F97B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066" y="6362701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C0CEDA-08DF-46DE-B594-3C7636AA0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066" y="5295901"/>
            <a:ext cx="35426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C83E94-779E-4AAD-8DD5-92269E304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066" y="6210301"/>
            <a:ext cx="35426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B</a:t>
            </a:r>
          </a:p>
        </p:txBody>
      </p:sp>
      <p:sp>
        <p:nvSpPr>
          <p:cNvPr id="45" name="Line 44">
            <a:extLst>
              <a:ext uri="{FF2B5EF4-FFF2-40B4-BE49-F238E27FC236}">
                <a16:creationId xmlns:a16="http://schemas.microsoft.com/office/drawing/2014/main" id="{A79EA700-F5A2-45CE-9951-5FC75B99BA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653" y="5949951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" name="Line 45">
            <a:extLst>
              <a:ext uri="{FF2B5EF4-FFF2-40B4-BE49-F238E27FC236}">
                <a16:creationId xmlns:a16="http://schemas.microsoft.com/office/drawing/2014/main" id="{53BFE0A9-3B57-47B5-86F3-B1C4ACDFCD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1003" y="588010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649307-CEB4-481E-A910-51B4F8E51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266" y="5905501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7358BC-E129-408F-BDBD-106266716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066" y="5753101"/>
            <a:ext cx="91050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49" name="Line 48">
            <a:extLst>
              <a:ext uri="{FF2B5EF4-FFF2-40B4-BE49-F238E27FC236}">
                <a16:creationId xmlns:a16="http://schemas.microsoft.com/office/drawing/2014/main" id="{E033FB84-69CB-49D5-8423-EA153326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7753" y="504190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5AECE99-95C6-43C2-B78D-F5F5839A2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153" y="4705351"/>
            <a:ext cx="130333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 err="1">
                <a:latin typeface="+mn-lt"/>
                <a:ea typeface="SimHei" panose="02010609060101010101" pitchFamily="49" charset="-122"/>
              </a:rPr>
              <a:t>OP</a:t>
            </a:r>
            <a:r>
              <a:rPr lang="en-US" altLang="zh-CN" sz="2000" dirty="0" err="1">
                <a:latin typeface="+mn-lt"/>
                <a:ea typeface="SimHei" panose="02010609060101010101" pitchFamily="49" charset="-122"/>
              </a:rPr>
              <a:t>Select</a:t>
            </a:r>
            <a:endParaRPr lang="en-US" altLang="en-US" sz="20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C321FF3-ED11-40B0-9EE1-B781C7C52CA9}"/>
              </a:ext>
            </a:extLst>
          </p:cNvPr>
          <p:cNvGrpSpPr>
            <a:grpSpLocks/>
          </p:cNvGrpSpPr>
          <p:nvPr/>
        </p:nvGrpSpPr>
        <p:grpSpPr bwMode="auto">
          <a:xfrm>
            <a:off x="4243316" y="3430625"/>
            <a:ext cx="309563" cy="1136650"/>
            <a:chOff x="2109" y="1964"/>
            <a:chExt cx="195" cy="716"/>
          </a:xfrm>
        </p:grpSpPr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9B6D3EE8-09ED-4AEB-A3B2-8C9ABBDC54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1964"/>
              <a:ext cx="4" cy="7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629FC80B-AFEB-46C6-8F6D-D422FF147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1968"/>
              <a:ext cx="188" cy="1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31C58CF9-CD35-4252-B055-62CE575DD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2577"/>
              <a:ext cx="195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3DB947FA-4FF1-45D6-A9A6-97E3F77BA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072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56" name="Line 55">
            <a:extLst>
              <a:ext uri="{FF2B5EF4-FFF2-40B4-BE49-F238E27FC236}">
                <a16:creationId xmlns:a16="http://schemas.microsoft.com/office/drawing/2014/main" id="{A788D310-3684-4A39-9675-DE6B22386A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3373" y="3665575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7" name="Line 56">
            <a:extLst>
              <a:ext uri="{FF2B5EF4-FFF2-40B4-BE49-F238E27FC236}">
                <a16:creationId xmlns:a16="http://schemas.microsoft.com/office/drawing/2014/main" id="{B3466AFB-4C02-4371-8E33-252B8A032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0723" y="35957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94D5393-8DBC-4EAA-A08D-B8CDFA7EE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986" y="3621125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9" name="Line 58">
            <a:extLst>
              <a:ext uri="{FF2B5EF4-FFF2-40B4-BE49-F238E27FC236}">
                <a16:creationId xmlns:a16="http://schemas.microsoft.com/office/drawing/2014/main" id="{B2455EE6-A88C-49B8-89B8-F3CDF95B00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3373" y="4351375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0" name="Line 59">
            <a:extLst>
              <a:ext uri="{FF2B5EF4-FFF2-40B4-BE49-F238E27FC236}">
                <a16:creationId xmlns:a16="http://schemas.microsoft.com/office/drawing/2014/main" id="{422E3781-AEF8-468C-9326-74B3C4C68C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0723" y="42815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612A37-D060-44C5-B6DE-F3FC357CD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986" y="3468725"/>
            <a:ext cx="35426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82B4FF6-6F0D-41E0-AC3D-ECA2ADAE9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986" y="4154525"/>
            <a:ext cx="35426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B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F53EDF1-D668-4DF1-B4B1-17B801084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986" y="4306925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64" name="Line 63">
            <a:extLst>
              <a:ext uri="{FF2B5EF4-FFF2-40B4-BE49-F238E27FC236}">
                <a16:creationId xmlns:a16="http://schemas.microsoft.com/office/drawing/2014/main" id="{ED2048CA-6B89-43F7-9B3C-79B764D05A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0173" y="4046575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5" name="Line 64">
            <a:extLst>
              <a:ext uri="{FF2B5EF4-FFF2-40B4-BE49-F238E27FC236}">
                <a16:creationId xmlns:a16="http://schemas.microsoft.com/office/drawing/2014/main" id="{09A64600-EAA2-40F3-B430-70C65EEA73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7523" y="39767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CD66FDD-056E-4D7C-A5BA-F1AF7A7B9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586" y="3849725"/>
            <a:ext cx="35426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Y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962E3B0-83EC-411B-B519-E375DC160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786" y="4002125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68" name="Line 67">
            <a:extLst>
              <a:ext uri="{FF2B5EF4-FFF2-40B4-BE49-F238E27FC236}">
                <a16:creationId xmlns:a16="http://schemas.microsoft.com/office/drawing/2014/main" id="{00744032-679D-4AB6-B2FF-8B5C3FEA5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0473" y="3062325"/>
            <a:ext cx="0" cy="44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2354E11-2929-4704-9A12-DCE51146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067" y="2979775"/>
            <a:ext cx="906020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Select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FDAD705-4A23-45F6-859E-163B9F246B4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24793" y="2026265"/>
            <a:ext cx="72936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Adder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0A3CBCA-AEE4-4F0B-9650-32CD9298978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87824" y="3867823"/>
            <a:ext cx="6379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08B14EB-8826-46AA-9B19-D8EC2A0DE7B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21430" y="5787824"/>
            <a:ext cx="5802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ALU</a:t>
            </a:r>
          </a:p>
        </p:txBody>
      </p:sp>
      <p:sp>
        <p:nvSpPr>
          <p:cNvPr id="73" name="Line 72">
            <a:extLst>
              <a:ext uri="{FF2B5EF4-FFF2-40B4-BE49-F238E27FC236}">
                <a16:creationId xmlns:a16="http://schemas.microsoft.com/office/drawing/2014/main" id="{188DF576-75BB-420F-BCAD-45D3C4598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8586" y="136183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C0CB51F-50C5-45DD-B21A-2EA2A56F4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299" y="1228488"/>
            <a:ext cx="102271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 err="1">
                <a:latin typeface="+mn-lt"/>
                <a:ea typeface="SimHei" panose="02010609060101010101" pitchFamily="49" charset="-122"/>
              </a:rPr>
              <a:t>CarryIn</a:t>
            </a:r>
            <a:endParaRPr lang="en-US" altLang="en-US" sz="20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6" name="Rectangle 74">
            <a:extLst>
              <a:ext uri="{FF2B5EF4-FFF2-40B4-BE49-F238E27FC236}">
                <a16:creationId xmlns:a16="http://schemas.microsoft.com/office/drawing/2014/main" id="{0D52AC9E-75DB-4365-BE96-BF77518B6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00" y="3540560"/>
            <a:ext cx="1849401" cy="91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r>
              <a:rPr lang="zh-CN" altLang="en-US" sz="2800" dirty="0">
                <a:latin typeface="+mn-lt"/>
                <a:ea typeface="SimHei" panose="02010609060101010101" pitchFamily="49" charset="-122"/>
              </a:rPr>
              <a:t>提供多路输入选择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E17B85EE-7140-41C5-A1BB-483CA7BD1399}"/>
              </a:ext>
            </a:extLst>
          </p:cNvPr>
          <p:cNvSpPr txBox="1"/>
          <p:nvPr/>
        </p:nvSpPr>
        <p:spPr>
          <a:xfrm>
            <a:off x="260349" y="1988689"/>
            <a:ext cx="193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n-lt"/>
                <a:ea typeface="SimHei" panose="02010609060101010101" pitchFamily="49" charset="-122"/>
              </a:rPr>
              <a:t>加法器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DC12A00-D804-48DA-88F2-11B6D729BA77}"/>
              </a:ext>
            </a:extLst>
          </p:cNvPr>
          <p:cNvSpPr txBox="1"/>
          <p:nvPr/>
        </p:nvSpPr>
        <p:spPr>
          <a:xfrm>
            <a:off x="284847" y="3769292"/>
            <a:ext cx="265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n-lt"/>
                <a:ea typeface="SimHei" panose="02010609060101010101" pitchFamily="49" charset="-122"/>
              </a:rPr>
              <a:t>多路选择器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7C4E0A6-2BBF-4313-85A0-177A77505DF2}"/>
              </a:ext>
            </a:extLst>
          </p:cNvPr>
          <p:cNvSpPr txBox="1"/>
          <p:nvPr/>
        </p:nvSpPr>
        <p:spPr>
          <a:xfrm>
            <a:off x="312212" y="5617627"/>
            <a:ext cx="3010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n-lt"/>
                <a:ea typeface="SimHei" panose="02010609060101010101" pitchFamily="49" charset="-122"/>
              </a:rPr>
              <a:t>算术逻辑单元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9CE3457-E6A1-4AE1-AAEB-81C0812BF79A}"/>
              </a:ext>
            </a:extLst>
          </p:cNvPr>
          <p:cNvSpPr txBox="1"/>
          <p:nvPr/>
        </p:nvSpPr>
        <p:spPr>
          <a:xfrm>
            <a:off x="6835700" y="1804022"/>
            <a:ext cx="19483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lt"/>
                <a:ea typeface="SimHei" panose="02010609060101010101" pitchFamily="49" charset="-122"/>
              </a:rPr>
              <a:t>提供</a:t>
            </a:r>
            <a:r>
              <a:rPr lang="en-US" altLang="zh-CN" sz="2800" dirty="0">
                <a:latin typeface="+mn-lt"/>
                <a:ea typeface="SimHei" panose="02010609060101010101" pitchFamily="49" charset="-122"/>
              </a:rPr>
              <a:t>32</a:t>
            </a:r>
            <a:r>
              <a:rPr lang="zh-CN" altLang="en-US" sz="2800" dirty="0">
                <a:latin typeface="+mn-lt"/>
                <a:ea typeface="SimHei" panose="02010609060101010101" pitchFamily="49" charset="-122"/>
              </a:rPr>
              <a:t>位加法运算</a:t>
            </a:r>
          </a:p>
        </p:txBody>
      </p:sp>
      <p:sp>
        <p:nvSpPr>
          <p:cNvPr id="83" name="Rectangle 74">
            <a:extLst>
              <a:ext uri="{FF2B5EF4-FFF2-40B4-BE49-F238E27FC236}">
                <a16:creationId xmlns:a16="http://schemas.microsoft.com/office/drawing/2014/main" id="{E1D16BA0-C981-4205-9E7B-729035FF1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00" y="5386918"/>
            <a:ext cx="1849401" cy="91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r>
              <a:rPr lang="zh-CN" altLang="en-US" sz="2800" dirty="0">
                <a:latin typeface="+mn-lt"/>
                <a:ea typeface="SimHei" panose="02010609060101010101" pitchFamily="49" charset="-122"/>
              </a:rPr>
              <a:t>实现算术逻辑运算</a:t>
            </a:r>
          </a:p>
        </p:txBody>
      </p:sp>
    </p:spTree>
    <p:extLst>
      <p:ext uri="{BB962C8B-B14F-4D97-AF65-F5344CB8AC3E}">
        <p14:creationId xmlns:p14="http://schemas.microsoft.com/office/powerpoint/2010/main" val="34762118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E786-6C17-4056-BBBB-79B79F21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设计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83C2D-29FE-442D-A09A-D4440C28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D31F41-A6BD-4E0D-8271-E037916D4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15" y="1793867"/>
            <a:ext cx="3880137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b="0" kern="0" dirty="0">
                <a:ea typeface="SimHei" panose="02010609060101010101" pitchFamily="49" charset="-122"/>
              </a:rPr>
              <a:t>应具备的功能</a:t>
            </a:r>
            <a:endParaRPr lang="en-US" altLang="zh-CN" sz="2400" b="0" kern="0" dirty="0">
              <a:ea typeface="SimHei" panose="02010609060101010101" pitchFamily="49" charset="-122"/>
            </a:endParaRPr>
          </a:p>
          <a:p>
            <a:pPr lvl="1"/>
            <a:r>
              <a:rPr lang="en-US" altLang="zh-CN" sz="2400" b="0" kern="0" dirty="0">
                <a:ea typeface="SimHei" panose="02010609060101010101" pitchFamily="49" charset="-122"/>
              </a:rPr>
              <a:t>add/sub/and/or</a:t>
            </a:r>
          </a:p>
          <a:p>
            <a:pPr lvl="1"/>
            <a:r>
              <a:rPr lang="zh-CN" altLang="en-US" sz="2400" b="0" kern="0" dirty="0">
                <a:ea typeface="SimHei" panose="02010609060101010101" pitchFamily="49" charset="-122"/>
              </a:rPr>
              <a:t>支持溢出检测</a:t>
            </a:r>
            <a:endParaRPr lang="en-US" altLang="zh-CN" sz="2400" b="0" kern="0" dirty="0">
              <a:ea typeface="SimHei" panose="02010609060101010101" pitchFamily="49" charset="-122"/>
            </a:endParaRPr>
          </a:p>
          <a:p>
            <a:pPr lvl="1"/>
            <a:r>
              <a:rPr lang="zh-CN" altLang="en-US" sz="2400" b="0" kern="0" dirty="0">
                <a:ea typeface="SimHei" panose="02010609060101010101" pitchFamily="49" charset="-122"/>
              </a:rPr>
              <a:t>支持</a:t>
            </a:r>
            <a:r>
              <a:rPr lang="en-US" altLang="zh-CN" sz="2400" b="0" kern="0" dirty="0" err="1">
                <a:ea typeface="SimHei" panose="02010609060101010101" pitchFamily="49" charset="-122"/>
              </a:rPr>
              <a:t>beq</a:t>
            </a:r>
            <a:endParaRPr lang="en-US" altLang="zh-CN" sz="2400" b="0" kern="0" dirty="0">
              <a:ea typeface="SimHei" panose="02010609060101010101" pitchFamily="49" charset="-122"/>
            </a:endParaRPr>
          </a:p>
          <a:p>
            <a:pPr lvl="1"/>
            <a:r>
              <a:rPr lang="en-US" altLang="zh-CN" sz="2400" b="0" kern="0" dirty="0" err="1">
                <a:ea typeface="SimHei" panose="02010609060101010101" pitchFamily="49" charset="-122"/>
              </a:rPr>
              <a:t>slt</a:t>
            </a:r>
            <a:endParaRPr lang="en-US" altLang="zh-CN" sz="2400" b="0" kern="0" dirty="0">
              <a:ea typeface="SimHei" panose="02010609060101010101" pitchFamily="49" charset="-122"/>
            </a:endParaRPr>
          </a:p>
        </p:txBody>
      </p:sp>
      <p:sp>
        <p:nvSpPr>
          <p:cNvPr id="112" name="Rectangle 2">
            <a:extLst>
              <a:ext uri="{FF2B5EF4-FFF2-40B4-BE49-F238E27FC236}">
                <a16:creationId xmlns:a16="http://schemas.microsoft.com/office/drawing/2014/main" id="{C9EC1377-5AD4-A9CF-FE6A-2FDC5397F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783" y="217899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113" name="Rectangle 3">
            <a:extLst>
              <a:ext uri="{FF2B5EF4-FFF2-40B4-BE49-F238E27FC236}">
                <a16:creationId xmlns:a16="http://schemas.microsoft.com/office/drawing/2014/main" id="{8F726A10-D83E-A6B3-A147-80FF8D45A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783" y="2559996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115" name="Rectangle 4">
            <a:extLst>
              <a:ext uri="{FF2B5EF4-FFF2-40B4-BE49-F238E27FC236}">
                <a16:creationId xmlns:a16="http://schemas.microsoft.com/office/drawing/2014/main" id="{D4A5F63A-5F85-1599-85AF-C7EC00A1F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558" y="2269484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6" name="Rectangle 5">
            <a:extLst>
              <a:ext uri="{FF2B5EF4-FFF2-40B4-BE49-F238E27FC236}">
                <a16:creationId xmlns:a16="http://schemas.microsoft.com/office/drawing/2014/main" id="{157B9687-4446-9A8B-B4B1-3B8950F16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900" y="2362072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17" name="Line 6">
            <a:extLst>
              <a:ext uri="{FF2B5EF4-FFF2-40B4-BE49-F238E27FC236}">
                <a16:creationId xmlns:a16="http://schemas.microsoft.com/office/drawing/2014/main" id="{E263A030-923A-4C94-BDF9-6DF9855BB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658" y="2533436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8" name="Line 7">
            <a:extLst>
              <a:ext uri="{FF2B5EF4-FFF2-40B4-BE49-F238E27FC236}">
                <a16:creationId xmlns:a16="http://schemas.microsoft.com/office/drawing/2014/main" id="{4456DB19-2E37-25C2-A476-6975E63244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458" y="2409184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9" name="Line 8">
            <a:extLst>
              <a:ext uri="{FF2B5EF4-FFF2-40B4-BE49-F238E27FC236}">
                <a16:creationId xmlns:a16="http://schemas.microsoft.com/office/drawing/2014/main" id="{44F969AF-23E9-98BB-3E1F-472B8BFD4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458" y="2637784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0" name="Rectangle 9">
            <a:extLst>
              <a:ext uri="{FF2B5EF4-FFF2-40B4-BE49-F238E27FC236}">
                <a16:creationId xmlns:a16="http://schemas.microsoft.com/office/drawing/2014/main" id="{BC482E34-5643-B207-0E8A-8AFF78D54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8983" y="2331396"/>
            <a:ext cx="7405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+mn-lt"/>
                <a:ea typeface="PMingLiU" pitchFamily="18" charset="-120"/>
              </a:rPr>
              <a:t>Sum</a:t>
            </a:r>
            <a:r>
              <a:rPr kumimoji="1" lang="en-US" altLang="zh-TW" sz="1600" dirty="0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121" name="Line 10">
            <a:extLst>
              <a:ext uri="{FF2B5EF4-FFF2-40B4-BE49-F238E27FC236}">
                <a16:creationId xmlns:a16="http://schemas.microsoft.com/office/drawing/2014/main" id="{836A99C3-170F-CAFE-6C36-19162A6E0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258" y="1875784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2" name="Rectangle 11">
            <a:extLst>
              <a:ext uri="{FF2B5EF4-FFF2-40B4-BE49-F238E27FC236}">
                <a16:creationId xmlns:a16="http://schemas.microsoft.com/office/drawing/2014/main" id="{F46C1B17-EF26-BA17-CC5A-D4FD9DA43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727" y="2216774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</a:t>
            </a:r>
            <a:r>
              <a:rPr kumimoji="1" lang="en-US" altLang="zh-TW" sz="1400" b="1" dirty="0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123" name="Rectangle 12">
            <a:extLst>
              <a:ext uri="{FF2B5EF4-FFF2-40B4-BE49-F238E27FC236}">
                <a16:creationId xmlns:a16="http://schemas.microsoft.com/office/drawing/2014/main" id="{001433C1-B29C-D99F-51B7-9E072AD1B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783" y="309339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124" name="Rectangle 13">
            <a:extLst>
              <a:ext uri="{FF2B5EF4-FFF2-40B4-BE49-F238E27FC236}">
                <a16:creationId xmlns:a16="http://schemas.microsoft.com/office/drawing/2014/main" id="{7C96F6C9-45BC-ABE6-B9B7-4803478AA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783" y="3474396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125" name="Rectangle 14">
            <a:extLst>
              <a:ext uri="{FF2B5EF4-FFF2-40B4-BE49-F238E27FC236}">
                <a16:creationId xmlns:a16="http://schemas.microsoft.com/office/drawing/2014/main" id="{038408C3-1EC4-1F7C-6AA3-7EF6CD420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558" y="3183884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6" name="Line 16">
            <a:extLst>
              <a:ext uri="{FF2B5EF4-FFF2-40B4-BE49-F238E27FC236}">
                <a16:creationId xmlns:a16="http://schemas.microsoft.com/office/drawing/2014/main" id="{5726DB14-30B7-5A3D-B686-C7F056DEA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658" y="3437884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7" name="Line 17">
            <a:extLst>
              <a:ext uri="{FF2B5EF4-FFF2-40B4-BE49-F238E27FC236}">
                <a16:creationId xmlns:a16="http://schemas.microsoft.com/office/drawing/2014/main" id="{4D3449B7-6398-67BC-414E-A3507CED2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458" y="3323584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8" name="Line 18">
            <a:extLst>
              <a:ext uri="{FF2B5EF4-FFF2-40B4-BE49-F238E27FC236}">
                <a16:creationId xmlns:a16="http://schemas.microsoft.com/office/drawing/2014/main" id="{FC420861-ECD8-A931-6E60-11963D49E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458" y="3552184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9" name="Rectangle 19">
            <a:extLst>
              <a:ext uri="{FF2B5EF4-FFF2-40B4-BE49-F238E27FC236}">
                <a16:creationId xmlns:a16="http://schemas.microsoft.com/office/drawing/2014/main" id="{71199739-E594-1CC6-8719-6BE032034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8983" y="3245796"/>
            <a:ext cx="7405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+mn-lt"/>
                <a:ea typeface="PMingLiU" pitchFamily="18" charset="-120"/>
              </a:rPr>
              <a:t>Sum</a:t>
            </a:r>
            <a:r>
              <a:rPr kumimoji="1" lang="en-US" altLang="zh-TW" sz="1600" dirty="0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130" name="Line 20">
            <a:extLst>
              <a:ext uri="{FF2B5EF4-FFF2-40B4-BE49-F238E27FC236}">
                <a16:creationId xmlns:a16="http://schemas.microsoft.com/office/drawing/2014/main" id="{7AA49103-34D9-7126-90F4-E6BD06FC8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258" y="2790184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Rectangle 22">
            <a:extLst>
              <a:ext uri="{FF2B5EF4-FFF2-40B4-BE49-F238E27FC236}">
                <a16:creationId xmlns:a16="http://schemas.microsoft.com/office/drawing/2014/main" id="{C1D98FA0-892E-C085-55DC-8C55FF696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783" y="400779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132" name="Rectangle 23">
            <a:extLst>
              <a:ext uri="{FF2B5EF4-FFF2-40B4-BE49-F238E27FC236}">
                <a16:creationId xmlns:a16="http://schemas.microsoft.com/office/drawing/2014/main" id="{BC0BAD73-DDC1-CC38-DDD4-1CB9C8853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783" y="4388796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133" name="Rectangle 24">
            <a:extLst>
              <a:ext uri="{FF2B5EF4-FFF2-40B4-BE49-F238E27FC236}">
                <a16:creationId xmlns:a16="http://schemas.microsoft.com/office/drawing/2014/main" id="{A0ED5CFF-A8A0-A77F-EC63-62961FCB0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558" y="4098284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4" name="Line 26">
            <a:extLst>
              <a:ext uri="{FF2B5EF4-FFF2-40B4-BE49-F238E27FC236}">
                <a16:creationId xmlns:a16="http://schemas.microsoft.com/office/drawing/2014/main" id="{9FE4E7F3-22B3-65AF-0D02-31BC345552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658" y="4352284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5" name="Line 27">
            <a:extLst>
              <a:ext uri="{FF2B5EF4-FFF2-40B4-BE49-F238E27FC236}">
                <a16:creationId xmlns:a16="http://schemas.microsoft.com/office/drawing/2014/main" id="{FC5966A9-6FF4-9E72-B04B-9A29EA651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458" y="4237984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6" name="Line 28">
            <a:extLst>
              <a:ext uri="{FF2B5EF4-FFF2-40B4-BE49-F238E27FC236}">
                <a16:creationId xmlns:a16="http://schemas.microsoft.com/office/drawing/2014/main" id="{34C38458-A354-E0B2-0108-FCE51A6004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458" y="4466584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7" name="Rectangle 29">
            <a:extLst>
              <a:ext uri="{FF2B5EF4-FFF2-40B4-BE49-F238E27FC236}">
                <a16:creationId xmlns:a16="http://schemas.microsoft.com/office/drawing/2014/main" id="{8CAC9283-4299-BFBA-FB7A-13546CA86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8983" y="4160196"/>
            <a:ext cx="7405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+mn-lt"/>
                <a:ea typeface="PMingLiU" pitchFamily="18" charset="-120"/>
              </a:rPr>
              <a:t>Sum</a:t>
            </a:r>
            <a:r>
              <a:rPr kumimoji="1" lang="en-US" altLang="zh-TW" sz="1600" dirty="0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138" name="Line 30">
            <a:extLst>
              <a:ext uri="{FF2B5EF4-FFF2-40B4-BE49-F238E27FC236}">
                <a16:creationId xmlns:a16="http://schemas.microsoft.com/office/drawing/2014/main" id="{A96F1757-48DD-654E-1796-F68F57406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258" y="3704584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9" name="Rectangle 32">
            <a:extLst>
              <a:ext uri="{FF2B5EF4-FFF2-40B4-BE49-F238E27FC236}">
                <a16:creationId xmlns:a16="http://schemas.microsoft.com/office/drawing/2014/main" id="{6472B79E-0219-FB9F-A246-9028DC8EE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946" y="4951966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140" name="Rectangle 33">
            <a:extLst>
              <a:ext uri="{FF2B5EF4-FFF2-40B4-BE49-F238E27FC236}">
                <a16:creationId xmlns:a16="http://schemas.microsoft.com/office/drawing/2014/main" id="{AD4D4478-5EE3-287B-755A-ED8B3CB92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18" y="5234260"/>
            <a:ext cx="53540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141" name="Rectangle 34">
            <a:extLst>
              <a:ext uri="{FF2B5EF4-FFF2-40B4-BE49-F238E27FC236}">
                <a16:creationId xmlns:a16="http://schemas.microsoft.com/office/drawing/2014/main" id="{E79CA546-9750-89B9-4621-B0AE50C22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558" y="5012684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2" name="Line 36">
            <a:extLst>
              <a:ext uri="{FF2B5EF4-FFF2-40B4-BE49-F238E27FC236}">
                <a16:creationId xmlns:a16="http://schemas.microsoft.com/office/drawing/2014/main" id="{012EF8C7-109A-9E34-7912-8E94AC6A2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658" y="5136052"/>
            <a:ext cx="13446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3" name="Line 37">
            <a:extLst>
              <a:ext uri="{FF2B5EF4-FFF2-40B4-BE49-F238E27FC236}">
                <a16:creationId xmlns:a16="http://schemas.microsoft.com/office/drawing/2014/main" id="{F2161407-9DD5-3EBA-52B1-00A35CC40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458" y="5152384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4" name="Line 38">
            <a:extLst>
              <a:ext uri="{FF2B5EF4-FFF2-40B4-BE49-F238E27FC236}">
                <a16:creationId xmlns:a16="http://schemas.microsoft.com/office/drawing/2014/main" id="{2FFA11DD-8FE6-5E1E-71D9-BE7F08E2A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458" y="5380984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5" name="Rectangle 39">
            <a:extLst>
              <a:ext uri="{FF2B5EF4-FFF2-40B4-BE49-F238E27FC236}">
                <a16:creationId xmlns:a16="http://schemas.microsoft.com/office/drawing/2014/main" id="{E22EF79D-44A4-A754-65FA-FFCADBE4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8983" y="4848964"/>
            <a:ext cx="85440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+mn-lt"/>
                <a:ea typeface="PMingLiU" pitchFamily="18" charset="-120"/>
              </a:rPr>
              <a:t>Sum</a:t>
            </a:r>
            <a:r>
              <a:rPr kumimoji="1" lang="en-US" altLang="zh-TW" sz="1600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146" name="Line 40">
            <a:extLst>
              <a:ext uri="{FF2B5EF4-FFF2-40B4-BE49-F238E27FC236}">
                <a16:creationId xmlns:a16="http://schemas.microsoft.com/office/drawing/2014/main" id="{047D59EC-DEE3-BF74-1D46-D7983AB37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258" y="4618984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7" name="Line 42">
            <a:extLst>
              <a:ext uri="{FF2B5EF4-FFF2-40B4-BE49-F238E27FC236}">
                <a16:creationId xmlns:a16="http://schemas.microsoft.com/office/drawing/2014/main" id="{77485A50-7D17-2B0F-BFA7-B26623639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258" y="5533384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8" name="Rectangle 45">
            <a:extLst>
              <a:ext uri="{FF2B5EF4-FFF2-40B4-BE49-F238E27FC236}">
                <a16:creationId xmlns:a16="http://schemas.microsoft.com/office/drawing/2014/main" id="{00F34FCE-138E-BDE6-B5B3-4A5F97ACB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577" y="2505016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CarryOut0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49" name="Line 40">
            <a:extLst>
              <a:ext uri="{FF2B5EF4-FFF2-40B4-BE49-F238E27FC236}">
                <a16:creationId xmlns:a16="http://schemas.microsoft.com/office/drawing/2014/main" id="{249803A3-A640-93FE-6B5C-CCA260C812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2518" y="4693596"/>
            <a:ext cx="0" cy="30519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0" name="Rectangle 5">
            <a:extLst>
              <a:ext uri="{FF2B5EF4-FFF2-40B4-BE49-F238E27FC236}">
                <a16:creationId xmlns:a16="http://schemas.microsoft.com/office/drawing/2014/main" id="{CDE1C1A5-647C-00BD-A11B-6CD5511C2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755" y="3283195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51" name="Rectangle 11">
            <a:extLst>
              <a:ext uri="{FF2B5EF4-FFF2-40B4-BE49-F238E27FC236}">
                <a16:creationId xmlns:a16="http://schemas.microsoft.com/office/drawing/2014/main" id="{36BDC39C-37F5-6E75-5492-B1C7A0DD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582" y="3137897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52" name="Rectangle 45">
            <a:extLst>
              <a:ext uri="{FF2B5EF4-FFF2-40B4-BE49-F238E27FC236}">
                <a16:creationId xmlns:a16="http://schemas.microsoft.com/office/drawing/2014/main" id="{50976298-18CA-122F-2475-942AB9AF1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432" y="3426139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53" name="Rectangle 5">
            <a:extLst>
              <a:ext uri="{FF2B5EF4-FFF2-40B4-BE49-F238E27FC236}">
                <a16:creationId xmlns:a16="http://schemas.microsoft.com/office/drawing/2014/main" id="{F1F81C24-CBF3-5AE7-B72E-1237BFFC9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087" y="4198576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54" name="Rectangle 11">
            <a:extLst>
              <a:ext uri="{FF2B5EF4-FFF2-40B4-BE49-F238E27FC236}">
                <a16:creationId xmlns:a16="http://schemas.microsoft.com/office/drawing/2014/main" id="{04F0B1BF-31F0-2D36-8D30-18974EC5E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914" y="4053278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55" name="Rectangle 45">
            <a:extLst>
              <a:ext uri="{FF2B5EF4-FFF2-40B4-BE49-F238E27FC236}">
                <a16:creationId xmlns:a16="http://schemas.microsoft.com/office/drawing/2014/main" id="{1E70DE8D-7F02-602C-2DC2-DAC365D9E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764" y="4341520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56" name="Rectangle 5">
            <a:extLst>
              <a:ext uri="{FF2B5EF4-FFF2-40B4-BE49-F238E27FC236}">
                <a16:creationId xmlns:a16="http://schemas.microsoft.com/office/drawing/2014/main" id="{A01904CA-168D-4031-84CE-B0C37EDD9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402" y="5104681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57" name="Rectangle 11">
            <a:extLst>
              <a:ext uri="{FF2B5EF4-FFF2-40B4-BE49-F238E27FC236}">
                <a16:creationId xmlns:a16="http://schemas.microsoft.com/office/drawing/2014/main" id="{EA8C3200-5803-6EC8-0F03-1DDF8EF36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229" y="4959383"/>
            <a:ext cx="100187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58" name="Rectangle 45">
            <a:extLst>
              <a:ext uri="{FF2B5EF4-FFF2-40B4-BE49-F238E27FC236}">
                <a16:creationId xmlns:a16="http://schemas.microsoft.com/office/drawing/2014/main" id="{B213AFB2-B64D-1BAF-1455-B1A48BB19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3692" y="5246048"/>
            <a:ext cx="11589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84FE0322-5C52-191F-0D27-6F4D3C518A07}"/>
              </a:ext>
            </a:extLst>
          </p:cNvPr>
          <p:cNvGrpSpPr/>
          <p:nvPr/>
        </p:nvGrpSpPr>
        <p:grpSpPr>
          <a:xfrm>
            <a:off x="3445595" y="1785703"/>
            <a:ext cx="1216186" cy="3217655"/>
            <a:chOff x="995219" y="2218346"/>
            <a:chExt cx="1216186" cy="3217655"/>
          </a:xfrm>
        </p:grpSpPr>
        <p:sp>
          <p:nvSpPr>
            <p:cNvPr id="191" name="Line 51">
              <a:extLst>
                <a:ext uri="{FF2B5EF4-FFF2-40B4-BE49-F238E27FC236}">
                  <a16:creationId xmlns:a16="http://schemas.microsoft.com/office/drawing/2014/main" id="{B877AFAD-E4BC-CED9-1449-DA7F6B022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843" y="2218346"/>
              <a:ext cx="0" cy="3043961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2" name="Line 55">
              <a:extLst>
                <a:ext uri="{FF2B5EF4-FFF2-40B4-BE49-F238E27FC236}">
                  <a16:creationId xmlns:a16="http://schemas.microsoft.com/office/drawing/2014/main" id="{4BDFEB5D-D641-A0F3-02A3-9120B1AC13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1255" y="2463799"/>
              <a:ext cx="1200150" cy="0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3" name="Line 56">
              <a:extLst>
                <a:ext uri="{FF2B5EF4-FFF2-40B4-BE49-F238E27FC236}">
                  <a16:creationId xmlns:a16="http://schemas.microsoft.com/office/drawing/2014/main" id="{F90C94F2-66C3-970E-3E68-9467FFE4D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6643" y="2463800"/>
              <a:ext cx="0" cy="228600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4" name="Line 59">
              <a:extLst>
                <a:ext uri="{FF2B5EF4-FFF2-40B4-BE49-F238E27FC236}">
                  <a16:creationId xmlns:a16="http://schemas.microsoft.com/office/drawing/2014/main" id="{74600B8F-F4AD-5F70-969C-FC65382D9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573" y="3442914"/>
              <a:ext cx="1748" cy="170098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5" name="Line 60">
              <a:extLst>
                <a:ext uri="{FF2B5EF4-FFF2-40B4-BE49-F238E27FC236}">
                  <a16:creationId xmlns:a16="http://schemas.microsoft.com/office/drawing/2014/main" id="{9BF9D455-39B4-CDAD-E126-62275CD12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67" y="3439318"/>
              <a:ext cx="1187354" cy="3595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6" name="Line 59">
              <a:extLst>
                <a:ext uri="{FF2B5EF4-FFF2-40B4-BE49-F238E27FC236}">
                  <a16:creationId xmlns:a16="http://schemas.microsoft.com/office/drawing/2014/main" id="{F90166FC-0EC3-2B8B-7FD6-A5527F967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6775" y="4352071"/>
              <a:ext cx="1748" cy="170098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7" name="Line 60">
              <a:extLst>
                <a:ext uri="{FF2B5EF4-FFF2-40B4-BE49-F238E27FC236}">
                  <a16:creationId xmlns:a16="http://schemas.microsoft.com/office/drawing/2014/main" id="{7CBB60CF-A83C-BB45-8F3A-949C7E9A2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169" y="4348475"/>
              <a:ext cx="1187354" cy="3595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8" name="Line 59">
              <a:extLst>
                <a:ext uri="{FF2B5EF4-FFF2-40B4-BE49-F238E27FC236}">
                  <a16:creationId xmlns:a16="http://schemas.microsoft.com/office/drawing/2014/main" id="{B04C194A-9E58-EBAC-D161-2D8D5FCE4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0825" y="5265903"/>
              <a:ext cx="1748" cy="170098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9" name="Line 60">
              <a:extLst>
                <a:ext uri="{FF2B5EF4-FFF2-40B4-BE49-F238E27FC236}">
                  <a16:creationId xmlns:a16="http://schemas.microsoft.com/office/drawing/2014/main" id="{8D6810F4-7CAE-BA89-1EDE-46A41CD0D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5219" y="5262307"/>
              <a:ext cx="1187354" cy="3595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60" name="Line 51">
            <a:extLst>
              <a:ext uri="{FF2B5EF4-FFF2-40B4-BE49-F238E27FC236}">
                <a16:creationId xmlns:a16="http://schemas.microsoft.com/office/drawing/2014/main" id="{3D670B3B-03E0-3EDC-7383-37327540C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250" y="1785703"/>
            <a:ext cx="0" cy="3041909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1" name="Line 55">
            <a:extLst>
              <a:ext uri="{FF2B5EF4-FFF2-40B4-BE49-F238E27FC236}">
                <a16:creationId xmlns:a16="http://schemas.microsoft.com/office/drawing/2014/main" id="{9697C679-6AA0-732F-7BC6-D9B5C515A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9046" y="2031156"/>
            <a:ext cx="503238" cy="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2" name="Line 56">
            <a:extLst>
              <a:ext uri="{FF2B5EF4-FFF2-40B4-BE49-F238E27FC236}">
                <a16:creationId xmlns:a16="http://schemas.microsoft.com/office/drawing/2014/main" id="{579D6E9D-1509-BE0B-5B26-CCC52584C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268" y="2031157"/>
            <a:ext cx="0" cy="22860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3" name="Line 59">
            <a:extLst>
              <a:ext uri="{FF2B5EF4-FFF2-40B4-BE49-F238E27FC236}">
                <a16:creationId xmlns:a16="http://schemas.microsoft.com/office/drawing/2014/main" id="{6F5B8A9A-483D-9149-B245-4F23070DB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8802" y="3008347"/>
            <a:ext cx="1748" cy="170098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4" name="Line 55">
            <a:extLst>
              <a:ext uri="{FF2B5EF4-FFF2-40B4-BE49-F238E27FC236}">
                <a16:creationId xmlns:a16="http://schemas.microsoft.com/office/drawing/2014/main" id="{F31319CE-02DD-AD5C-2119-972E24AED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0891" y="3924417"/>
            <a:ext cx="516736" cy="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5" name="Line 59">
            <a:extLst>
              <a:ext uri="{FF2B5EF4-FFF2-40B4-BE49-F238E27FC236}">
                <a16:creationId xmlns:a16="http://schemas.microsoft.com/office/drawing/2014/main" id="{A0B1C08E-ADA5-5F00-FB44-1F79A982E9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0648" y="3921896"/>
            <a:ext cx="1748" cy="170098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6" name="Line 55">
            <a:extLst>
              <a:ext uri="{FF2B5EF4-FFF2-40B4-BE49-F238E27FC236}">
                <a16:creationId xmlns:a16="http://schemas.microsoft.com/office/drawing/2014/main" id="{BAF0D0AA-61E3-C3D3-8982-ECEF4BE8C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7292" y="4831209"/>
            <a:ext cx="510336" cy="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Line 59">
            <a:extLst>
              <a:ext uri="{FF2B5EF4-FFF2-40B4-BE49-F238E27FC236}">
                <a16:creationId xmlns:a16="http://schemas.microsoft.com/office/drawing/2014/main" id="{6883E9FA-AEE5-E77A-F3D4-A7FB53D7C9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7049" y="4828688"/>
            <a:ext cx="1748" cy="170098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8" name="Rectangle 64">
            <a:extLst>
              <a:ext uri="{FF2B5EF4-FFF2-40B4-BE49-F238E27FC236}">
                <a16:creationId xmlns:a16="http://schemas.microsoft.com/office/drawing/2014/main" id="{7C027E17-E6E9-B2DE-8D29-7F1CC9E03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194" y="1422025"/>
            <a:ext cx="88966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 err="1">
                <a:latin typeface="+mn-lt"/>
                <a:ea typeface="PMingLiU" pitchFamily="18" charset="-120"/>
              </a:rPr>
              <a:t>Binvert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69" name="Rectangle 76">
            <a:extLst>
              <a:ext uri="{FF2B5EF4-FFF2-40B4-BE49-F238E27FC236}">
                <a16:creationId xmlns:a16="http://schemas.microsoft.com/office/drawing/2014/main" id="{F15DF32C-200D-D6EE-935D-059C47D72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325" y="1422025"/>
            <a:ext cx="115256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Operation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913E996-BA3E-4437-5BA9-2400170D17BC}"/>
              </a:ext>
            </a:extLst>
          </p:cNvPr>
          <p:cNvGrpSpPr/>
          <p:nvPr/>
        </p:nvGrpSpPr>
        <p:grpSpPr>
          <a:xfrm>
            <a:off x="5737948" y="2549795"/>
            <a:ext cx="2566032" cy="2602588"/>
            <a:chOff x="6086994" y="2549795"/>
            <a:chExt cx="2566032" cy="2602588"/>
          </a:xfrm>
        </p:grpSpPr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FAECD162-0324-090A-182D-5E0261E5A1B0}"/>
                </a:ext>
              </a:extLst>
            </p:cNvPr>
            <p:cNvGrpSpPr/>
            <p:nvPr/>
          </p:nvGrpSpPr>
          <p:grpSpPr>
            <a:xfrm>
              <a:off x="7531517" y="3737284"/>
              <a:ext cx="686012" cy="383251"/>
              <a:chOff x="5108268" y="4217778"/>
              <a:chExt cx="686012" cy="383251"/>
            </a:xfrm>
          </p:grpSpPr>
          <p:sp>
            <p:nvSpPr>
              <p:cNvPr id="187" name="Freeform 93">
                <a:extLst>
                  <a:ext uri="{FF2B5EF4-FFF2-40B4-BE49-F238E27FC236}">
                    <a16:creationId xmlns:a16="http://schemas.microsoft.com/office/drawing/2014/main" id="{28D9F569-A983-19F1-A82C-798582B74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8706" y="4218819"/>
                <a:ext cx="527352" cy="204912"/>
              </a:xfrm>
              <a:custGeom>
                <a:avLst/>
                <a:gdLst>
                  <a:gd name="T0" fmla="*/ 0 w 666"/>
                  <a:gd name="T1" fmla="*/ 6 h 219"/>
                  <a:gd name="T2" fmla="*/ 237 w 666"/>
                  <a:gd name="T3" fmla="*/ 6 h 219"/>
                  <a:gd name="T4" fmla="*/ 417 w 666"/>
                  <a:gd name="T5" fmla="*/ 42 h 219"/>
                  <a:gd name="T6" fmla="*/ 579 w 666"/>
                  <a:gd name="T7" fmla="*/ 129 h 219"/>
                  <a:gd name="T8" fmla="*/ 666 w 666"/>
                  <a:gd name="T9" fmla="*/ 219 h 2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6" h="219">
                    <a:moveTo>
                      <a:pt x="0" y="6"/>
                    </a:moveTo>
                    <a:cubicBezTo>
                      <a:pt x="84" y="3"/>
                      <a:pt x="168" y="0"/>
                      <a:pt x="237" y="6"/>
                    </a:cubicBezTo>
                    <a:cubicBezTo>
                      <a:pt x="306" y="12"/>
                      <a:pt x="360" y="21"/>
                      <a:pt x="417" y="42"/>
                    </a:cubicBezTo>
                    <a:cubicBezTo>
                      <a:pt x="474" y="63"/>
                      <a:pt x="538" y="100"/>
                      <a:pt x="579" y="129"/>
                    </a:cubicBezTo>
                    <a:cubicBezTo>
                      <a:pt x="620" y="158"/>
                      <a:pt x="643" y="188"/>
                      <a:pt x="666" y="219"/>
                    </a:cubicBezTo>
                  </a:path>
                </a:pathLst>
              </a:custGeom>
              <a:noFill/>
              <a:ln w="28575" cap="flat" cmpd="sng">
                <a:solidFill>
                  <a:srgbClr val="0099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8" name="Freeform 94">
                <a:extLst>
                  <a:ext uri="{FF2B5EF4-FFF2-40B4-BE49-F238E27FC236}">
                    <a16:creationId xmlns:a16="http://schemas.microsoft.com/office/drawing/2014/main" id="{315C73A7-17EC-FFC3-147D-78CA8BF37CE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123543" y="4389631"/>
                <a:ext cx="522514" cy="211398"/>
              </a:xfrm>
              <a:custGeom>
                <a:avLst/>
                <a:gdLst>
                  <a:gd name="T0" fmla="*/ 0 w 666"/>
                  <a:gd name="T1" fmla="*/ 6 h 219"/>
                  <a:gd name="T2" fmla="*/ 237 w 666"/>
                  <a:gd name="T3" fmla="*/ 6 h 219"/>
                  <a:gd name="T4" fmla="*/ 417 w 666"/>
                  <a:gd name="T5" fmla="*/ 42 h 219"/>
                  <a:gd name="T6" fmla="*/ 579 w 666"/>
                  <a:gd name="T7" fmla="*/ 129 h 219"/>
                  <a:gd name="T8" fmla="*/ 666 w 666"/>
                  <a:gd name="T9" fmla="*/ 219 h 2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6" h="219">
                    <a:moveTo>
                      <a:pt x="0" y="6"/>
                    </a:moveTo>
                    <a:cubicBezTo>
                      <a:pt x="84" y="3"/>
                      <a:pt x="168" y="0"/>
                      <a:pt x="237" y="6"/>
                    </a:cubicBezTo>
                    <a:cubicBezTo>
                      <a:pt x="306" y="12"/>
                      <a:pt x="360" y="21"/>
                      <a:pt x="417" y="42"/>
                    </a:cubicBezTo>
                    <a:cubicBezTo>
                      <a:pt x="474" y="63"/>
                      <a:pt x="538" y="100"/>
                      <a:pt x="579" y="129"/>
                    </a:cubicBezTo>
                    <a:cubicBezTo>
                      <a:pt x="620" y="158"/>
                      <a:pt x="643" y="188"/>
                      <a:pt x="666" y="219"/>
                    </a:cubicBezTo>
                  </a:path>
                </a:pathLst>
              </a:custGeom>
              <a:noFill/>
              <a:ln w="28575" cap="flat" cmpd="sng">
                <a:solidFill>
                  <a:srgbClr val="0099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9" name="Freeform 95">
                <a:extLst>
                  <a:ext uri="{FF2B5EF4-FFF2-40B4-BE49-F238E27FC236}">
                    <a16:creationId xmlns:a16="http://schemas.microsoft.com/office/drawing/2014/main" id="{1C9D76B8-7544-2D02-A0E1-81DDA616E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8268" y="4217778"/>
                <a:ext cx="111056" cy="379126"/>
              </a:xfrm>
              <a:custGeom>
                <a:avLst/>
                <a:gdLst>
                  <a:gd name="T0" fmla="*/ 3 w 90"/>
                  <a:gd name="T1" fmla="*/ 0 h 426"/>
                  <a:gd name="T2" fmla="*/ 90 w 90"/>
                  <a:gd name="T3" fmla="*/ 219 h 426"/>
                  <a:gd name="T4" fmla="*/ 0 w 90"/>
                  <a:gd name="T5" fmla="*/ 426 h 4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0" h="426">
                    <a:moveTo>
                      <a:pt x="3" y="0"/>
                    </a:moveTo>
                    <a:cubicBezTo>
                      <a:pt x="46" y="74"/>
                      <a:pt x="90" y="148"/>
                      <a:pt x="90" y="219"/>
                    </a:cubicBezTo>
                    <a:cubicBezTo>
                      <a:pt x="90" y="290"/>
                      <a:pt x="45" y="358"/>
                      <a:pt x="0" y="426"/>
                    </a:cubicBezTo>
                  </a:path>
                </a:pathLst>
              </a:custGeom>
              <a:noFill/>
              <a:ln w="28575" cap="flat" cmpd="sng">
                <a:solidFill>
                  <a:srgbClr val="0099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0" name="Oval 99">
                <a:extLst>
                  <a:ext uri="{FF2B5EF4-FFF2-40B4-BE49-F238E27FC236}">
                    <a16:creationId xmlns:a16="http://schemas.microsoft.com/office/drawing/2014/main" id="{4D58184B-A463-6286-301C-FEFE9CB0D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>
                <a:off x="5639480" y="4329726"/>
                <a:ext cx="154800" cy="154800"/>
              </a:xfrm>
              <a:prstGeom prst="ellipse">
                <a:avLst/>
              </a:prstGeom>
              <a:solidFill>
                <a:schemeClr val="bg1"/>
              </a:solidFill>
              <a:ln w="28575" algn="ctr">
                <a:solidFill>
                  <a:srgbClr val="0099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7" rIns="92075" bIns="46037" anchor="ctr">
                <a:spAutoFit/>
              </a:bodyPr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71" name="Line 100">
              <a:extLst>
                <a:ext uri="{FF2B5EF4-FFF2-40B4-BE49-F238E27FC236}">
                  <a16:creationId xmlns:a16="http://schemas.microsoft.com/office/drawing/2014/main" id="{81B5C7D9-924C-A17B-0017-2B709A917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520" y="2549795"/>
              <a:ext cx="0" cy="62865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2" name="Line 101">
              <a:extLst>
                <a:ext uri="{FF2B5EF4-FFF2-40B4-BE49-F238E27FC236}">
                  <a16:creationId xmlns:a16="http://schemas.microsoft.com/office/drawing/2014/main" id="{4286C143-E714-8F56-701A-93BC31FB6F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86994" y="3177046"/>
              <a:ext cx="924559" cy="1398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3" name="Line 102">
              <a:extLst>
                <a:ext uri="{FF2B5EF4-FFF2-40B4-BE49-F238E27FC236}">
                  <a16:creationId xmlns:a16="http://schemas.microsoft.com/office/drawing/2014/main" id="{8489942D-236B-7F5C-0CC5-F1532B4A25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04909" y="3161010"/>
              <a:ext cx="1281" cy="626375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4" name="Line 103">
              <a:extLst>
                <a:ext uri="{FF2B5EF4-FFF2-40B4-BE49-F238E27FC236}">
                  <a16:creationId xmlns:a16="http://schemas.microsoft.com/office/drawing/2014/main" id="{C75B24B2-6B2D-78A7-D71A-EF947F357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6243" y="3777891"/>
              <a:ext cx="549975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5" name="Line 104">
              <a:extLst>
                <a:ext uri="{FF2B5EF4-FFF2-40B4-BE49-F238E27FC236}">
                  <a16:creationId xmlns:a16="http://schemas.microsoft.com/office/drawing/2014/main" id="{013BCA69-5D47-6D67-E8B3-C59B76BD6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5973" y="3877185"/>
              <a:ext cx="1512371" cy="1689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6" name="Line 105">
              <a:extLst>
                <a:ext uri="{FF2B5EF4-FFF2-40B4-BE49-F238E27FC236}">
                  <a16:creationId xmlns:a16="http://schemas.microsoft.com/office/drawing/2014/main" id="{8BD8CCC4-E5C8-D709-F0AE-8B9905960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5115" y="3453163"/>
              <a:ext cx="0" cy="42019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7" name="Line 106">
              <a:extLst>
                <a:ext uri="{FF2B5EF4-FFF2-40B4-BE49-F238E27FC236}">
                  <a16:creationId xmlns:a16="http://schemas.microsoft.com/office/drawing/2014/main" id="{76E75CD6-CE36-84C1-72EF-1DEA095DBE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09630" y="3974339"/>
              <a:ext cx="0" cy="377641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8" name="Line 107">
              <a:extLst>
                <a:ext uri="{FF2B5EF4-FFF2-40B4-BE49-F238E27FC236}">
                  <a16:creationId xmlns:a16="http://schemas.microsoft.com/office/drawing/2014/main" id="{8FCCBB58-2A71-D1EC-E1C6-6135EE9CDB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7599" y="3990306"/>
              <a:ext cx="1510745" cy="705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9" name="Line 110">
              <a:extLst>
                <a:ext uri="{FF2B5EF4-FFF2-40B4-BE49-F238E27FC236}">
                  <a16:creationId xmlns:a16="http://schemas.microsoft.com/office/drawing/2014/main" id="{816C354B-1215-3D69-35E5-F9C6EB1305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04909" y="4101001"/>
              <a:ext cx="0" cy="1051382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0" name="Line 111">
              <a:extLst>
                <a:ext uri="{FF2B5EF4-FFF2-40B4-BE49-F238E27FC236}">
                  <a16:creationId xmlns:a16="http://schemas.microsoft.com/office/drawing/2014/main" id="{C868740B-548D-D24F-E4B7-82638AAAF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3653" y="4106743"/>
              <a:ext cx="557213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1" name="Line 113">
              <a:extLst>
                <a:ext uri="{FF2B5EF4-FFF2-40B4-BE49-F238E27FC236}">
                  <a16:creationId xmlns:a16="http://schemas.microsoft.com/office/drawing/2014/main" id="{9238C9B4-52E6-1719-F05C-A4FD50F4D1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33466" y="3930175"/>
              <a:ext cx="241176" cy="1339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2" name="Rectangle 114">
              <a:extLst>
                <a:ext uri="{FF2B5EF4-FFF2-40B4-BE49-F238E27FC236}">
                  <a16:creationId xmlns:a16="http://schemas.microsoft.com/office/drawing/2014/main" id="{48CA1A78-0EB1-BCF2-8263-A9CD09AEA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6250" y="3514655"/>
              <a:ext cx="62677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009900"/>
                  </a:solidFill>
                  <a:latin typeface="+mn-lt"/>
                  <a:ea typeface="PMingLiU" pitchFamily="18" charset="-120"/>
                </a:rPr>
                <a:t>Zero</a:t>
              </a:r>
            </a:p>
          </p:txBody>
        </p:sp>
        <p:sp>
          <p:nvSpPr>
            <p:cNvPr id="183" name="Line 40">
              <a:extLst>
                <a:ext uri="{FF2B5EF4-FFF2-40B4-BE49-F238E27FC236}">
                  <a16:creationId xmlns:a16="http://schemas.microsoft.com/office/drawing/2014/main" id="{F8B67976-4266-846A-0AA8-370EE934EE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05115" y="4481934"/>
              <a:ext cx="0" cy="305190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84" name="Line 36">
            <a:extLst>
              <a:ext uri="{FF2B5EF4-FFF2-40B4-BE49-F238E27FC236}">
                <a16:creationId xmlns:a16="http://schemas.microsoft.com/office/drawing/2014/main" id="{0813D270-4D61-6117-6E9A-99E4F62F9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658" y="529851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5" name="Rectangle 39">
            <a:extLst>
              <a:ext uri="{FF2B5EF4-FFF2-40B4-BE49-F238E27FC236}">
                <a16:creationId xmlns:a16="http://schemas.microsoft.com/office/drawing/2014/main" id="{C950628E-771F-1113-BC9E-49902CED4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879" y="5134343"/>
            <a:ext cx="106279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Overflow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86" name="Line 55">
            <a:extLst>
              <a:ext uri="{FF2B5EF4-FFF2-40B4-BE49-F238E27FC236}">
                <a16:creationId xmlns:a16="http://schemas.microsoft.com/office/drawing/2014/main" id="{E115538B-40F5-0455-BED1-93B398827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9045" y="3006675"/>
            <a:ext cx="503238" cy="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BAC9D52B-871C-F646-90D9-D90820301B68}"/>
              </a:ext>
            </a:extLst>
          </p:cNvPr>
          <p:cNvGrpSpPr/>
          <p:nvPr/>
        </p:nvGrpSpPr>
        <p:grpSpPr>
          <a:xfrm>
            <a:off x="6257159" y="4782938"/>
            <a:ext cx="2697730" cy="1622509"/>
            <a:chOff x="6446270" y="4980396"/>
            <a:chExt cx="2697730" cy="1622509"/>
          </a:xfrm>
        </p:grpSpPr>
        <p:sp>
          <p:nvSpPr>
            <p:cNvPr id="201" name="Rectangle 82">
              <a:extLst>
                <a:ext uri="{FF2B5EF4-FFF2-40B4-BE49-F238E27FC236}">
                  <a16:creationId xmlns:a16="http://schemas.microsoft.com/office/drawing/2014/main" id="{323B3DEB-C766-6B43-4EDE-F4B902BA5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489" y="5337185"/>
              <a:ext cx="61555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Less</a:t>
              </a:r>
            </a:p>
          </p:txBody>
        </p:sp>
        <p:sp>
          <p:nvSpPr>
            <p:cNvPr id="202" name="Line 77">
              <a:extLst>
                <a:ext uri="{FF2B5EF4-FFF2-40B4-BE49-F238E27FC236}">
                  <a16:creationId xmlns:a16="http://schemas.microsoft.com/office/drawing/2014/main" id="{7AAE0D81-AB94-6C65-DE26-6E4195AF0F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8782" y="5634187"/>
              <a:ext cx="774012" cy="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3" name="Line 79">
              <a:extLst>
                <a:ext uri="{FF2B5EF4-FFF2-40B4-BE49-F238E27FC236}">
                  <a16:creationId xmlns:a16="http://schemas.microsoft.com/office/drawing/2014/main" id="{4B1DD772-E387-33B6-B41E-04ED32243B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2358" y="5859451"/>
              <a:ext cx="1152211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4" name="梯形 203">
              <a:extLst>
                <a:ext uri="{FF2B5EF4-FFF2-40B4-BE49-F238E27FC236}">
                  <a16:creationId xmlns:a16="http://schemas.microsoft.com/office/drawing/2014/main" id="{D4778D4A-2DCA-B898-596E-DA7B842AF961}"/>
                </a:ext>
              </a:extLst>
            </p:cNvPr>
            <p:cNvSpPr/>
            <p:nvPr/>
          </p:nvSpPr>
          <p:spPr>
            <a:xfrm rot="5400000">
              <a:off x="7691181" y="5312884"/>
              <a:ext cx="668470" cy="241176"/>
            </a:xfrm>
            <a:prstGeom prst="trapezoid">
              <a:avLst>
                <a:gd name="adj" fmla="val 59245"/>
              </a:avLst>
            </a:prstGeom>
            <a:noFill/>
            <a:ln w="25400">
              <a:solidFill>
                <a:srgbClr val="7030A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205" name="Line 6">
              <a:extLst>
                <a:ext uri="{FF2B5EF4-FFF2-40B4-BE49-F238E27FC236}">
                  <a16:creationId xmlns:a16="http://schemas.microsoft.com/office/drawing/2014/main" id="{47BD7158-8EB3-4667-B6F8-1765CA336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5158" y="5428123"/>
              <a:ext cx="801206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6" name="Line 6">
              <a:extLst>
                <a:ext uri="{FF2B5EF4-FFF2-40B4-BE49-F238E27FC236}">
                  <a16:creationId xmlns:a16="http://schemas.microsoft.com/office/drawing/2014/main" id="{9DFE7BE6-8910-E2EF-0055-15794A2FF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2019" y="5302139"/>
              <a:ext cx="527351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7" name="Rectangle 9">
              <a:extLst>
                <a:ext uri="{FF2B5EF4-FFF2-40B4-BE49-F238E27FC236}">
                  <a16:creationId xmlns:a16="http://schemas.microsoft.com/office/drawing/2014/main" id="{1BFD8A16-842F-7B1B-B687-069B33ECB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4047" y="5115632"/>
              <a:ext cx="7165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ALU0</a:t>
              </a:r>
              <a:endParaRPr kumimoji="1" lang="en-US" altLang="zh-TW" sz="1600" b="1" dirty="0">
                <a:solidFill>
                  <a:srgbClr val="7030A0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208" name="Rectangle 9">
              <a:extLst>
                <a:ext uri="{FF2B5EF4-FFF2-40B4-BE49-F238E27FC236}">
                  <a16:creationId xmlns:a16="http://schemas.microsoft.com/office/drawing/2014/main" id="{75A63E62-6E36-52DC-7D39-9801788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3599" y="4980396"/>
              <a:ext cx="7405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Sum</a:t>
              </a:r>
              <a:r>
                <a:rPr kumimoji="1" lang="en-US" altLang="zh-TW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209" name="梯形 208">
              <a:extLst>
                <a:ext uri="{FF2B5EF4-FFF2-40B4-BE49-F238E27FC236}">
                  <a16:creationId xmlns:a16="http://schemas.microsoft.com/office/drawing/2014/main" id="{205538E3-D21B-BF3D-0D66-B858AA843AFB}"/>
                </a:ext>
              </a:extLst>
            </p:cNvPr>
            <p:cNvSpPr/>
            <p:nvPr/>
          </p:nvSpPr>
          <p:spPr>
            <a:xfrm rot="5400000">
              <a:off x="7700335" y="6148082"/>
              <a:ext cx="668470" cy="241176"/>
            </a:xfrm>
            <a:prstGeom prst="trapezoid">
              <a:avLst>
                <a:gd name="adj" fmla="val 59245"/>
              </a:avLst>
            </a:prstGeom>
            <a:noFill/>
            <a:ln w="25400">
              <a:solidFill>
                <a:srgbClr val="7030A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210" name="Line 79">
              <a:extLst>
                <a:ext uri="{FF2B5EF4-FFF2-40B4-BE49-F238E27FC236}">
                  <a16:creationId xmlns:a16="http://schemas.microsoft.com/office/drawing/2014/main" id="{F962124C-6FD2-429C-1141-F9E1EDD94C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4545" y="5702158"/>
              <a:ext cx="1" cy="317775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solidFill>
                  <a:srgbClr val="7030A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1" name="Line 6">
              <a:extLst>
                <a:ext uri="{FF2B5EF4-FFF2-40B4-BE49-F238E27FC236}">
                  <a16:creationId xmlns:a16="http://schemas.microsoft.com/office/drawing/2014/main" id="{21CC33E0-62CB-1CFF-6A19-CCC6B14AD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2359" y="6120200"/>
              <a:ext cx="1027011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2" name="Rectangle 9">
              <a:extLst>
                <a:ext uri="{FF2B5EF4-FFF2-40B4-BE49-F238E27FC236}">
                  <a16:creationId xmlns:a16="http://schemas.microsoft.com/office/drawing/2014/main" id="{2AF19B16-2F79-3FDB-3D0E-3B3FAF0DF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2359" y="5817491"/>
              <a:ext cx="10371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Sum</a:t>
              </a:r>
              <a:r>
                <a:rPr kumimoji="1" lang="en-US" altLang="zh-TW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1:31</a:t>
              </a:r>
            </a:p>
          </p:txBody>
        </p:sp>
        <p:sp>
          <p:nvSpPr>
            <p:cNvPr id="213" name="Line 6">
              <a:extLst>
                <a:ext uri="{FF2B5EF4-FFF2-40B4-BE49-F238E27FC236}">
                  <a16:creationId xmlns:a16="http://schemas.microsoft.com/office/drawing/2014/main" id="{AF54B5CD-E0AD-A94E-807F-42EDBB3157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41695" y="6052476"/>
              <a:ext cx="94023" cy="15240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4" name="Line 6">
              <a:extLst>
                <a:ext uri="{FF2B5EF4-FFF2-40B4-BE49-F238E27FC236}">
                  <a16:creationId xmlns:a16="http://schemas.microsoft.com/office/drawing/2014/main" id="{B4CA09FA-86F6-50BE-5C28-7E7D8C1FE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0530" y="6444687"/>
              <a:ext cx="527351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5" name="Rectangle 9">
              <a:extLst>
                <a:ext uri="{FF2B5EF4-FFF2-40B4-BE49-F238E27FC236}">
                  <a16:creationId xmlns:a16="http://schemas.microsoft.com/office/drawing/2014/main" id="{413E528D-3F94-FB8F-E23D-9DE6B75E1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081" y="6161930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95221466-9B6B-62D8-647D-3D960C9D9020}"/>
                </a:ext>
              </a:extLst>
            </p:cNvPr>
            <p:cNvSpPr txBox="1"/>
            <p:nvPr/>
          </p:nvSpPr>
          <p:spPr>
            <a:xfrm>
              <a:off x="6446270" y="5641084"/>
              <a:ext cx="4965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b="1" dirty="0" err="1">
                  <a:solidFill>
                    <a:srgbClr val="7030A0"/>
                  </a:solidFill>
                </a:rPr>
                <a:t>slt</a:t>
              </a:r>
              <a:endParaRPr lang="en" altLang="zh-CN" b="1" dirty="0">
                <a:solidFill>
                  <a:srgbClr val="7030A0"/>
                </a:solidFill>
              </a:endParaRPr>
            </a:p>
          </p:txBody>
        </p:sp>
        <p:sp>
          <p:nvSpPr>
            <p:cNvPr id="217" name="Rectangle 9">
              <a:extLst>
                <a:ext uri="{FF2B5EF4-FFF2-40B4-BE49-F238E27FC236}">
                  <a16:creationId xmlns:a16="http://schemas.microsoft.com/office/drawing/2014/main" id="{9721D5ED-93B3-2528-956D-89E0FE8E2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9159" y="5134525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218" name="Rectangle 9">
              <a:extLst>
                <a:ext uri="{FF2B5EF4-FFF2-40B4-BE49-F238E27FC236}">
                  <a16:creationId xmlns:a16="http://schemas.microsoft.com/office/drawing/2014/main" id="{FC64D5C3-1EFA-0C80-21B5-150032B1B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9159" y="5951246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219" name="Rectangle 9">
              <a:extLst>
                <a:ext uri="{FF2B5EF4-FFF2-40B4-BE49-F238E27FC236}">
                  <a16:creationId xmlns:a16="http://schemas.microsoft.com/office/drawing/2014/main" id="{9A3FE75B-9E54-DCB7-B5D9-B1B96A0FC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5839" y="5439846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220" name="Rectangle 9">
              <a:extLst>
                <a:ext uri="{FF2B5EF4-FFF2-40B4-BE49-F238E27FC236}">
                  <a16:creationId xmlns:a16="http://schemas.microsoft.com/office/drawing/2014/main" id="{A714313C-6A42-9401-2690-D971E4555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5839" y="6256567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221" name="Rectangle 9">
              <a:extLst>
                <a:ext uri="{FF2B5EF4-FFF2-40B4-BE49-F238E27FC236}">
                  <a16:creationId xmlns:a16="http://schemas.microsoft.com/office/drawing/2014/main" id="{3796BCBA-7A86-8546-3173-74A472244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0901" y="5939904"/>
              <a:ext cx="101309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ALU1:31</a:t>
              </a:r>
              <a:endParaRPr kumimoji="1" lang="en-US" altLang="zh-TW" sz="1600" b="1" dirty="0">
                <a:solidFill>
                  <a:srgbClr val="7030A0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222" name="Line 6">
              <a:extLst>
                <a:ext uri="{FF2B5EF4-FFF2-40B4-BE49-F238E27FC236}">
                  <a16:creationId xmlns:a16="http://schemas.microsoft.com/office/drawing/2014/main" id="{7D2F81FE-9817-3133-5A4A-BD87A8F6B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5158" y="6256567"/>
              <a:ext cx="801206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3" name="Line 79">
              <a:extLst>
                <a:ext uri="{FF2B5EF4-FFF2-40B4-BE49-F238E27FC236}">
                  <a16:creationId xmlns:a16="http://schemas.microsoft.com/office/drawing/2014/main" id="{3DD225E1-135D-A083-6DCD-F68DA0D4F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4115" y="5309416"/>
              <a:ext cx="1" cy="317775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solidFill>
                  <a:srgbClr val="7030A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4" name="Line 79">
              <a:extLst>
                <a:ext uri="{FF2B5EF4-FFF2-40B4-BE49-F238E27FC236}">
                  <a16:creationId xmlns:a16="http://schemas.microsoft.com/office/drawing/2014/main" id="{07A47A7F-C796-EA8B-5F94-F6A253745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28681" y="5333451"/>
              <a:ext cx="325432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27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52748-33D4-406D-8406-D142A91E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电路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D78F7-4CAF-4EC1-812D-D50ED91D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36</a:t>
            </a:fld>
            <a:endParaRPr lang="en-US" altLang="zh-CN" dirty="0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AD0C1ECC-349D-4B11-A53F-FDA39D4DE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1593057"/>
            <a:ext cx="2321148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按位</a:t>
            </a:r>
            <a:r>
              <a:rPr lang="en-US" altLang="zh-CN" sz="2800" dirty="0">
                <a:latin typeface="+mj-lt"/>
                <a:ea typeface="SimHei" panose="02010609060101010101" pitchFamily="49" charset="-122"/>
              </a:rPr>
              <a:t>AND/OR</a:t>
            </a:r>
            <a:endParaRPr lang="zh-CN" altLang="en-US" sz="2800" dirty="0"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956BD9F4-1340-B6FA-2F25-2B1629E66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4382" y="5686670"/>
            <a:ext cx="3162982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defPPr>
              <a:defRPr lang="zh-CN"/>
            </a:defPPr>
            <a:lvl1pPr eaLnBrk="1" hangingPunct="1">
              <a:defRPr sz="2800" b="1"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CN" b="0" dirty="0"/>
              <a:t>AND/OR Operation</a:t>
            </a:r>
            <a:endParaRPr lang="zh-CN" altLang="en-US" b="0" dirty="0"/>
          </a:p>
        </p:txBody>
      </p:sp>
      <p:grpSp>
        <p:nvGrpSpPr>
          <p:cNvPr id="51" name="Group 4">
            <a:extLst>
              <a:ext uri="{FF2B5EF4-FFF2-40B4-BE49-F238E27FC236}">
                <a16:creationId xmlns:a16="http://schemas.microsoft.com/office/drawing/2014/main" id="{E8F5FA88-915F-491E-75C8-42C06D7E68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90913" y="2203450"/>
            <a:ext cx="5729287" cy="3563938"/>
            <a:chOff x="2199" y="1388"/>
            <a:chExt cx="3609" cy="2245"/>
          </a:xfrm>
        </p:grpSpPr>
        <p:sp>
          <p:nvSpPr>
            <p:cNvPr id="65" name="AutoShape 3">
              <a:extLst>
                <a:ext uri="{FF2B5EF4-FFF2-40B4-BE49-F238E27FC236}">
                  <a16:creationId xmlns:a16="http://schemas.microsoft.com/office/drawing/2014/main" id="{12D3DD0B-3F0D-FB57-FB8A-4F546D94DAD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199" y="1388"/>
              <a:ext cx="3609" cy="2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6" name="Rectangle 5">
              <a:extLst>
                <a:ext uri="{FF2B5EF4-FFF2-40B4-BE49-F238E27FC236}">
                  <a16:creationId xmlns:a16="http://schemas.microsoft.com/office/drawing/2014/main" id="{19ED38FE-518B-EFE8-ABFE-70383B63B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1773"/>
              <a:ext cx="2367" cy="1520"/>
            </a:xfrm>
            <a:prstGeom prst="rect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7" name="Line 11">
              <a:extLst>
                <a:ext uri="{FF2B5EF4-FFF2-40B4-BE49-F238E27FC236}">
                  <a16:creationId xmlns:a16="http://schemas.microsoft.com/office/drawing/2014/main" id="{497B92D5-CF65-1498-7AFB-209F821DE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0" y="2756"/>
              <a:ext cx="1376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8" name="Freeform 15">
              <a:extLst>
                <a:ext uri="{FF2B5EF4-FFF2-40B4-BE49-F238E27FC236}">
                  <a16:creationId xmlns:a16="http://schemas.microsoft.com/office/drawing/2014/main" id="{E0C0FE4B-4AEE-BE3A-17A0-6FC0A5384C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6" y="1962"/>
              <a:ext cx="1659" cy="62"/>
            </a:xfrm>
            <a:custGeom>
              <a:avLst/>
              <a:gdLst>
                <a:gd name="T0" fmla="*/ 0 w 16431"/>
                <a:gd name="T1" fmla="*/ 243 h 619"/>
                <a:gd name="T2" fmla="*/ 16299 w 16431"/>
                <a:gd name="T3" fmla="*/ 243 h 619"/>
                <a:gd name="T4" fmla="*/ 16299 w 16431"/>
                <a:gd name="T5" fmla="*/ 376 h 619"/>
                <a:gd name="T6" fmla="*/ 0 w 16431"/>
                <a:gd name="T7" fmla="*/ 376 h 619"/>
                <a:gd name="T8" fmla="*/ 0 w 16431"/>
                <a:gd name="T9" fmla="*/ 243 h 619"/>
                <a:gd name="T10" fmla="*/ 15932 w 16431"/>
                <a:gd name="T11" fmla="*/ 19 h 619"/>
                <a:gd name="T12" fmla="*/ 16431 w 16431"/>
                <a:gd name="T13" fmla="*/ 309 h 619"/>
                <a:gd name="T14" fmla="*/ 15932 w 16431"/>
                <a:gd name="T15" fmla="*/ 600 h 619"/>
                <a:gd name="T16" fmla="*/ 15841 w 16431"/>
                <a:gd name="T17" fmla="*/ 576 h 619"/>
                <a:gd name="T18" fmla="*/ 15865 w 16431"/>
                <a:gd name="T19" fmla="*/ 485 h 619"/>
                <a:gd name="T20" fmla="*/ 16265 w 16431"/>
                <a:gd name="T21" fmla="*/ 252 h 619"/>
                <a:gd name="T22" fmla="*/ 16265 w 16431"/>
                <a:gd name="T23" fmla="*/ 367 h 619"/>
                <a:gd name="T24" fmla="*/ 15865 w 16431"/>
                <a:gd name="T25" fmla="*/ 134 h 619"/>
                <a:gd name="T26" fmla="*/ 15841 w 16431"/>
                <a:gd name="T27" fmla="*/ 43 h 619"/>
                <a:gd name="T28" fmla="*/ 15932 w 16431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431" h="619">
                  <a:moveTo>
                    <a:pt x="0" y="243"/>
                  </a:moveTo>
                  <a:lnTo>
                    <a:pt x="16299" y="243"/>
                  </a:lnTo>
                  <a:lnTo>
                    <a:pt x="16299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15932" y="19"/>
                  </a:moveTo>
                  <a:lnTo>
                    <a:pt x="16431" y="309"/>
                  </a:lnTo>
                  <a:lnTo>
                    <a:pt x="15932" y="600"/>
                  </a:lnTo>
                  <a:cubicBezTo>
                    <a:pt x="15901" y="619"/>
                    <a:pt x="15860" y="608"/>
                    <a:pt x="15841" y="576"/>
                  </a:cubicBezTo>
                  <a:cubicBezTo>
                    <a:pt x="15823" y="545"/>
                    <a:pt x="15833" y="504"/>
                    <a:pt x="15865" y="485"/>
                  </a:cubicBezTo>
                  <a:lnTo>
                    <a:pt x="16265" y="252"/>
                  </a:lnTo>
                  <a:lnTo>
                    <a:pt x="16265" y="367"/>
                  </a:lnTo>
                  <a:lnTo>
                    <a:pt x="15865" y="134"/>
                  </a:lnTo>
                  <a:cubicBezTo>
                    <a:pt x="15833" y="115"/>
                    <a:pt x="15823" y="74"/>
                    <a:pt x="15841" y="43"/>
                  </a:cubicBezTo>
                  <a:cubicBezTo>
                    <a:pt x="15860" y="11"/>
                    <a:pt x="15901" y="0"/>
                    <a:pt x="15932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623C9790-3D9E-CDD3-D550-7E59F20E5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906"/>
              <a:ext cx="370" cy="284"/>
            </a:xfrm>
            <a:custGeom>
              <a:avLst/>
              <a:gdLst>
                <a:gd name="T0" fmla="*/ 0 w 3664"/>
                <a:gd name="T1" fmla="*/ 0 h 2832"/>
                <a:gd name="T2" fmla="*/ 1832 w 3664"/>
                <a:gd name="T3" fmla="*/ 0 h 2832"/>
                <a:gd name="T4" fmla="*/ 3664 w 3664"/>
                <a:gd name="T5" fmla="*/ 1416 h 2832"/>
                <a:gd name="T6" fmla="*/ 1832 w 3664"/>
                <a:gd name="T7" fmla="*/ 2832 h 2832"/>
                <a:gd name="T8" fmla="*/ 0 w 3664"/>
                <a:gd name="T9" fmla="*/ 2832 h 2832"/>
                <a:gd name="T10" fmla="*/ 0 w 3664"/>
                <a:gd name="T11" fmla="*/ 0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64" h="2832">
                  <a:moveTo>
                    <a:pt x="0" y="0"/>
                  </a:moveTo>
                  <a:lnTo>
                    <a:pt x="1832" y="0"/>
                  </a:lnTo>
                  <a:cubicBezTo>
                    <a:pt x="2844" y="0"/>
                    <a:pt x="3664" y="634"/>
                    <a:pt x="3664" y="1416"/>
                  </a:cubicBezTo>
                  <a:cubicBezTo>
                    <a:pt x="3664" y="2199"/>
                    <a:pt x="2844" y="2832"/>
                    <a:pt x="1832" y="2832"/>
                  </a:cubicBezTo>
                  <a:lnTo>
                    <a:pt x="0" y="28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0" name="Freeform 17">
              <a:extLst>
                <a:ext uri="{FF2B5EF4-FFF2-40B4-BE49-F238E27FC236}">
                  <a16:creationId xmlns:a16="http://schemas.microsoft.com/office/drawing/2014/main" id="{4070B1DD-9082-252E-1C56-4AF9398BC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343" cy="147"/>
            </a:xfrm>
            <a:custGeom>
              <a:avLst/>
              <a:gdLst>
                <a:gd name="T0" fmla="*/ 0 w 343"/>
                <a:gd name="T1" fmla="*/ 4 h 147"/>
                <a:gd name="T2" fmla="*/ 122 w 343"/>
                <a:gd name="T3" fmla="*/ 4 h 147"/>
                <a:gd name="T4" fmla="*/ 215 w 343"/>
                <a:gd name="T5" fmla="*/ 28 h 147"/>
                <a:gd name="T6" fmla="*/ 298 w 343"/>
                <a:gd name="T7" fmla="*/ 87 h 147"/>
                <a:gd name="T8" fmla="*/ 343 w 343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47">
                  <a:moveTo>
                    <a:pt x="0" y="4"/>
                  </a:moveTo>
                  <a:cubicBezTo>
                    <a:pt x="43" y="2"/>
                    <a:pt x="87" y="0"/>
                    <a:pt x="122" y="4"/>
                  </a:cubicBezTo>
                  <a:cubicBezTo>
                    <a:pt x="158" y="8"/>
                    <a:pt x="186" y="14"/>
                    <a:pt x="215" y="28"/>
                  </a:cubicBezTo>
                  <a:cubicBezTo>
                    <a:pt x="244" y="42"/>
                    <a:pt x="277" y="67"/>
                    <a:pt x="298" y="87"/>
                  </a:cubicBezTo>
                  <a:cubicBezTo>
                    <a:pt x="320" y="106"/>
                    <a:pt x="331" y="127"/>
                    <a:pt x="343" y="147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1" name="Freeform 18">
              <a:extLst>
                <a:ext uri="{FF2B5EF4-FFF2-40B4-BE49-F238E27FC236}">
                  <a16:creationId xmlns:a16="http://schemas.microsoft.com/office/drawing/2014/main" id="{068D20A3-1C02-4858-2F5D-2FBBB5F07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436"/>
              <a:ext cx="343" cy="137"/>
            </a:xfrm>
            <a:custGeom>
              <a:avLst/>
              <a:gdLst>
                <a:gd name="T0" fmla="*/ 0 w 343"/>
                <a:gd name="T1" fmla="*/ 133 h 137"/>
                <a:gd name="T2" fmla="*/ 122 w 343"/>
                <a:gd name="T3" fmla="*/ 133 h 137"/>
                <a:gd name="T4" fmla="*/ 215 w 343"/>
                <a:gd name="T5" fmla="*/ 111 h 137"/>
                <a:gd name="T6" fmla="*/ 298 w 343"/>
                <a:gd name="T7" fmla="*/ 57 h 137"/>
                <a:gd name="T8" fmla="*/ 343 w 343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37">
                  <a:moveTo>
                    <a:pt x="0" y="133"/>
                  </a:moveTo>
                  <a:cubicBezTo>
                    <a:pt x="43" y="135"/>
                    <a:pt x="87" y="137"/>
                    <a:pt x="122" y="133"/>
                  </a:cubicBezTo>
                  <a:cubicBezTo>
                    <a:pt x="158" y="129"/>
                    <a:pt x="186" y="124"/>
                    <a:pt x="215" y="111"/>
                  </a:cubicBezTo>
                  <a:cubicBezTo>
                    <a:pt x="244" y="98"/>
                    <a:pt x="277" y="75"/>
                    <a:pt x="298" y="57"/>
                  </a:cubicBezTo>
                  <a:cubicBezTo>
                    <a:pt x="320" y="38"/>
                    <a:pt x="331" y="20"/>
                    <a:pt x="343" y="0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2" name="Freeform 19">
              <a:extLst>
                <a:ext uri="{FF2B5EF4-FFF2-40B4-BE49-F238E27FC236}">
                  <a16:creationId xmlns:a16="http://schemas.microsoft.com/office/drawing/2014/main" id="{4EF544E3-1EFE-110F-FDA8-1C92A7276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94" cy="284"/>
            </a:xfrm>
            <a:custGeom>
              <a:avLst/>
              <a:gdLst>
                <a:gd name="T0" fmla="*/ 3 w 94"/>
                <a:gd name="T1" fmla="*/ 0 h 284"/>
                <a:gd name="T2" fmla="*/ 94 w 94"/>
                <a:gd name="T3" fmla="*/ 146 h 284"/>
                <a:gd name="T4" fmla="*/ 0 w 94"/>
                <a:gd name="T5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" h="284">
                  <a:moveTo>
                    <a:pt x="3" y="0"/>
                  </a:moveTo>
                  <a:cubicBezTo>
                    <a:pt x="48" y="50"/>
                    <a:pt x="94" y="99"/>
                    <a:pt x="94" y="146"/>
                  </a:cubicBezTo>
                  <a:cubicBezTo>
                    <a:pt x="94" y="193"/>
                    <a:pt x="47" y="239"/>
                    <a:pt x="0" y="284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61F2417A-4056-8596-2810-96A624515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1816"/>
              <a:ext cx="255" cy="1406"/>
            </a:xfrm>
            <a:custGeom>
              <a:avLst/>
              <a:gdLst>
                <a:gd name="T0" fmla="*/ 0 w 255"/>
                <a:gd name="T1" fmla="*/ 0 h 1406"/>
                <a:gd name="T2" fmla="*/ 255 w 255"/>
                <a:gd name="T3" fmla="*/ 297 h 1406"/>
                <a:gd name="T4" fmla="*/ 255 w 255"/>
                <a:gd name="T5" fmla="*/ 1108 h 1406"/>
                <a:gd name="T6" fmla="*/ 0 w 255"/>
                <a:gd name="T7" fmla="*/ 1406 h 1406"/>
                <a:gd name="T8" fmla="*/ 0 w 255"/>
                <a:gd name="T9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1406">
                  <a:moveTo>
                    <a:pt x="0" y="0"/>
                  </a:moveTo>
                  <a:lnTo>
                    <a:pt x="255" y="297"/>
                  </a:lnTo>
                  <a:lnTo>
                    <a:pt x="255" y="1108"/>
                  </a:lnTo>
                  <a:lnTo>
                    <a:pt x="0" y="140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4" name="Rectangle 24">
              <a:extLst>
                <a:ext uri="{FF2B5EF4-FFF2-40B4-BE49-F238E27FC236}">
                  <a16:creationId xmlns:a16="http://schemas.microsoft.com/office/drawing/2014/main" id="{EC603BA2-7BFD-30F5-1CF2-FBA34E248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1948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0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71464188-D1C0-6F05-DF7E-869356BCA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38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6" name="Line 27">
              <a:extLst>
                <a:ext uri="{FF2B5EF4-FFF2-40B4-BE49-F238E27FC236}">
                  <a16:creationId xmlns:a16="http://schemas.microsoft.com/office/drawing/2014/main" id="{99510DC0-573A-6963-3546-E7182174CB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5" y="1993"/>
              <a:ext cx="0" cy="378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7" name="Oval 28">
              <a:extLst>
                <a:ext uri="{FF2B5EF4-FFF2-40B4-BE49-F238E27FC236}">
                  <a16:creationId xmlns:a16="http://schemas.microsoft.com/office/drawing/2014/main" id="{D6EC098D-4A35-61C4-A4EF-560E533CD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8" name="Oval 29">
              <a:extLst>
                <a:ext uri="{FF2B5EF4-FFF2-40B4-BE49-F238E27FC236}">
                  <a16:creationId xmlns:a16="http://schemas.microsoft.com/office/drawing/2014/main" id="{EBC1529A-C6FD-157E-0DD8-DEAAA4DB6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9" name="Freeform 32">
              <a:extLst>
                <a:ext uri="{FF2B5EF4-FFF2-40B4-BE49-F238E27FC236}">
                  <a16:creationId xmlns:a16="http://schemas.microsoft.com/office/drawing/2014/main" id="{66B279B4-E26F-9CCA-1878-33A76BCAD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332"/>
              <a:ext cx="468" cy="62"/>
            </a:xfrm>
            <a:custGeom>
              <a:avLst/>
              <a:gdLst>
                <a:gd name="T0" fmla="*/ 0 w 4633"/>
                <a:gd name="T1" fmla="*/ 243 h 619"/>
                <a:gd name="T2" fmla="*/ 4500 w 4633"/>
                <a:gd name="T3" fmla="*/ 243 h 619"/>
                <a:gd name="T4" fmla="*/ 4500 w 4633"/>
                <a:gd name="T5" fmla="*/ 376 h 619"/>
                <a:gd name="T6" fmla="*/ 0 w 4633"/>
                <a:gd name="T7" fmla="*/ 376 h 619"/>
                <a:gd name="T8" fmla="*/ 0 w 4633"/>
                <a:gd name="T9" fmla="*/ 243 h 619"/>
                <a:gd name="T10" fmla="*/ 4134 w 4633"/>
                <a:gd name="T11" fmla="*/ 19 h 619"/>
                <a:gd name="T12" fmla="*/ 4633 w 4633"/>
                <a:gd name="T13" fmla="*/ 309 h 619"/>
                <a:gd name="T14" fmla="*/ 4134 w 4633"/>
                <a:gd name="T15" fmla="*/ 600 h 619"/>
                <a:gd name="T16" fmla="*/ 4043 w 4633"/>
                <a:gd name="T17" fmla="*/ 576 h 619"/>
                <a:gd name="T18" fmla="*/ 4067 w 4633"/>
                <a:gd name="T19" fmla="*/ 485 h 619"/>
                <a:gd name="T20" fmla="*/ 4467 w 4633"/>
                <a:gd name="T21" fmla="*/ 252 h 619"/>
                <a:gd name="T22" fmla="*/ 4467 w 4633"/>
                <a:gd name="T23" fmla="*/ 367 h 619"/>
                <a:gd name="T24" fmla="*/ 4067 w 4633"/>
                <a:gd name="T25" fmla="*/ 134 h 619"/>
                <a:gd name="T26" fmla="*/ 4043 w 4633"/>
                <a:gd name="T27" fmla="*/ 43 h 619"/>
                <a:gd name="T28" fmla="*/ 4134 w 4633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33" h="619">
                  <a:moveTo>
                    <a:pt x="0" y="243"/>
                  </a:moveTo>
                  <a:lnTo>
                    <a:pt x="4500" y="243"/>
                  </a:lnTo>
                  <a:lnTo>
                    <a:pt x="4500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4134" y="19"/>
                  </a:moveTo>
                  <a:lnTo>
                    <a:pt x="4633" y="309"/>
                  </a:lnTo>
                  <a:lnTo>
                    <a:pt x="4134" y="600"/>
                  </a:lnTo>
                  <a:cubicBezTo>
                    <a:pt x="4102" y="619"/>
                    <a:pt x="4061" y="608"/>
                    <a:pt x="4043" y="576"/>
                  </a:cubicBezTo>
                  <a:cubicBezTo>
                    <a:pt x="4024" y="545"/>
                    <a:pt x="4035" y="504"/>
                    <a:pt x="4067" y="485"/>
                  </a:cubicBezTo>
                  <a:lnTo>
                    <a:pt x="4467" y="252"/>
                  </a:lnTo>
                  <a:lnTo>
                    <a:pt x="4467" y="367"/>
                  </a:lnTo>
                  <a:lnTo>
                    <a:pt x="4067" y="134"/>
                  </a:lnTo>
                  <a:cubicBezTo>
                    <a:pt x="4035" y="115"/>
                    <a:pt x="4024" y="74"/>
                    <a:pt x="4043" y="43"/>
                  </a:cubicBezTo>
                  <a:cubicBezTo>
                    <a:pt x="4061" y="11"/>
                    <a:pt x="4102" y="0"/>
                    <a:pt x="4134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0" name="Oval 34">
              <a:extLst>
                <a:ext uri="{FF2B5EF4-FFF2-40B4-BE49-F238E27FC236}">
                  <a16:creationId xmlns:a16="http://schemas.microsoft.com/office/drawing/2014/main" id="{9D19F081-47C4-323C-B040-B164BEB46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1" name="Oval 35">
              <a:extLst>
                <a:ext uri="{FF2B5EF4-FFF2-40B4-BE49-F238E27FC236}">
                  <a16:creationId xmlns:a16="http://schemas.microsoft.com/office/drawing/2014/main" id="{7D7946E1-259E-3A17-4152-2AE36C80A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2" name="Line 36">
              <a:extLst>
                <a:ext uri="{FF2B5EF4-FFF2-40B4-BE49-F238E27FC236}">
                  <a16:creationId xmlns:a16="http://schemas.microsoft.com/office/drawing/2014/main" id="{1B45687B-160F-F6B6-1FC1-64470CC89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8" y="2124"/>
              <a:ext cx="0" cy="632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3" name="Freeform 39">
              <a:extLst>
                <a:ext uri="{FF2B5EF4-FFF2-40B4-BE49-F238E27FC236}">
                  <a16:creationId xmlns:a16="http://schemas.microsoft.com/office/drawing/2014/main" id="{20101E32-A6C3-04A0-D1A1-83D3A4BEE2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093"/>
              <a:ext cx="277" cy="62"/>
            </a:xfrm>
            <a:custGeom>
              <a:avLst/>
              <a:gdLst>
                <a:gd name="T0" fmla="*/ 0 w 2739"/>
                <a:gd name="T1" fmla="*/ 243 h 619"/>
                <a:gd name="T2" fmla="*/ 2607 w 2739"/>
                <a:gd name="T3" fmla="*/ 243 h 619"/>
                <a:gd name="T4" fmla="*/ 2607 w 2739"/>
                <a:gd name="T5" fmla="*/ 376 h 619"/>
                <a:gd name="T6" fmla="*/ 0 w 2739"/>
                <a:gd name="T7" fmla="*/ 376 h 619"/>
                <a:gd name="T8" fmla="*/ 0 w 2739"/>
                <a:gd name="T9" fmla="*/ 243 h 619"/>
                <a:gd name="T10" fmla="*/ 2241 w 2739"/>
                <a:gd name="T11" fmla="*/ 19 h 619"/>
                <a:gd name="T12" fmla="*/ 2739 w 2739"/>
                <a:gd name="T13" fmla="*/ 309 h 619"/>
                <a:gd name="T14" fmla="*/ 2241 w 2739"/>
                <a:gd name="T15" fmla="*/ 600 h 619"/>
                <a:gd name="T16" fmla="*/ 2150 w 2739"/>
                <a:gd name="T17" fmla="*/ 576 h 619"/>
                <a:gd name="T18" fmla="*/ 2174 w 2739"/>
                <a:gd name="T19" fmla="*/ 485 h 619"/>
                <a:gd name="T20" fmla="*/ 2174 w 2739"/>
                <a:gd name="T21" fmla="*/ 485 h 619"/>
                <a:gd name="T22" fmla="*/ 2574 w 2739"/>
                <a:gd name="T23" fmla="*/ 252 h 619"/>
                <a:gd name="T24" fmla="*/ 2574 w 2739"/>
                <a:gd name="T25" fmla="*/ 367 h 619"/>
                <a:gd name="T26" fmla="*/ 2174 w 2739"/>
                <a:gd name="T27" fmla="*/ 134 h 619"/>
                <a:gd name="T28" fmla="*/ 2150 w 2739"/>
                <a:gd name="T29" fmla="*/ 43 h 619"/>
                <a:gd name="T30" fmla="*/ 2241 w 2739"/>
                <a:gd name="T31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39" h="619">
                  <a:moveTo>
                    <a:pt x="0" y="243"/>
                  </a:moveTo>
                  <a:lnTo>
                    <a:pt x="2607" y="243"/>
                  </a:lnTo>
                  <a:lnTo>
                    <a:pt x="2607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241" y="19"/>
                  </a:moveTo>
                  <a:lnTo>
                    <a:pt x="2739" y="309"/>
                  </a:lnTo>
                  <a:lnTo>
                    <a:pt x="2241" y="600"/>
                  </a:lnTo>
                  <a:cubicBezTo>
                    <a:pt x="2209" y="619"/>
                    <a:pt x="2168" y="608"/>
                    <a:pt x="2150" y="576"/>
                  </a:cubicBezTo>
                  <a:cubicBezTo>
                    <a:pt x="2131" y="545"/>
                    <a:pt x="2142" y="504"/>
                    <a:pt x="2174" y="485"/>
                  </a:cubicBezTo>
                  <a:lnTo>
                    <a:pt x="2174" y="485"/>
                  </a:lnTo>
                  <a:lnTo>
                    <a:pt x="2574" y="252"/>
                  </a:lnTo>
                  <a:lnTo>
                    <a:pt x="2574" y="367"/>
                  </a:lnTo>
                  <a:lnTo>
                    <a:pt x="2174" y="134"/>
                  </a:lnTo>
                  <a:cubicBezTo>
                    <a:pt x="2142" y="115"/>
                    <a:pt x="2131" y="74"/>
                    <a:pt x="2150" y="43"/>
                  </a:cubicBezTo>
                  <a:cubicBezTo>
                    <a:pt x="2168" y="11"/>
                    <a:pt x="2209" y="0"/>
                    <a:pt x="2241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4" name="Freeform 40">
              <a:extLst>
                <a:ext uri="{FF2B5EF4-FFF2-40B4-BE49-F238E27FC236}">
                  <a16:creationId xmlns:a16="http://schemas.microsoft.com/office/drawing/2014/main" id="{D49DBD5F-3B9B-BFC7-5B60-B8313832AC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474"/>
              <a:ext cx="345" cy="62"/>
            </a:xfrm>
            <a:custGeom>
              <a:avLst/>
              <a:gdLst>
                <a:gd name="T0" fmla="*/ 0 w 3415"/>
                <a:gd name="T1" fmla="*/ 243 h 619"/>
                <a:gd name="T2" fmla="*/ 3282 w 3415"/>
                <a:gd name="T3" fmla="*/ 243 h 619"/>
                <a:gd name="T4" fmla="*/ 3282 w 3415"/>
                <a:gd name="T5" fmla="*/ 376 h 619"/>
                <a:gd name="T6" fmla="*/ 0 w 3415"/>
                <a:gd name="T7" fmla="*/ 376 h 619"/>
                <a:gd name="T8" fmla="*/ 0 w 3415"/>
                <a:gd name="T9" fmla="*/ 243 h 619"/>
                <a:gd name="T10" fmla="*/ 2916 w 3415"/>
                <a:gd name="T11" fmla="*/ 19 h 619"/>
                <a:gd name="T12" fmla="*/ 3415 w 3415"/>
                <a:gd name="T13" fmla="*/ 309 h 619"/>
                <a:gd name="T14" fmla="*/ 2916 w 3415"/>
                <a:gd name="T15" fmla="*/ 600 h 619"/>
                <a:gd name="T16" fmla="*/ 2825 w 3415"/>
                <a:gd name="T17" fmla="*/ 576 h 619"/>
                <a:gd name="T18" fmla="*/ 2849 w 3415"/>
                <a:gd name="T19" fmla="*/ 485 h 619"/>
                <a:gd name="T20" fmla="*/ 3249 w 3415"/>
                <a:gd name="T21" fmla="*/ 252 h 619"/>
                <a:gd name="T22" fmla="*/ 3249 w 3415"/>
                <a:gd name="T23" fmla="*/ 367 h 619"/>
                <a:gd name="T24" fmla="*/ 2849 w 3415"/>
                <a:gd name="T25" fmla="*/ 134 h 619"/>
                <a:gd name="T26" fmla="*/ 2825 w 3415"/>
                <a:gd name="T27" fmla="*/ 43 h 619"/>
                <a:gd name="T28" fmla="*/ 2916 w 3415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15" h="619">
                  <a:moveTo>
                    <a:pt x="0" y="243"/>
                  </a:moveTo>
                  <a:lnTo>
                    <a:pt x="3282" y="243"/>
                  </a:lnTo>
                  <a:lnTo>
                    <a:pt x="3282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916" y="19"/>
                  </a:moveTo>
                  <a:lnTo>
                    <a:pt x="3415" y="309"/>
                  </a:lnTo>
                  <a:lnTo>
                    <a:pt x="2916" y="600"/>
                  </a:lnTo>
                  <a:cubicBezTo>
                    <a:pt x="2884" y="619"/>
                    <a:pt x="2843" y="608"/>
                    <a:pt x="2825" y="576"/>
                  </a:cubicBezTo>
                  <a:cubicBezTo>
                    <a:pt x="2806" y="545"/>
                    <a:pt x="2817" y="504"/>
                    <a:pt x="2849" y="485"/>
                  </a:cubicBezTo>
                  <a:lnTo>
                    <a:pt x="3249" y="252"/>
                  </a:lnTo>
                  <a:lnTo>
                    <a:pt x="3249" y="367"/>
                  </a:lnTo>
                  <a:lnTo>
                    <a:pt x="2849" y="134"/>
                  </a:lnTo>
                  <a:cubicBezTo>
                    <a:pt x="2817" y="115"/>
                    <a:pt x="2806" y="74"/>
                    <a:pt x="2825" y="43"/>
                  </a:cubicBezTo>
                  <a:cubicBezTo>
                    <a:pt x="2843" y="11"/>
                    <a:pt x="2884" y="0"/>
                    <a:pt x="2916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5" name="Line 41">
              <a:extLst>
                <a:ext uri="{FF2B5EF4-FFF2-40B4-BE49-F238E27FC236}">
                  <a16:creationId xmlns:a16="http://schemas.microsoft.com/office/drawing/2014/main" id="{BCB60757-4D8D-D0C7-2A80-C39F9B12F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048"/>
              <a:ext cx="22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6" name="Line 42">
              <a:extLst>
                <a:ext uri="{FF2B5EF4-FFF2-40B4-BE49-F238E27FC236}">
                  <a16:creationId xmlns:a16="http://schemas.microsoft.com/office/drawing/2014/main" id="{590A971D-E59D-C06C-A2E9-F2711FD97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8" y="2429"/>
              <a:ext cx="257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7" name="Rectangle 46">
              <a:extLst>
                <a:ext uri="{FF2B5EF4-FFF2-40B4-BE49-F238E27FC236}">
                  <a16:creationId xmlns:a16="http://schemas.microsoft.com/office/drawing/2014/main" id="{A0EAEAAC-D227-0202-C2D0-028A98D0A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" y="1433"/>
              <a:ext cx="5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Operatio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88" name="Line 48">
              <a:extLst>
                <a:ext uri="{FF2B5EF4-FFF2-40B4-BE49-F238E27FC236}">
                  <a16:creationId xmlns:a16="http://schemas.microsoft.com/office/drawing/2014/main" id="{4944CDC8-4A57-6525-76BF-7539802BF5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" y="1591"/>
              <a:ext cx="0" cy="36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9" name="Freeform 49">
              <a:extLst>
                <a:ext uri="{FF2B5EF4-FFF2-40B4-BE49-F238E27FC236}">
                  <a16:creationId xmlns:a16="http://schemas.microsoft.com/office/drawing/2014/main" id="{50AE3F02-BCA7-0395-357A-8415DD9E28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9" y="2487"/>
              <a:ext cx="356" cy="62"/>
            </a:xfrm>
            <a:custGeom>
              <a:avLst/>
              <a:gdLst>
                <a:gd name="T0" fmla="*/ 0 w 1763"/>
                <a:gd name="T1" fmla="*/ 121 h 309"/>
                <a:gd name="T2" fmla="*/ 1697 w 1763"/>
                <a:gd name="T3" fmla="*/ 121 h 309"/>
                <a:gd name="T4" fmla="*/ 1697 w 1763"/>
                <a:gd name="T5" fmla="*/ 188 h 309"/>
                <a:gd name="T6" fmla="*/ 0 w 1763"/>
                <a:gd name="T7" fmla="*/ 188 h 309"/>
                <a:gd name="T8" fmla="*/ 0 w 1763"/>
                <a:gd name="T9" fmla="*/ 121 h 309"/>
                <a:gd name="T10" fmla="*/ 1514 w 1763"/>
                <a:gd name="T11" fmla="*/ 9 h 309"/>
                <a:gd name="T12" fmla="*/ 1763 w 1763"/>
                <a:gd name="T13" fmla="*/ 154 h 309"/>
                <a:gd name="T14" fmla="*/ 1514 w 1763"/>
                <a:gd name="T15" fmla="*/ 300 h 309"/>
                <a:gd name="T16" fmla="*/ 1468 w 1763"/>
                <a:gd name="T17" fmla="*/ 288 h 309"/>
                <a:gd name="T18" fmla="*/ 1480 w 1763"/>
                <a:gd name="T19" fmla="*/ 242 h 309"/>
                <a:gd name="T20" fmla="*/ 1680 w 1763"/>
                <a:gd name="T21" fmla="*/ 126 h 309"/>
                <a:gd name="T22" fmla="*/ 1680 w 1763"/>
                <a:gd name="T23" fmla="*/ 183 h 309"/>
                <a:gd name="T24" fmla="*/ 1480 w 1763"/>
                <a:gd name="T25" fmla="*/ 67 h 309"/>
                <a:gd name="T26" fmla="*/ 1468 w 1763"/>
                <a:gd name="T27" fmla="*/ 21 h 309"/>
                <a:gd name="T28" fmla="*/ 1514 w 1763"/>
                <a:gd name="T29" fmla="*/ 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63" h="309">
                  <a:moveTo>
                    <a:pt x="0" y="121"/>
                  </a:moveTo>
                  <a:lnTo>
                    <a:pt x="1697" y="121"/>
                  </a:lnTo>
                  <a:lnTo>
                    <a:pt x="1697" y="188"/>
                  </a:lnTo>
                  <a:lnTo>
                    <a:pt x="0" y="188"/>
                  </a:lnTo>
                  <a:lnTo>
                    <a:pt x="0" y="121"/>
                  </a:lnTo>
                  <a:close/>
                  <a:moveTo>
                    <a:pt x="1514" y="9"/>
                  </a:moveTo>
                  <a:lnTo>
                    <a:pt x="1763" y="154"/>
                  </a:lnTo>
                  <a:lnTo>
                    <a:pt x="1514" y="300"/>
                  </a:lnTo>
                  <a:cubicBezTo>
                    <a:pt x="1498" y="309"/>
                    <a:pt x="1478" y="304"/>
                    <a:pt x="1468" y="288"/>
                  </a:cubicBezTo>
                  <a:cubicBezTo>
                    <a:pt x="1459" y="272"/>
                    <a:pt x="1464" y="252"/>
                    <a:pt x="1480" y="242"/>
                  </a:cubicBezTo>
                  <a:lnTo>
                    <a:pt x="1680" y="126"/>
                  </a:lnTo>
                  <a:lnTo>
                    <a:pt x="1680" y="183"/>
                  </a:lnTo>
                  <a:lnTo>
                    <a:pt x="1480" y="67"/>
                  </a:lnTo>
                  <a:cubicBezTo>
                    <a:pt x="1464" y="57"/>
                    <a:pt x="1459" y="37"/>
                    <a:pt x="1468" y="21"/>
                  </a:cubicBezTo>
                  <a:cubicBezTo>
                    <a:pt x="1478" y="5"/>
                    <a:pt x="1498" y="0"/>
                    <a:pt x="1514" y="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0" name="Rectangle 50">
              <a:extLst>
                <a:ext uri="{FF2B5EF4-FFF2-40B4-BE49-F238E27FC236}">
                  <a16:creationId xmlns:a16="http://schemas.microsoft.com/office/drawing/2014/main" id="{1E4E64B9-8725-3353-B1C3-3AD3FAEA8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2340"/>
              <a:ext cx="34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Result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91" name="Rectangle 51">
              <a:extLst>
                <a:ext uri="{FF2B5EF4-FFF2-40B4-BE49-F238E27FC236}">
                  <a16:creationId xmlns:a16="http://schemas.microsoft.com/office/drawing/2014/main" id="{5554576F-DB46-200D-3656-6AB67DDCB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" y="1915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a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92" name="Rectangle 52">
              <a:extLst>
                <a:ext uri="{FF2B5EF4-FFF2-40B4-BE49-F238E27FC236}">
                  <a16:creationId xmlns:a16="http://schemas.microsoft.com/office/drawing/2014/main" id="{28462E6E-F1F2-944C-E289-B8687ED35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2669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b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93" name="Oval 53">
              <a:extLst>
                <a:ext uri="{FF2B5EF4-FFF2-40B4-BE49-F238E27FC236}">
                  <a16:creationId xmlns:a16="http://schemas.microsoft.com/office/drawing/2014/main" id="{24C88779-63E5-54FF-9287-9D103BD25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4" name="Oval 54">
              <a:extLst>
                <a:ext uri="{FF2B5EF4-FFF2-40B4-BE49-F238E27FC236}">
                  <a16:creationId xmlns:a16="http://schemas.microsoft.com/office/drawing/2014/main" id="{3484DD87-726E-CFF8-70AF-4D09FBFEF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14003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52748-33D4-406D-8406-D142A91E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电路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D78F7-4CAF-4EC1-812D-D50ED91D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1BA23E4-E561-494B-A6C8-305AEFC8D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2362200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做加法：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0F83605-A9B7-4B6D-9196-60589FB58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841625"/>
            <a:ext cx="268503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Binvert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=</a:t>
            </a:r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CarryIn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81BADE9F-A2A9-4F85-B3D8-E45672862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2" y="3821112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做减法：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CFA07EB2-D74B-4DAF-9BE4-8804F9D09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4400550"/>
            <a:ext cx="2941511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Binvert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=? </a:t>
            </a:r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CarryIn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=?</a:t>
            </a:r>
            <a:endParaRPr lang="zh-CN" altLang="en-US" sz="2400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A8C52D9D-91F7-4FE7-8126-26323C041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5051425"/>
            <a:ext cx="305853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回顾补码的概念！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3D694EB6-E6D1-4558-B155-5DE6155BB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399" y="5670588"/>
            <a:ext cx="3417602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可实现与、或、加法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36F051B7-B8E3-498D-ACB9-C979A357A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1593057"/>
            <a:ext cx="2321148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按位</a:t>
            </a:r>
            <a:r>
              <a:rPr lang="en-US" altLang="zh-CN" sz="2800" dirty="0">
                <a:latin typeface="+mj-lt"/>
                <a:ea typeface="SimHei" panose="02010609060101010101" pitchFamily="49" charset="-122"/>
              </a:rPr>
              <a:t>AND/OR</a:t>
            </a:r>
            <a:endParaRPr lang="zh-CN" altLang="en-US" sz="2800" dirty="0">
              <a:latin typeface="+mj-lt"/>
              <a:ea typeface="SimHei" panose="02010609060101010101" pitchFamily="49" charset="-122"/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3B77D514-51F3-7480-DAC0-2EA4AC7EB7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90913" y="2203450"/>
            <a:ext cx="5729287" cy="3563938"/>
            <a:chOff x="2199" y="1388"/>
            <a:chExt cx="3609" cy="2245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A6A81B98-03E8-F37C-0EEE-6D03B3D4A6B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199" y="1388"/>
              <a:ext cx="3609" cy="2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5FB6AF8A-519C-A8A6-F4E6-BA67ABF4D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1773"/>
              <a:ext cx="2367" cy="1520"/>
            </a:xfrm>
            <a:prstGeom prst="rect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0900EB7-0A15-9F31-FE5B-95CA8FA6A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2969"/>
              <a:ext cx="236" cy="255"/>
            </a:xfrm>
            <a:custGeom>
              <a:avLst/>
              <a:gdLst>
                <a:gd name="T0" fmla="*/ 0 w 236"/>
                <a:gd name="T1" fmla="*/ 0 h 255"/>
                <a:gd name="T2" fmla="*/ 236 w 236"/>
                <a:gd name="T3" fmla="*/ 127 h 255"/>
                <a:gd name="T4" fmla="*/ 0 w 236"/>
                <a:gd name="T5" fmla="*/ 255 h 255"/>
                <a:gd name="T6" fmla="*/ 0 w 236"/>
                <a:gd name="T7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255">
                  <a:moveTo>
                    <a:pt x="0" y="0"/>
                  </a:moveTo>
                  <a:lnTo>
                    <a:pt x="236" y="127"/>
                  </a:lnTo>
                  <a:lnTo>
                    <a:pt x="0" y="25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" name="Oval 7">
              <a:extLst>
                <a:ext uri="{FF2B5EF4-FFF2-40B4-BE49-F238E27FC236}">
                  <a16:creationId xmlns:a16="http://schemas.microsoft.com/office/drawing/2014/main" id="{B7545564-584A-0E73-C40C-1D0BB599F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" y="3072"/>
              <a:ext cx="49" cy="49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ED52DA95-EA81-5CAA-A200-6A2F724B6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576"/>
              <a:ext cx="186" cy="646"/>
            </a:xfrm>
            <a:custGeom>
              <a:avLst/>
              <a:gdLst>
                <a:gd name="T0" fmla="*/ 0 w 186"/>
                <a:gd name="T1" fmla="*/ 0 h 646"/>
                <a:gd name="T2" fmla="*/ 186 w 186"/>
                <a:gd name="T3" fmla="*/ 115 h 646"/>
                <a:gd name="T4" fmla="*/ 186 w 186"/>
                <a:gd name="T5" fmla="*/ 531 h 646"/>
                <a:gd name="T6" fmla="*/ 0 w 186"/>
                <a:gd name="T7" fmla="*/ 646 h 646"/>
                <a:gd name="T8" fmla="*/ 0 w 186"/>
                <a:gd name="T9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646">
                  <a:moveTo>
                    <a:pt x="0" y="0"/>
                  </a:moveTo>
                  <a:lnTo>
                    <a:pt x="186" y="115"/>
                  </a:lnTo>
                  <a:lnTo>
                    <a:pt x="186" y="531"/>
                  </a:lnTo>
                  <a:lnTo>
                    <a:pt x="0" y="64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6A522E3-8DC7-A09D-772A-990630BBE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69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0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7633FD60-3413-1815-987F-776FDDB04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982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0" name="Line 11">
              <a:extLst>
                <a:ext uri="{FF2B5EF4-FFF2-40B4-BE49-F238E27FC236}">
                  <a16:creationId xmlns:a16="http://schemas.microsoft.com/office/drawing/2014/main" id="{411C8AC6-89BD-73CC-11CA-EAAC10F96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0" y="2756"/>
              <a:ext cx="93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1" name="Line 12">
              <a:extLst>
                <a:ext uri="{FF2B5EF4-FFF2-40B4-BE49-F238E27FC236}">
                  <a16:creationId xmlns:a16="http://schemas.microsoft.com/office/drawing/2014/main" id="{4EE4FC24-AF2A-01BE-C856-682126AB1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5" y="3096"/>
              <a:ext cx="163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2" name="Line 13">
              <a:extLst>
                <a:ext uri="{FF2B5EF4-FFF2-40B4-BE49-F238E27FC236}">
                  <a16:creationId xmlns:a16="http://schemas.microsoft.com/office/drawing/2014/main" id="{1E372209-B38D-BE63-1763-3F0E88C88A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0" y="2756"/>
              <a:ext cx="0" cy="342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" name="Line 14">
              <a:extLst>
                <a:ext uri="{FF2B5EF4-FFF2-40B4-BE49-F238E27FC236}">
                  <a16:creationId xmlns:a16="http://schemas.microsoft.com/office/drawing/2014/main" id="{AE8D056D-DC00-5445-AED3-10092A9AA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3096"/>
              <a:ext cx="109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15E882E5-AB03-F601-1317-B22408F144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6" y="1962"/>
              <a:ext cx="1659" cy="62"/>
            </a:xfrm>
            <a:custGeom>
              <a:avLst/>
              <a:gdLst>
                <a:gd name="T0" fmla="*/ 0 w 16431"/>
                <a:gd name="T1" fmla="*/ 243 h 619"/>
                <a:gd name="T2" fmla="*/ 16299 w 16431"/>
                <a:gd name="T3" fmla="*/ 243 h 619"/>
                <a:gd name="T4" fmla="*/ 16299 w 16431"/>
                <a:gd name="T5" fmla="*/ 376 h 619"/>
                <a:gd name="T6" fmla="*/ 0 w 16431"/>
                <a:gd name="T7" fmla="*/ 376 h 619"/>
                <a:gd name="T8" fmla="*/ 0 w 16431"/>
                <a:gd name="T9" fmla="*/ 243 h 619"/>
                <a:gd name="T10" fmla="*/ 15932 w 16431"/>
                <a:gd name="T11" fmla="*/ 19 h 619"/>
                <a:gd name="T12" fmla="*/ 16431 w 16431"/>
                <a:gd name="T13" fmla="*/ 309 h 619"/>
                <a:gd name="T14" fmla="*/ 15932 w 16431"/>
                <a:gd name="T15" fmla="*/ 600 h 619"/>
                <a:gd name="T16" fmla="*/ 15841 w 16431"/>
                <a:gd name="T17" fmla="*/ 576 h 619"/>
                <a:gd name="T18" fmla="*/ 15865 w 16431"/>
                <a:gd name="T19" fmla="*/ 485 h 619"/>
                <a:gd name="T20" fmla="*/ 16265 w 16431"/>
                <a:gd name="T21" fmla="*/ 252 h 619"/>
                <a:gd name="T22" fmla="*/ 16265 w 16431"/>
                <a:gd name="T23" fmla="*/ 367 h 619"/>
                <a:gd name="T24" fmla="*/ 15865 w 16431"/>
                <a:gd name="T25" fmla="*/ 134 h 619"/>
                <a:gd name="T26" fmla="*/ 15841 w 16431"/>
                <a:gd name="T27" fmla="*/ 43 h 619"/>
                <a:gd name="T28" fmla="*/ 15932 w 16431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431" h="619">
                  <a:moveTo>
                    <a:pt x="0" y="243"/>
                  </a:moveTo>
                  <a:lnTo>
                    <a:pt x="16299" y="243"/>
                  </a:lnTo>
                  <a:lnTo>
                    <a:pt x="16299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15932" y="19"/>
                  </a:moveTo>
                  <a:lnTo>
                    <a:pt x="16431" y="309"/>
                  </a:lnTo>
                  <a:lnTo>
                    <a:pt x="15932" y="600"/>
                  </a:lnTo>
                  <a:cubicBezTo>
                    <a:pt x="15901" y="619"/>
                    <a:pt x="15860" y="608"/>
                    <a:pt x="15841" y="576"/>
                  </a:cubicBezTo>
                  <a:cubicBezTo>
                    <a:pt x="15823" y="545"/>
                    <a:pt x="15833" y="504"/>
                    <a:pt x="15865" y="485"/>
                  </a:cubicBezTo>
                  <a:lnTo>
                    <a:pt x="16265" y="252"/>
                  </a:lnTo>
                  <a:lnTo>
                    <a:pt x="16265" y="367"/>
                  </a:lnTo>
                  <a:lnTo>
                    <a:pt x="15865" y="134"/>
                  </a:lnTo>
                  <a:cubicBezTo>
                    <a:pt x="15833" y="115"/>
                    <a:pt x="15823" y="74"/>
                    <a:pt x="15841" y="43"/>
                  </a:cubicBezTo>
                  <a:cubicBezTo>
                    <a:pt x="15860" y="11"/>
                    <a:pt x="15901" y="0"/>
                    <a:pt x="15932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C40FFC68-8191-5E5B-C4AC-CFE961BE3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906"/>
              <a:ext cx="370" cy="284"/>
            </a:xfrm>
            <a:custGeom>
              <a:avLst/>
              <a:gdLst>
                <a:gd name="T0" fmla="*/ 0 w 3664"/>
                <a:gd name="T1" fmla="*/ 0 h 2832"/>
                <a:gd name="T2" fmla="*/ 1832 w 3664"/>
                <a:gd name="T3" fmla="*/ 0 h 2832"/>
                <a:gd name="T4" fmla="*/ 3664 w 3664"/>
                <a:gd name="T5" fmla="*/ 1416 h 2832"/>
                <a:gd name="T6" fmla="*/ 1832 w 3664"/>
                <a:gd name="T7" fmla="*/ 2832 h 2832"/>
                <a:gd name="T8" fmla="*/ 0 w 3664"/>
                <a:gd name="T9" fmla="*/ 2832 h 2832"/>
                <a:gd name="T10" fmla="*/ 0 w 3664"/>
                <a:gd name="T11" fmla="*/ 0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64" h="2832">
                  <a:moveTo>
                    <a:pt x="0" y="0"/>
                  </a:moveTo>
                  <a:lnTo>
                    <a:pt x="1832" y="0"/>
                  </a:lnTo>
                  <a:cubicBezTo>
                    <a:pt x="2844" y="0"/>
                    <a:pt x="3664" y="634"/>
                    <a:pt x="3664" y="1416"/>
                  </a:cubicBezTo>
                  <a:cubicBezTo>
                    <a:pt x="3664" y="2199"/>
                    <a:pt x="2844" y="2832"/>
                    <a:pt x="1832" y="2832"/>
                  </a:cubicBezTo>
                  <a:lnTo>
                    <a:pt x="0" y="28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36E2B555-46CC-CF4C-DAE9-95DA7748D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343" cy="147"/>
            </a:xfrm>
            <a:custGeom>
              <a:avLst/>
              <a:gdLst>
                <a:gd name="T0" fmla="*/ 0 w 343"/>
                <a:gd name="T1" fmla="*/ 4 h 147"/>
                <a:gd name="T2" fmla="*/ 122 w 343"/>
                <a:gd name="T3" fmla="*/ 4 h 147"/>
                <a:gd name="T4" fmla="*/ 215 w 343"/>
                <a:gd name="T5" fmla="*/ 28 h 147"/>
                <a:gd name="T6" fmla="*/ 298 w 343"/>
                <a:gd name="T7" fmla="*/ 87 h 147"/>
                <a:gd name="T8" fmla="*/ 343 w 343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47">
                  <a:moveTo>
                    <a:pt x="0" y="4"/>
                  </a:moveTo>
                  <a:cubicBezTo>
                    <a:pt x="43" y="2"/>
                    <a:pt x="87" y="0"/>
                    <a:pt x="122" y="4"/>
                  </a:cubicBezTo>
                  <a:cubicBezTo>
                    <a:pt x="158" y="8"/>
                    <a:pt x="186" y="14"/>
                    <a:pt x="215" y="28"/>
                  </a:cubicBezTo>
                  <a:cubicBezTo>
                    <a:pt x="244" y="42"/>
                    <a:pt x="277" y="67"/>
                    <a:pt x="298" y="87"/>
                  </a:cubicBezTo>
                  <a:cubicBezTo>
                    <a:pt x="320" y="106"/>
                    <a:pt x="331" y="127"/>
                    <a:pt x="343" y="147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1F632F70-2C21-BCFA-333D-6EB786075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436"/>
              <a:ext cx="343" cy="137"/>
            </a:xfrm>
            <a:custGeom>
              <a:avLst/>
              <a:gdLst>
                <a:gd name="T0" fmla="*/ 0 w 343"/>
                <a:gd name="T1" fmla="*/ 133 h 137"/>
                <a:gd name="T2" fmla="*/ 122 w 343"/>
                <a:gd name="T3" fmla="*/ 133 h 137"/>
                <a:gd name="T4" fmla="*/ 215 w 343"/>
                <a:gd name="T5" fmla="*/ 111 h 137"/>
                <a:gd name="T6" fmla="*/ 298 w 343"/>
                <a:gd name="T7" fmla="*/ 57 h 137"/>
                <a:gd name="T8" fmla="*/ 343 w 343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37">
                  <a:moveTo>
                    <a:pt x="0" y="133"/>
                  </a:moveTo>
                  <a:cubicBezTo>
                    <a:pt x="43" y="135"/>
                    <a:pt x="87" y="137"/>
                    <a:pt x="122" y="133"/>
                  </a:cubicBezTo>
                  <a:cubicBezTo>
                    <a:pt x="158" y="129"/>
                    <a:pt x="186" y="124"/>
                    <a:pt x="215" y="111"/>
                  </a:cubicBezTo>
                  <a:cubicBezTo>
                    <a:pt x="244" y="98"/>
                    <a:pt x="277" y="75"/>
                    <a:pt x="298" y="57"/>
                  </a:cubicBezTo>
                  <a:cubicBezTo>
                    <a:pt x="320" y="38"/>
                    <a:pt x="331" y="20"/>
                    <a:pt x="343" y="0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BA979F72-EFCF-97BE-11AF-C01C6D80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94" cy="284"/>
            </a:xfrm>
            <a:custGeom>
              <a:avLst/>
              <a:gdLst>
                <a:gd name="T0" fmla="*/ 3 w 94"/>
                <a:gd name="T1" fmla="*/ 0 h 284"/>
                <a:gd name="T2" fmla="*/ 94 w 94"/>
                <a:gd name="T3" fmla="*/ 146 h 284"/>
                <a:gd name="T4" fmla="*/ 0 w 94"/>
                <a:gd name="T5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" h="284">
                  <a:moveTo>
                    <a:pt x="3" y="0"/>
                  </a:moveTo>
                  <a:cubicBezTo>
                    <a:pt x="48" y="50"/>
                    <a:pt x="94" y="99"/>
                    <a:pt x="94" y="146"/>
                  </a:cubicBezTo>
                  <a:cubicBezTo>
                    <a:pt x="94" y="193"/>
                    <a:pt x="47" y="239"/>
                    <a:pt x="0" y="284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" name="Rectangle 20">
              <a:extLst>
                <a:ext uri="{FF2B5EF4-FFF2-40B4-BE49-F238E27FC236}">
                  <a16:creationId xmlns:a16="http://schemas.microsoft.com/office/drawing/2014/main" id="{BA3D72FC-6629-4BD4-76CB-ABD799B1C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2690"/>
              <a:ext cx="370" cy="295"/>
            </a:xfrm>
            <a:prstGeom prst="rect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E8050398-763C-6B2A-6A67-7E9487B54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752"/>
              <a:ext cx="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+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48B131BD-E622-8A96-4032-F938F523E5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3" y="2868"/>
              <a:ext cx="542" cy="62"/>
            </a:xfrm>
            <a:custGeom>
              <a:avLst/>
              <a:gdLst>
                <a:gd name="T0" fmla="*/ 0 w 5364"/>
                <a:gd name="T1" fmla="*/ 243 h 619"/>
                <a:gd name="T2" fmla="*/ 5232 w 5364"/>
                <a:gd name="T3" fmla="*/ 243 h 619"/>
                <a:gd name="T4" fmla="*/ 5232 w 5364"/>
                <a:gd name="T5" fmla="*/ 376 h 619"/>
                <a:gd name="T6" fmla="*/ 0 w 5364"/>
                <a:gd name="T7" fmla="*/ 376 h 619"/>
                <a:gd name="T8" fmla="*/ 0 w 5364"/>
                <a:gd name="T9" fmla="*/ 243 h 619"/>
                <a:gd name="T10" fmla="*/ 4866 w 5364"/>
                <a:gd name="T11" fmla="*/ 19 h 619"/>
                <a:gd name="T12" fmla="*/ 5364 w 5364"/>
                <a:gd name="T13" fmla="*/ 309 h 619"/>
                <a:gd name="T14" fmla="*/ 4866 w 5364"/>
                <a:gd name="T15" fmla="*/ 600 h 619"/>
                <a:gd name="T16" fmla="*/ 4774 w 5364"/>
                <a:gd name="T17" fmla="*/ 576 h 619"/>
                <a:gd name="T18" fmla="*/ 4798 w 5364"/>
                <a:gd name="T19" fmla="*/ 485 h 619"/>
                <a:gd name="T20" fmla="*/ 5198 w 5364"/>
                <a:gd name="T21" fmla="*/ 252 h 619"/>
                <a:gd name="T22" fmla="*/ 5198 w 5364"/>
                <a:gd name="T23" fmla="*/ 367 h 619"/>
                <a:gd name="T24" fmla="*/ 4798 w 5364"/>
                <a:gd name="T25" fmla="*/ 134 h 619"/>
                <a:gd name="T26" fmla="*/ 4774 w 5364"/>
                <a:gd name="T27" fmla="*/ 43 h 619"/>
                <a:gd name="T28" fmla="*/ 4866 w 5364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64" h="619">
                  <a:moveTo>
                    <a:pt x="0" y="243"/>
                  </a:moveTo>
                  <a:lnTo>
                    <a:pt x="5232" y="243"/>
                  </a:lnTo>
                  <a:lnTo>
                    <a:pt x="5232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4866" y="19"/>
                  </a:moveTo>
                  <a:lnTo>
                    <a:pt x="5364" y="309"/>
                  </a:lnTo>
                  <a:lnTo>
                    <a:pt x="4866" y="600"/>
                  </a:lnTo>
                  <a:cubicBezTo>
                    <a:pt x="4834" y="619"/>
                    <a:pt x="4793" y="608"/>
                    <a:pt x="4774" y="576"/>
                  </a:cubicBezTo>
                  <a:cubicBezTo>
                    <a:pt x="4756" y="545"/>
                    <a:pt x="4767" y="504"/>
                    <a:pt x="4798" y="485"/>
                  </a:cubicBezTo>
                  <a:lnTo>
                    <a:pt x="5198" y="252"/>
                  </a:lnTo>
                  <a:lnTo>
                    <a:pt x="5198" y="367"/>
                  </a:lnTo>
                  <a:lnTo>
                    <a:pt x="4798" y="134"/>
                  </a:lnTo>
                  <a:cubicBezTo>
                    <a:pt x="4767" y="115"/>
                    <a:pt x="4756" y="74"/>
                    <a:pt x="4774" y="43"/>
                  </a:cubicBezTo>
                  <a:cubicBezTo>
                    <a:pt x="4793" y="11"/>
                    <a:pt x="4834" y="0"/>
                    <a:pt x="4866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68B7C586-ED37-011C-F48B-2D42F85B6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1816"/>
              <a:ext cx="255" cy="1406"/>
            </a:xfrm>
            <a:custGeom>
              <a:avLst/>
              <a:gdLst>
                <a:gd name="T0" fmla="*/ 0 w 255"/>
                <a:gd name="T1" fmla="*/ 0 h 1406"/>
                <a:gd name="T2" fmla="*/ 255 w 255"/>
                <a:gd name="T3" fmla="*/ 297 h 1406"/>
                <a:gd name="T4" fmla="*/ 255 w 255"/>
                <a:gd name="T5" fmla="*/ 1108 h 1406"/>
                <a:gd name="T6" fmla="*/ 0 w 255"/>
                <a:gd name="T7" fmla="*/ 1406 h 1406"/>
                <a:gd name="T8" fmla="*/ 0 w 255"/>
                <a:gd name="T9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1406">
                  <a:moveTo>
                    <a:pt x="0" y="0"/>
                  </a:moveTo>
                  <a:lnTo>
                    <a:pt x="255" y="297"/>
                  </a:lnTo>
                  <a:lnTo>
                    <a:pt x="255" y="1108"/>
                  </a:lnTo>
                  <a:lnTo>
                    <a:pt x="0" y="140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" name="Rectangle 24">
              <a:extLst>
                <a:ext uri="{FF2B5EF4-FFF2-40B4-BE49-F238E27FC236}">
                  <a16:creationId xmlns:a16="http://schemas.microsoft.com/office/drawing/2014/main" id="{8985A4D6-3E59-9D7A-CBC7-D8D7690DE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1948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0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4" name="Rectangle 25">
              <a:extLst>
                <a:ext uri="{FF2B5EF4-FFF2-40B4-BE49-F238E27FC236}">
                  <a16:creationId xmlns:a16="http://schemas.microsoft.com/office/drawing/2014/main" id="{8DB64E4D-DB07-D148-496A-958028E38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38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5" name="Rectangle 26">
              <a:extLst>
                <a:ext uri="{FF2B5EF4-FFF2-40B4-BE49-F238E27FC236}">
                  <a16:creationId xmlns:a16="http://schemas.microsoft.com/office/drawing/2014/main" id="{144E46AB-574E-9DAE-9FEE-66B84FB16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815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2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ECC54EE7-696F-B7DF-0327-7EB7E72D7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5" y="1993"/>
              <a:ext cx="0" cy="77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7" name="Oval 28">
              <a:extLst>
                <a:ext uri="{FF2B5EF4-FFF2-40B4-BE49-F238E27FC236}">
                  <a16:creationId xmlns:a16="http://schemas.microsoft.com/office/drawing/2014/main" id="{71BEA12D-E4CA-11C3-571C-AD9A16558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8" name="Oval 29">
              <a:extLst>
                <a:ext uri="{FF2B5EF4-FFF2-40B4-BE49-F238E27FC236}">
                  <a16:creationId xmlns:a16="http://schemas.microsoft.com/office/drawing/2014/main" id="{136D4B61-0A05-600A-80D8-6C1D45E15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9" name="Oval 30">
              <a:extLst>
                <a:ext uri="{FF2B5EF4-FFF2-40B4-BE49-F238E27FC236}">
                  <a16:creationId xmlns:a16="http://schemas.microsoft.com/office/drawing/2014/main" id="{2989CB77-A9AC-85A7-C219-32E40D518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743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0" name="Oval 31">
              <a:extLst>
                <a:ext uri="{FF2B5EF4-FFF2-40B4-BE49-F238E27FC236}">
                  <a16:creationId xmlns:a16="http://schemas.microsoft.com/office/drawing/2014/main" id="{B386CADC-A9A3-B005-F6FF-35B22FF22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743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2BE22EFE-1F90-E973-DDCA-49F3C6A94B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332"/>
              <a:ext cx="468" cy="62"/>
            </a:xfrm>
            <a:custGeom>
              <a:avLst/>
              <a:gdLst>
                <a:gd name="T0" fmla="*/ 0 w 4633"/>
                <a:gd name="T1" fmla="*/ 243 h 619"/>
                <a:gd name="T2" fmla="*/ 4500 w 4633"/>
                <a:gd name="T3" fmla="*/ 243 h 619"/>
                <a:gd name="T4" fmla="*/ 4500 w 4633"/>
                <a:gd name="T5" fmla="*/ 376 h 619"/>
                <a:gd name="T6" fmla="*/ 0 w 4633"/>
                <a:gd name="T7" fmla="*/ 376 h 619"/>
                <a:gd name="T8" fmla="*/ 0 w 4633"/>
                <a:gd name="T9" fmla="*/ 243 h 619"/>
                <a:gd name="T10" fmla="*/ 4134 w 4633"/>
                <a:gd name="T11" fmla="*/ 19 h 619"/>
                <a:gd name="T12" fmla="*/ 4633 w 4633"/>
                <a:gd name="T13" fmla="*/ 309 h 619"/>
                <a:gd name="T14" fmla="*/ 4134 w 4633"/>
                <a:gd name="T15" fmla="*/ 600 h 619"/>
                <a:gd name="T16" fmla="*/ 4043 w 4633"/>
                <a:gd name="T17" fmla="*/ 576 h 619"/>
                <a:gd name="T18" fmla="*/ 4067 w 4633"/>
                <a:gd name="T19" fmla="*/ 485 h 619"/>
                <a:gd name="T20" fmla="*/ 4467 w 4633"/>
                <a:gd name="T21" fmla="*/ 252 h 619"/>
                <a:gd name="T22" fmla="*/ 4467 w 4633"/>
                <a:gd name="T23" fmla="*/ 367 h 619"/>
                <a:gd name="T24" fmla="*/ 4067 w 4633"/>
                <a:gd name="T25" fmla="*/ 134 h 619"/>
                <a:gd name="T26" fmla="*/ 4043 w 4633"/>
                <a:gd name="T27" fmla="*/ 43 h 619"/>
                <a:gd name="T28" fmla="*/ 4134 w 4633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33" h="619">
                  <a:moveTo>
                    <a:pt x="0" y="243"/>
                  </a:moveTo>
                  <a:lnTo>
                    <a:pt x="4500" y="243"/>
                  </a:lnTo>
                  <a:lnTo>
                    <a:pt x="4500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4134" y="19"/>
                  </a:moveTo>
                  <a:lnTo>
                    <a:pt x="4633" y="309"/>
                  </a:lnTo>
                  <a:lnTo>
                    <a:pt x="4134" y="600"/>
                  </a:lnTo>
                  <a:cubicBezTo>
                    <a:pt x="4102" y="619"/>
                    <a:pt x="4061" y="608"/>
                    <a:pt x="4043" y="576"/>
                  </a:cubicBezTo>
                  <a:cubicBezTo>
                    <a:pt x="4024" y="545"/>
                    <a:pt x="4035" y="504"/>
                    <a:pt x="4067" y="485"/>
                  </a:cubicBezTo>
                  <a:lnTo>
                    <a:pt x="4467" y="252"/>
                  </a:lnTo>
                  <a:lnTo>
                    <a:pt x="4467" y="367"/>
                  </a:lnTo>
                  <a:lnTo>
                    <a:pt x="4067" y="134"/>
                  </a:lnTo>
                  <a:cubicBezTo>
                    <a:pt x="4035" y="115"/>
                    <a:pt x="4024" y="74"/>
                    <a:pt x="4043" y="43"/>
                  </a:cubicBezTo>
                  <a:cubicBezTo>
                    <a:pt x="4061" y="11"/>
                    <a:pt x="4102" y="0"/>
                    <a:pt x="4134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559515E8-C154-2B24-A5B7-69702FB8B5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736"/>
              <a:ext cx="400" cy="62"/>
            </a:xfrm>
            <a:custGeom>
              <a:avLst/>
              <a:gdLst>
                <a:gd name="T0" fmla="*/ 0 w 3958"/>
                <a:gd name="T1" fmla="*/ 243 h 619"/>
                <a:gd name="T2" fmla="*/ 3825 w 3958"/>
                <a:gd name="T3" fmla="*/ 243 h 619"/>
                <a:gd name="T4" fmla="*/ 3825 w 3958"/>
                <a:gd name="T5" fmla="*/ 376 h 619"/>
                <a:gd name="T6" fmla="*/ 0 w 3958"/>
                <a:gd name="T7" fmla="*/ 376 h 619"/>
                <a:gd name="T8" fmla="*/ 0 w 3958"/>
                <a:gd name="T9" fmla="*/ 243 h 619"/>
                <a:gd name="T10" fmla="*/ 3459 w 3958"/>
                <a:gd name="T11" fmla="*/ 19 h 619"/>
                <a:gd name="T12" fmla="*/ 3958 w 3958"/>
                <a:gd name="T13" fmla="*/ 309 h 619"/>
                <a:gd name="T14" fmla="*/ 3459 w 3958"/>
                <a:gd name="T15" fmla="*/ 600 h 619"/>
                <a:gd name="T16" fmla="*/ 3368 w 3958"/>
                <a:gd name="T17" fmla="*/ 576 h 619"/>
                <a:gd name="T18" fmla="*/ 3392 w 3958"/>
                <a:gd name="T19" fmla="*/ 485 h 619"/>
                <a:gd name="T20" fmla="*/ 3792 w 3958"/>
                <a:gd name="T21" fmla="*/ 252 h 619"/>
                <a:gd name="T22" fmla="*/ 3792 w 3958"/>
                <a:gd name="T23" fmla="*/ 367 h 619"/>
                <a:gd name="T24" fmla="*/ 3392 w 3958"/>
                <a:gd name="T25" fmla="*/ 134 h 619"/>
                <a:gd name="T26" fmla="*/ 3368 w 3958"/>
                <a:gd name="T27" fmla="*/ 43 h 619"/>
                <a:gd name="T28" fmla="*/ 3459 w 3958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58" h="619">
                  <a:moveTo>
                    <a:pt x="0" y="243"/>
                  </a:moveTo>
                  <a:lnTo>
                    <a:pt x="3825" y="243"/>
                  </a:lnTo>
                  <a:lnTo>
                    <a:pt x="3825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3459" y="19"/>
                  </a:moveTo>
                  <a:lnTo>
                    <a:pt x="3958" y="309"/>
                  </a:lnTo>
                  <a:lnTo>
                    <a:pt x="3459" y="600"/>
                  </a:lnTo>
                  <a:cubicBezTo>
                    <a:pt x="3427" y="619"/>
                    <a:pt x="3386" y="608"/>
                    <a:pt x="3368" y="576"/>
                  </a:cubicBezTo>
                  <a:cubicBezTo>
                    <a:pt x="3349" y="545"/>
                    <a:pt x="3360" y="504"/>
                    <a:pt x="3392" y="485"/>
                  </a:cubicBezTo>
                  <a:lnTo>
                    <a:pt x="3792" y="252"/>
                  </a:lnTo>
                  <a:lnTo>
                    <a:pt x="3792" y="367"/>
                  </a:lnTo>
                  <a:lnTo>
                    <a:pt x="3392" y="134"/>
                  </a:lnTo>
                  <a:cubicBezTo>
                    <a:pt x="3360" y="115"/>
                    <a:pt x="3349" y="74"/>
                    <a:pt x="3368" y="43"/>
                  </a:cubicBezTo>
                  <a:cubicBezTo>
                    <a:pt x="3386" y="11"/>
                    <a:pt x="3427" y="0"/>
                    <a:pt x="3459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3" name="Oval 34">
              <a:extLst>
                <a:ext uri="{FF2B5EF4-FFF2-40B4-BE49-F238E27FC236}">
                  <a16:creationId xmlns:a16="http://schemas.microsoft.com/office/drawing/2014/main" id="{BADDDE05-ADA1-40CF-8E4C-317B8178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4" name="Oval 35">
              <a:extLst>
                <a:ext uri="{FF2B5EF4-FFF2-40B4-BE49-F238E27FC236}">
                  <a16:creationId xmlns:a16="http://schemas.microsoft.com/office/drawing/2014/main" id="{657E9244-FF1C-1700-7308-6B68F6AC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5" name="Line 36">
              <a:extLst>
                <a:ext uri="{FF2B5EF4-FFF2-40B4-BE49-F238E27FC236}">
                  <a16:creationId xmlns:a16="http://schemas.microsoft.com/office/drawing/2014/main" id="{8DB383BA-668B-0579-C395-5384464215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8" y="2124"/>
              <a:ext cx="0" cy="77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6" name="Oval 37">
              <a:extLst>
                <a:ext uri="{FF2B5EF4-FFF2-40B4-BE49-F238E27FC236}">
                  <a16:creationId xmlns:a16="http://schemas.microsoft.com/office/drawing/2014/main" id="{E0005D04-4073-2C3F-F648-9315BD274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2887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7" name="Oval 38">
              <a:extLst>
                <a:ext uri="{FF2B5EF4-FFF2-40B4-BE49-F238E27FC236}">
                  <a16:creationId xmlns:a16="http://schemas.microsoft.com/office/drawing/2014/main" id="{507C6147-CF3D-57B2-31BB-1459791FE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2887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0509E84D-5BB2-BBCA-7664-409939F6F2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093"/>
              <a:ext cx="277" cy="62"/>
            </a:xfrm>
            <a:custGeom>
              <a:avLst/>
              <a:gdLst>
                <a:gd name="T0" fmla="*/ 0 w 2739"/>
                <a:gd name="T1" fmla="*/ 243 h 619"/>
                <a:gd name="T2" fmla="*/ 2607 w 2739"/>
                <a:gd name="T3" fmla="*/ 243 h 619"/>
                <a:gd name="T4" fmla="*/ 2607 w 2739"/>
                <a:gd name="T5" fmla="*/ 376 h 619"/>
                <a:gd name="T6" fmla="*/ 0 w 2739"/>
                <a:gd name="T7" fmla="*/ 376 h 619"/>
                <a:gd name="T8" fmla="*/ 0 w 2739"/>
                <a:gd name="T9" fmla="*/ 243 h 619"/>
                <a:gd name="T10" fmla="*/ 2241 w 2739"/>
                <a:gd name="T11" fmla="*/ 19 h 619"/>
                <a:gd name="T12" fmla="*/ 2739 w 2739"/>
                <a:gd name="T13" fmla="*/ 309 h 619"/>
                <a:gd name="T14" fmla="*/ 2241 w 2739"/>
                <a:gd name="T15" fmla="*/ 600 h 619"/>
                <a:gd name="T16" fmla="*/ 2150 w 2739"/>
                <a:gd name="T17" fmla="*/ 576 h 619"/>
                <a:gd name="T18" fmla="*/ 2174 w 2739"/>
                <a:gd name="T19" fmla="*/ 485 h 619"/>
                <a:gd name="T20" fmla="*/ 2174 w 2739"/>
                <a:gd name="T21" fmla="*/ 485 h 619"/>
                <a:gd name="T22" fmla="*/ 2574 w 2739"/>
                <a:gd name="T23" fmla="*/ 252 h 619"/>
                <a:gd name="T24" fmla="*/ 2574 w 2739"/>
                <a:gd name="T25" fmla="*/ 367 h 619"/>
                <a:gd name="T26" fmla="*/ 2174 w 2739"/>
                <a:gd name="T27" fmla="*/ 134 h 619"/>
                <a:gd name="T28" fmla="*/ 2150 w 2739"/>
                <a:gd name="T29" fmla="*/ 43 h 619"/>
                <a:gd name="T30" fmla="*/ 2241 w 2739"/>
                <a:gd name="T31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39" h="619">
                  <a:moveTo>
                    <a:pt x="0" y="243"/>
                  </a:moveTo>
                  <a:lnTo>
                    <a:pt x="2607" y="243"/>
                  </a:lnTo>
                  <a:lnTo>
                    <a:pt x="2607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241" y="19"/>
                  </a:moveTo>
                  <a:lnTo>
                    <a:pt x="2739" y="309"/>
                  </a:lnTo>
                  <a:lnTo>
                    <a:pt x="2241" y="600"/>
                  </a:lnTo>
                  <a:cubicBezTo>
                    <a:pt x="2209" y="619"/>
                    <a:pt x="2168" y="608"/>
                    <a:pt x="2150" y="576"/>
                  </a:cubicBezTo>
                  <a:cubicBezTo>
                    <a:pt x="2131" y="545"/>
                    <a:pt x="2142" y="504"/>
                    <a:pt x="2174" y="485"/>
                  </a:cubicBezTo>
                  <a:lnTo>
                    <a:pt x="2174" y="485"/>
                  </a:lnTo>
                  <a:lnTo>
                    <a:pt x="2574" y="252"/>
                  </a:lnTo>
                  <a:lnTo>
                    <a:pt x="2574" y="367"/>
                  </a:lnTo>
                  <a:lnTo>
                    <a:pt x="2174" y="134"/>
                  </a:lnTo>
                  <a:cubicBezTo>
                    <a:pt x="2142" y="115"/>
                    <a:pt x="2131" y="74"/>
                    <a:pt x="2150" y="43"/>
                  </a:cubicBezTo>
                  <a:cubicBezTo>
                    <a:pt x="2168" y="11"/>
                    <a:pt x="2209" y="0"/>
                    <a:pt x="2241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143BFD1D-19F3-6AF3-E8A2-C6D70ED18A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474"/>
              <a:ext cx="345" cy="62"/>
            </a:xfrm>
            <a:custGeom>
              <a:avLst/>
              <a:gdLst>
                <a:gd name="T0" fmla="*/ 0 w 3415"/>
                <a:gd name="T1" fmla="*/ 243 h 619"/>
                <a:gd name="T2" fmla="*/ 3282 w 3415"/>
                <a:gd name="T3" fmla="*/ 243 h 619"/>
                <a:gd name="T4" fmla="*/ 3282 w 3415"/>
                <a:gd name="T5" fmla="*/ 376 h 619"/>
                <a:gd name="T6" fmla="*/ 0 w 3415"/>
                <a:gd name="T7" fmla="*/ 376 h 619"/>
                <a:gd name="T8" fmla="*/ 0 w 3415"/>
                <a:gd name="T9" fmla="*/ 243 h 619"/>
                <a:gd name="T10" fmla="*/ 2916 w 3415"/>
                <a:gd name="T11" fmla="*/ 19 h 619"/>
                <a:gd name="T12" fmla="*/ 3415 w 3415"/>
                <a:gd name="T13" fmla="*/ 309 h 619"/>
                <a:gd name="T14" fmla="*/ 2916 w 3415"/>
                <a:gd name="T15" fmla="*/ 600 h 619"/>
                <a:gd name="T16" fmla="*/ 2825 w 3415"/>
                <a:gd name="T17" fmla="*/ 576 h 619"/>
                <a:gd name="T18" fmla="*/ 2849 w 3415"/>
                <a:gd name="T19" fmla="*/ 485 h 619"/>
                <a:gd name="T20" fmla="*/ 3249 w 3415"/>
                <a:gd name="T21" fmla="*/ 252 h 619"/>
                <a:gd name="T22" fmla="*/ 3249 w 3415"/>
                <a:gd name="T23" fmla="*/ 367 h 619"/>
                <a:gd name="T24" fmla="*/ 2849 w 3415"/>
                <a:gd name="T25" fmla="*/ 134 h 619"/>
                <a:gd name="T26" fmla="*/ 2825 w 3415"/>
                <a:gd name="T27" fmla="*/ 43 h 619"/>
                <a:gd name="T28" fmla="*/ 2916 w 3415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15" h="619">
                  <a:moveTo>
                    <a:pt x="0" y="243"/>
                  </a:moveTo>
                  <a:lnTo>
                    <a:pt x="3282" y="243"/>
                  </a:lnTo>
                  <a:lnTo>
                    <a:pt x="3282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916" y="19"/>
                  </a:moveTo>
                  <a:lnTo>
                    <a:pt x="3415" y="309"/>
                  </a:lnTo>
                  <a:lnTo>
                    <a:pt x="2916" y="600"/>
                  </a:lnTo>
                  <a:cubicBezTo>
                    <a:pt x="2884" y="619"/>
                    <a:pt x="2843" y="608"/>
                    <a:pt x="2825" y="576"/>
                  </a:cubicBezTo>
                  <a:cubicBezTo>
                    <a:pt x="2806" y="545"/>
                    <a:pt x="2817" y="504"/>
                    <a:pt x="2849" y="485"/>
                  </a:cubicBezTo>
                  <a:lnTo>
                    <a:pt x="3249" y="252"/>
                  </a:lnTo>
                  <a:lnTo>
                    <a:pt x="3249" y="367"/>
                  </a:lnTo>
                  <a:lnTo>
                    <a:pt x="2849" y="134"/>
                  </a:lnTo>
                  <a:cubicBezTo>
                    <a:pt x="2817" y="115"/>
                    <a:pt x="2806" y="74"/>
                    <a:pt x="2825" y="43"/>
                  </a:cubicBezTo>
                  <a:cubicBezTo>
                    <a:pt x="2843" y="11"/>
                    <a:pt x="2884" y="0"/>
                    <a:pt x="2916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0" name="Line 41">
              <a:extLst>
                <a:ext uri="{FF2B5EF4-FFF2-40B4-BE49-F238E27FC236}">
                  <a16:creationId xmlns:a16="http://schemas.microsoft.com/office/drawing/2014/main" id="{701CE593-DBC8-E6D4-65D1-556602BC9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048"/>
              <a:ext cx="22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1" name="Line 42">
              <a:extLst>
                <a:ext uri="{FF2B5EF4-FFF2-40B4-BE49-F238E27FC236}">
                  <a16:creationId xmlns:a16="http://schemas.microsoft.com/office/drawing/2014/main" id="{C1968759-B55D-F68D-987A-2043CF1CA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8" y="2429"/>
              <a:ext cx="257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2" name="Line 43">
              <a:extLst>
                <a:ext uri="{FF2B5EF4-FFF2-40B4-BE49-F238E27FC236}">
                  <a16:creationId xmlns:a16="http://schemas.microsoft.com/office/drawing/2014/main" id="{61448686-86C0-8418-7D5A-E16304B0D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843"/>
              <a:ext cx="22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3" name="Line 44">
              <a:extLst>
                <a:ext uri="{FF2B5EF4-FFF2-40B4-BE49-F238E27FC236}">
                  <a16:creationId xmlns:a16="http://schemas.microsoft.com/office/drawing/2014/main" id="{99B65944-7AB9-A89E-A37E-9955F3558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0" y="1645"/>
              <a:ext cx="0" cy="98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4" name="Rectangle 45">
              <a:extLst>
                <a:ext uri="{FF2B5EF4-FFF2-40B4-BE49-F238E27FC236}">
                  <a16:creationId xmlns:a16="http://schemas.microsoft.com/office/drawing/2014/main" id="{0254B2DA-3475-16AE-BB74-BD6938CD4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1483"/>
              <a:ext cx="37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Binvert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5" name="Rectangle 46">
              <a:extLst>
                <a:ext uri="{FF2B5EF4-FFF2-40B4-BE49-F238E27FC236}">
                  <a16:creationId xmlns:a16="http://schemas.microsoft.com/office/drawing/2014/main" id="{63741BD3-D2BE-2960-361E-8E786B371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" y="1433"/>
              <a:ext cx="5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Operatio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7" name="Line 48">
              <a:extLst>
                <a:ext uri="{FF2B5EF4-FFF2-40B4-BE49-F238E27FC236}">
                  <a16:creationId xmlns:a16="http://schemas.microsoft.com/office/drawing/2014/main" id="{99DA20F0-67C2-1897-10A9-A10EBE29E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" y="1591"/>
              <a:ext cx="0" cy="36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F041F313-3ADC-4840-5F1B-D422D4F5BE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9" y="2487"/>
              <a:ext cx="356" cy="62"/>
            </a:xfrm>
            <a:custGeom>
              <a:avLst/>
              <a:gdLst>
                <a:gd name="T0" fmla="*/ 0 w 1763"/>
                <a:gd name="T1" fmla="*/ 121 h 309"/>
                <a:gd name="T2" fmla="*/ 1697 w 1763"/>
                <a:gd name="T3" fmla="*/ 121 h 309"/>
                <a:gd name="T4" fmla="*/ 1697 w 1763"/>
                <a:gd name="T5" fmla="*/ 188 h 309"/>
                <a:gd name="T6" fmla="*/ 0 w 1763"/>
                <a:gd name="T7" fmla="*/ 188 h 309"/>
                <a:gd name="T8" fmla="*/ 0 w 1763"/>
                <a:gd name="T9" fmla="*/ 121 h 309"/>
                <a:gd name="T10" fmla="*/ 1514 w 1763"/>
                <a:gd name="T11" fmla="*/ 9 h 309"/>
                <a:gd name="T12" fmla="*/ 1763 w 1763"/>
                <a:gd name="T13" fmla="*/ 154 h 309"/>
                <a:gd name="T14" fmla="*/ 1514 w 1763"/>
                <a:gd name="T15" fmla="*/ 300 h 309"/>
                <a:gd name="T16" fmla="*/ 1468 w 1763"/>
                <a:gd name="T17" fmla="*/ 288 h 309"/>
                <a:gd name="T18" fmla="*/ 1480 w 1763"/>
                <a:gd name="T19" fmla="*/ 242 h 309"/>
                <a:gd name="T20" fmla="*/ 1680 w 1763"/>
                <a:gd name="T21" fmla="*/ 126 h 309"/>
                <a:gd name="T22" fmla="*/ 1680 w 1763"/>
                <a:gd name="T23" fmla="*/ 183 h 309"/>
                <a:gd name="T24" fmla="*/ 1480 w 1763"/>
                <a:gd name="T25" fmla="*/ 67 h 309"/>
                <a:gd name="T26" fmla="*/ 1468 w 1763"/>
                <a:gd name="T27" fmla="*/ 21 h 309"/>
                <a:gd name="T28" fmla="*/ 1514 w 1763"/>
                <a:gd name="T29" fmla="*/ 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63" h="309">
                  <a:moveTo>
                    <a:pt x="0" y="121"/>
                  </a:moveTo>
                  <a:lnTo>
                    <a:pt x="1697" y="121"/>
                  </a:lnTo>
                  <a:lnTo>
                    <a:pt x="1697" y="188"/>
                  </a:lnTo>
                  <a:lnTo>
                    <a:pt x="0" y="188"/>
                  </a:lnTo>
                  <a:lnTo>
                    <a:pt x="0" y="121"/>
                  </a:lnTo>
                  <a:close/>
                  <a:moveTo>
                    <a:pt x="1514" y="9"/>
                  </a:moveTo>
                  <a:lnTo>
                    <a:pt x="1763" y="154"/>
                  </a:lnTo>
                  <a:lnTo>
                    <a:pt x="1514" y="300"/>
                  </a:lnTo>
                  <a:cubicBezTo>
                    <a:pt x="1498" y="309"/>
                    <a:pt x="1478" y="304"/>
                    <a:pt x="1468" y="288"/>
                  </a:cubicBezTo>
                  <a:cubicBezTo>
                    <a:pt x="1459" y="272"/>
                    <a:pt x="1464" y="252"/>
                    <a:pt x="1480" y="242"/>
                  </a:cubicBezTo>
                  <a:lnTo>
                    <a:pt x="1680" y="126"/>
                  </a:lnTo>
                  <a:lnTo>
                    <a:pt x="1680" y="183"/>
                  </a:lnTo>
                  <a:lnTo>
                    <a:pt x="1480" y="67"/>
                  </a:lnTo>
                  <a:cubicBezTo>
                    <a:pt x="1464" y="57"/>
                    <a:pt x="1459" y="37"/>
                    <a:pt x="1468" y="21"/>
                  </a:cubicBezTo>
                  <a:cubicBezTo>
                    <a:pt x="1478" y="5"/>
                    <a:pt x="1498" y="0"/>
                    <a:pt x="1514" y="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9" name="Rectangle 50">
              <a:extLst>
                <a:ext uri="{FF2B5EF4-FFF2-40B4-BE49-F238E27FC236}">
                  <a16:creationId xmlns:a16="http://schemas.microsoft.com/office/drawing/2014/main" id="{C74AC08A-0E0B-23A8-B90D-BA807D9FA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2340"/>
              <a:ext cx="34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Result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0" name="Rectangle 51">
              <a:extLst>
                <a:ext uri="{FF2B5EF4-FFF2-40B4-BE49-F238E27FC236}">
                  <a16:creationId xmlns:a16="http://schemas.microsoft.com/office/drawing/2014/main" id="{3E7528D8-0E14-B6C3-0AD0-604FC88CD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" y="1915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a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1" name="Rectangle 52">
              <a:extLst>
                <a:ext uri="{FF2B5EF4-FFF2-40B4-BE49-F238E27FC236}">
                  <a16:creationId xmlns:a16="http://schemas.microsoft.com/office/drawing/2014/main" id="{E8EB5661-4C7E-D99D-DCC1-24862EC5B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2669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b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2" name="Oval 53">
              <a:extLst>
                <a:ext uri="{FF2B5EF4-FFF2-40B4-BE49-F238E27FC236}">
                  <a16:creationId xmlns:a16="http://schemas.microsoft.com/office/drawing/2014/main" id="{ABF0F456-D061-9C77-0EEA-4A6F2F5EB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3" name="Oval 54">
              <a:extLst>
                <a:ext uri="{FF2B5EF4-FFF2-40B4-BE49-F238E27FC236}">
                  <a16:creationId xmlns:a16="http://schemas.microsoft.com/office/drawing/2014/main" id="{7C35FEA2-47F3-C07C-4D96-6F8184B20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4" name="Line 55">
              <a:extLst>
                <a:ext uri="{FF2B5EF4-FFF2-40B4-BE49-F238E27FC236}">
                  <a16:creationId xmlns:a16="http://schemas.microsoft.com/office/drawing/2014/main" id="{9EFAB8B0-AE43-569A-98BD-65B2867790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" y="1568"/>
              <a:ext cx="0" cy="1008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5" name="Line 56">
              <a:extLst>
                <a:ext uri="{FF2B5EF4-FFF2-40B4-BE49-F238E27FC236}">
                  <a16:creationId xmlns:a16="http://schemas.microsoft.com/office/drawing/2014/main" id="{558D44F5-DBE4-02B4-D06D-26BCE5487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2573"/>
              <a:ext cx="163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6" name="Line 57">
              <a:extLst>
                <a:ext uri="{FF2B5EF4-FFF2-40B4-BE49-F238E27FC236}">
                  <a16:creationId xmlns:a16="http://schemas.microsoft.com/office/drawing/2014/main" id="{94C3DBD9-0844-4371-7699-920995CAA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1" y="2570"/>
              <a:ext cx="0" cy="116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7" name="Rectangle 58">
              <a:extLst>
                <a:ext uri="{FF2B5EF4-FFF2-40B4-BE49-F238E27FC236}">
                  <a16:creationId xmlns:a16="http://schemas.microsoft.com/office/drawing/2014/main" id="{372C671B-74CF-DE2D-DA19-951B93260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1444"/>
              <a:ext cx="39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CarryIn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8" name="Line 59">
              <a:extLst>
                <a:ext uri="{FF2B5EF4-FFF2-40B4-BE49-F238E27FC236}">
                  <a16:creationId xmlns:a16="http://schemas.microsoft.com/office/drawing/2014/main" id="{FA70923C-2848-548F-B656-A9E3B3A5B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2985"/>
              <a:ext cx="0" cy="439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9" name="Rectangle 60">
              <a:extLst>
                <a:ext uri="{FF2B5EF4-FFF2-40B4-BE49-F238E27FC236}">
                  <a16:creationId xmlns:a16="http://schemas.microsoft.com/office/drawing/2014/main" id="{53FA545D-D028-A26E-E9AF-F219D4DC6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" y="3424"/>
              <a:ext cx="492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CarryOut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19036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52748-33D4-406D-8406-D142A91E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电路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D78F7-4CAF-4EC1-812D-D50ED91D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1BA23E4-E561-494B-A6C8-305AEFC8D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2362200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做加法：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0F83605-A9B7-4B6D-9196-60589FB58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841625"/>
            <a:ext cx="268503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Binvert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=</a:t>
            </a:r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CarryIn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81BADE9F-A2A9-4F85-B3D8-E45672862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2" y="3821112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做减法：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CFA07EB2-D74B-4DAF-9BE4-8804F9D09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4400550"/>
            <a:ext cx="2941511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Binvert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=? </a:t>
            </a:r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CarryIn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=?</a:t>
            </a:r>
            <a:endParaRPr lang="zh-CN" altLang="en-US" sz="2400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3D694EB6-E6D1-4558-B155-5DE6155BB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949" y="5645188"/>
            <a:ext cx="3973845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可实现与、或、加</a:t>
            </a:r>
            <a:r>
              <a:rPr lang="en-US" altLang="zh-CN" sz="2800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减法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770743E4-C14E-497E-9A9A-5F4AAAC7B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4943475"/>
            <a:ext cx="268503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Binvert</a:t>
            </a:r>
            <a:r>
              <a:rPr lang="en-US" altLang="zh-CN" sz="2400" dirty="0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=</a:t>
            </a:r>
            <a:r>
              <a:rPr lang="en-US" altLang="zh-CN" sz="2400" dirty="0" err="1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CarryIn</a:t>
            </a:r>
            <a:r>
              <a:rPr lang="en-US" altLang="zh-CN" sz="2400" dirty="0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AECC7779-9CB3-416B-9F16-3FB01D0B91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430" y="2681605"/>
            <a:ext cx="1674019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2308C76F-3CBD-4677-A4AC-02EC12D75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2138" y="1741143"/>
            <a:ext cx="2872581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Bnegate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：</a:t>
            </a:r>
            <a:r>
              <a:rPr lang="zh-CN" altLang="en-US" sz="2400" dirty="0">
                <a:solidFill>
                  <a:schemeClr val="accent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控制简化</a:t>
            </a:r>
            <a:endParaRPr lang="en-US" altLang="zh-CN" sz="2400" dirty="0">
              <a:solidFill>
                <a:schemeClr val="accent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3DAD71A7-32CF-41E5-B807-BD54064B498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90913" y="2203450"/>
            <a:ext cx="5729287" cy="3563938"/>
            <a:chOff x="2199" y="1388"/>
            <a:chExt cx="3609" cy="2245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FEBE1347-B222-482F-A74E-9B080CDABAD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199" y="1388"/>
              <a:ext cx="3609" cy="2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A0A6D079-AEE2-457B-B313-67E40AAF9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1773"/>
              <a:ext cx="2367" cy="1520"/>
            </a:xfrm>
            <a:prstGeom prst="rect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5C3D850F-552D-45E9-9191-22B8FBC6B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2969"/>
              <a:ext cx="236" cy="255"/>
            </a:xfrm>
            <a:custGeom>
              <a:avLst/>
              <a:gdLst>
                <a:gd name="T0" fmla="*/ 0 w 236"/>
                <a:gd name="T1" fmla="*/ 0 h 255"/>
                <a:gd name="T2" fmla="*/ 236 w 236"/>
                <a:gd name="T3" fmla="*/ 127 h 255"/>
                <a:gd name="T4" fmla="*/ 0 w 236"/>
                <a:gd name="T5" fmla="*/ 255 h 255"/>
                <a:gd name="T6" fmla="*/ 0 w 236"/>
                <a:gd name="T7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255">
                  <a:moveTo>
                    <a:pt x="0" y="0"/>
                  </a:moveTo>
                  <a:lnTo>
                    <a:pt x="236" y="127"/>
                  </a:lnTo>
                  <a:lnTo>
                    <a:pt x="0" y="25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8" name="Oval 7">
              <a:extLst>
                <a:ext uri="{FF2B5EF4-FFF2-40B4-BE49-F238E27FC236}">
                  <a16:creationId xmlns:a16="http://schemas.microsoft.com/office/drawing/2014/main" id="{49D7C3B5-5F68-4D60-BE33-E10EB0CCE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" y="3072"/>
              <a:ext cx="49" cy="49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32B102-8E8B-496E-81F3-9FD350BF4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576"/>
              <a:ext cx="186" cy="646"/>
            </a:xfrm>
            <a:custGeom>
              <a:avLst/>
              <a:gdLst>
                <a:gd name="T0" fmla="*/ 0 w 186"/>
                <a:gd name="T1" fmla="*/ 0 h 646"/>
                <a:gd name="T2" fmla="*/ 186 w 186"/>
                <a:gd name="T3" fmla="*/ 115 h 646"/>
                <a:gd name="T4" fmla="*/ 186 w 186"/>
                <a:gd name="T5" fmla="*/ 531 h 646"/>
                <a:gd name="T6" fmla="*/ 0 w 186"/>
                <a:gd name="T7" fmla="*/ 646 h 646"/>
                <a:gd name="T8" fmla="*/ 0 w 186"/>
                <a:gd name="T9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646">
                  <a:moveTo>
                    <a:pt x="0" y="0"/>
                  </a:moveTo>
                  <a:lnTo>
                    <a:pt x="186" y="115"/>
                  </a:lnTo>
                  <a:lnTo>
                    <a:pt x="186" y="531"/>
                  </a:lnTo>
                  <a:lnTo>
                    <a:pt x="0" y="64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35E5E81A-28C9-4455-912B-35537B06D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69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0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724409A1-4AF7-471C-B4FA-B971F0A59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982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A559F1B9-E843-4948-BF28-EFB3025C2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0" y="2756"/>
              <a:ext cx="93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6E4928F0-A052-43B2-9B65-F310D88EF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5" y="3096"/>
              <a:ext cx="163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CD6227EF-E773-42DD-AA3A-1833D592FE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0" y="2756"/>
              <a:ext cx="0" cy="342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721C0EF1-1201-40C6-99A3-ADF439AD3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3096"/>
              <a:ext cx="109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04BA500F-B17F-4435-AA5D-B5AF1EF35D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6" y="1962"/>
              <a:ext cx="1659" cy="62"/>
            </a:xfrm>
            <a:custGeom>
              <a:avLst/>
              <a:gdLst>
                <a:gd name="T0" fmla="*/ 0 w 16431"/>
                <a:gd name="T1" fmla="*/ 243 h 619"/>
                <a:gd name="T2" fmla="*/ 16299 w 16431"/>
                <a:gd name="T3" fmla="*/ 243 h 619"/>
                <a:gd name="T4" fmla="*/ 16299 w 16431"/>
                <a:gd name="T5" fmla="*/ 376 h 619"/>
                <a:gd name="T6" fmla="*/ 0 w 16431"/>
                <a:gd name="T7" fmla="*/ 376 h 619"/>
                <a:gd name="T8" fmla="*/ 0 w 16431"/>
                <a:gd name="T9" fmla="*/ 243 h 619"/>
                <a:gd name="T10" fmla="*/ 15932 w 16431"/>
                <a:gd name="T11" fmla="*/ 19 h 619"/>
                <a:gd name="T12" fmla="*/ 16431 w 16431"/>
                <a:gd name="T13" fmla="*/ 309 h 619"/>
                <a:gd name="T14" fmla="*/ 15932 w 16431"/>
                <a:gd name="T15" fmla="*/ 600 h 619"/>
                <a:gd name="T16" fmla="*/ 15841 w 16431"/>
                <a:gd name="T17" fmla="*/ 576 h 619"/>
                <a:gd name="T18" fmla="*/ 15865 w 16431"/>
                <a:gd name="T19" fmla="*/ 485 h 619"/>
                <a:gd name="T20" fmla="*/ 16265 w 16431"/>
                <a:gd name="T21" fmla="*/ 252 h 619"/>
                <a:gd name="T22" fmla="*/ 16265 w 16431"/>
                <a:gd name="T23" fmla="*/ 367 h 619"/>
                <a:gd name="T24" fmla="*/ 15865 w 16431"/>
                <a:gd name="T25" fmla="*/ 134 h 619"/>
                <a:gd name="T26" fmla="*/ 15841 w 16431"/>
                <a:gd name="T27" fmla="*/ 43 h 619"/>
                <a:gd name="T28" fmla="*/ 15932 w 16431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431" h="619">
                  <a:moveTo>
                    <a:pt x="0" y="243"/>
                  </a:moveTo>
                  <a:lnTo>
                    <a:pt x="16299" y="243"/>
                  </a:lnTo>
                  <a:lnTo>
                    <a:pt x="16299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15932" y="19"/>
                  </a:moveTo>
                  <a:lnTo>
                    <a:pt x="16431" y="309"/>
                  </a:lnTo>
                  <a:lnTo>
                    <a:pt x="15932" y="600"/>
                  </a:lnTo>
                  <a:cubicBezTo>
                    <a:pt x="15901" y="619"/>
                    <a:pt x="15860" y="608"/>
                    <a:pt x="15841" y="576"/>
                  </a:cubicBezTo>
                  <a:cubicBezTo>
                    <a:pt x="15823" y="545"/>
                    <a:pt x="15833" y="504"/>
                    <a:pt x="15865" y="485"/>
                  </a:cubicBezTo>
                  <a:lnTo>
                    <a:pt x="16265" y="252"/>
                  </a:lnTo>
                  <a:lnTo>
                    <a:pt x="16265" y="367"/>
                  </a:lnTo>
                  <a:lnTo>
                    <a:pt x="15865" y="134"/>
                  </a:lnTo>
                  <a:cubicBezTo>
                    <a:pt x="15833" y="115"/>
                    <a:pt x="15823" y="74"/>
                    <a:pt x="15841" y="43"/>
                  </a:cubicBezTo>
                  <a:cubicBezTo>
                    <a:pt x="15860" y="11"/>
                    <a:pt x="15901" y="0"/>
                    <a:pt x="15932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FAF0EA8-6541-439E-B858-81443DBE3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906"/>
              <a:ext cx="370" cy="284"/>
            </a:xfrm>
            <a:custGeom>
              <a:avLst/>
              <a:gdLst>
                <a:gd name="T0" fmla="*/ 0 w 3664"/>
                <a:gd name="T1" fmla="*/ 0 h 2832"/>
                <a:gd name="T2" fmla="*/ 1832 w 3664"/>
                <a:gd name="T3" fmla="*/ 0 h 2832"/>
                <a:gd name="T4" fmla="*/ 3664 w 3664"/>
                <a:gd name="T5" fmla="*/ 1416 h 2832"/>
                <a:gd name="T6" fmla="*/ 1832 w 3664"/>
                <a:gd name="T7" fmla="*/ 2832 h 2832"/>
                <a:gd name="T8" fmla="*/ 0 w 3664"/>
                <a:gd name="T9" fmla="*/ 2832 h 2832"/>
                <a:gd name="T10" fmla="*/ 0 w 3664"/>
                <a:gd name="T11" fmla="*/ 0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64" h="2832">
                  <a:moveTo>
                    <a:pt x="0" y="0"/>
                  </a:moveTo>
                  <a:lnTo>
                    <a:pt x="1832" y="0"/>
                  </a:lnTo>
                  <a:cubicBezTo>
                    <a:pt x="2844" y="0"/>
                    <a:pt x="3664" y="634"/>
                    <a:pt x="3664" y="1416"/>
                  </a:cubicBezTo>
                  <a:cubicBezTo>
                    <a:pt x="3664" y="2199"/>
                    <a:pt x="2844" y="2832"/>
                    <a:pt x="1832" y="2832"/>
                  </a:cubicBezTo>
                  <a:lnTo>
                    <a:pt x="0" y="28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1DE631DC-8859-4218-8D11-A44E3F1F2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343" cy="147"/>
            </a:xfrm>
            <a:custGeom>
              <a:avLst/>
              <a:gdLst>
                <a:gd name="T0" fmla="*/ 0 w 343"/>
                <a:gd name="T1" fmla="*/ 4 h 147"/>
                <a:gd name="T2" fmla="*/ 122 w 343"/>
                <a:gd name="T3" fmla="*/ 4 h 147"/>
                <a:gd name="T4" fmla="*/ 215 w 343"/>
                <a:gd name="T5" fmla="*/ 28 h 147"/>
                <a:gd name="T6" fmla="*/ 298 w 343"/>
                <a:gd name="T7" fmla="*/ 87 h 147"/>
                <a:gd name="T8" fmla="*/ 343 w 343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47">
                  <a:moveTo>
                    <a:pt x="0" y="4"/>
                  </a:moveTo>
                  <a:cubicBezTo>
                    <a:pt x="43" y="2"/>
                    <a:pt x="87" y="0"/>
                    <a:pt x="122" y="4"/>
                  </a:cubicBezTo>
                  <a:cubicBezTo>
                    <a:pt x="158" y="8"/>
                    <a:pt x="186" y="14"/>
                    <a:pt x="215" y="28"/>
                  </a:cubicBezTo>
                  <a:cubicBezTo>
                    <a:pt x="244" y="42"/>
                    <a:pt x="277" y="67"/>
                    <a:pt x="298" y="87"/>
                  </a:cubicBezTo>
                  <a:cubicBezTo>
                    <a:pt x="320" y="106"/>
                    <a:pt x="331" y="127"/>
                    <a:pt x="343" y="147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F291DB79-6B56-46E2-9C9F-B4D095E36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436"/>
              <a:ext cx="343" cy="137"/>
            </a:xfrm>
            <a:custGeom>
              <a:avLst/>
              <a:gdLst>
                <a:gd name="T0" fmla="*/ 0 w 343"/>
                <a:gd name="T1" fmla="*/ 133 h 137"/>
                <a:gd name="T2" fmla="*/ 122 w 343"/>
                <a:gd name="T3" fmla="*/ 133 h 137"/>
                <a:gd name="T4" fmla="*/ 215 w 343"/>
                <a:gd name="T5" fmla="*/ 111 h 137"/>
                <a:gd name="T6" fmla="*/ 298 w 343"/>
                <a:gd name="T7" fmla="*/ 57 h 137"/>
                <a:gd name="T8" fmla="*/ 343 w 343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37">
                  <a:moveTo>
                    <a:pt x="0" y="133"/>
                  </a:moveTo>
                  <a:cubicBezTo>
                    <a:pt x="43" y="135"/>
                    <a:pt x="87" y="137"/>
                    <a:pt x="122" y="133"/>
                  </a:cubicBezTo>
                  <a:cubicBezTo>
                    <a:pt x="158" y="129"/>
                    <a:pt x="186" y="124"/>
                    <a:pt x="215" y="111"/>
                  </a:cubicBezTo>
                  <a:cubicBezTo>
                    <a:pt x="244" y="98"/>
                    <a:pt x="277" y="75"/>
                    <a:pt x="298" y="57"/>
                  </a:cubicBezTo>
                  <a:cubicBezTo>
                    <a:pt x="320" y="38"/>
                    <a:pt x="331" y="20"/>
                    <a:pt x="343" y="0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7D9712F8-1AF9-4D62-8E7C-330A3D434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94" cy="284"/>
            </a:xfrm>
            <a:custGeom>
              <a:avLst/>
              <a:gdLst>
                <a:gd name="T0" fmla="*/ 3 w 94"/>
                <a:gd name="T1" fmla="*/ 0 h 284"/>
                <a:gd name="T2" fmla="*/ 94 w 94"/>
                <a:gd name="T3" fmla="*/ 146 h 284"/>
                <a:gd name="T4" fmla="*/ 0 w 94"/>
                <a:gd name="T5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" h="284">
                  <a:moveTo>
                    <a:pt x="3" y="0"/>
                  </a:moveTo>
                  <a:cubicBezTo>
                    <a:pt x="48" y="50"/>
                    <a:pt x="94" y="99"/>
                    <a:pt x="94" y="146"/>
                  </a:cubicBezTo>
                  <a:cubicBezTo>
                    <a:pt x="94" y="193"/>
                    <a:pt x="47" y="239"/>
                    <a:pt x="0" y="284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" name="Rectangle 20">
              <a:extLst>
                <a:ext uri="{FF2B5EF4-FFF2-40B4-BE49-F238E27FC236}">
                  <a16:creationId xmlns:a16="http://schemas.microsoft.com/office/drawing/2014/main" id="{801FD8D9-E978-48B2-9CDB-83BF2F036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2690"/>
              <a:ext cx="370" cy="295"/>
            </a:xfrm>
            <a:prstGeom prst="rect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0953C511-0E17-42E9-8ECD-C0C187058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752"/>
              <a:ext cx="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+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BB88FC2C-846A-462A-8572-622A0D2A80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3" y="2868"/>
              <a:ext cx="542" cy="62"/>
            </a:xfrm>
            <a:custGeom>
              <a:avLst/>
              <a:gdLst>
                <a:gd name="T0" fmla="*/ 0 w 5364"/>
                <a:gd name="T1" fmla="*/ 243 h 619"/>
                <a:gd name="T2" fmla="*/ 5232 w 5364"/>
                <a:gd name="T3" fmla="*/ 243 h 619"/>
                <a:gd name="T4" fmla="*/ 5232 w 5364"/>
                <a:gd name="T5" fmla="*/ 376 h 619"/>
                <a:gd name="T6" fmla="*/ 0 w 5364"/>
                <a:gd name="T7" fmla="*/ 376 h 619"/>
                <a:gd name="T8" fmla="*/ 0 w 5364"/>
                <a:gd name="T9" fmla="*/ 243 h 619"/>
                <a:gd name="T10" fmla="*/ 4866 w 5364"/>
                <a:gd name="T11" fmla="*/ 19 h 619"/>
                <a:gd name="T12" fmla="*/ 5364 w 5364"/>
                <a:gd name="T13" fmla="*/ 309 h 619"/>
                <a:gd name="T14" fmla="*/ 4866 w 5364"/>
                <a:gd name="T15" fmla="*/ 600 h 619"/>
                <a:gd name="T16" fmla="*/ 4774 w 5364"/>
                <a:gd name="T17" fmla="*/ 576 h 619"/>
                <a:gd name="T18" fmla="*/ 4798 w 5364"/>
                <a:gd name="T19" fmla="*/ 485 h 619"/>
                <a:gd name="T20" fmla="*/ 5198 w 5364"/>
                <a:gd name="T21" fmla="*/ 252 h 619"/>
                <a:gd name="T22" fmla="*/ 5198 w 5364"/>
                <a:gd name="T23" fmla="*/ 367 h 619"/>
                <a:gd name="T24" fmla="*/ 4798 w 5364"/>
                <a:gd name="T25" fmla="*/ 134 h 619"/>
                <a:gd name="T26" fmla="*/ 4774 w 5364"/>
                <a:gd name="T27" fmla="*/ 43 h 619"/>
                <a:gd name="T28" fmla="*/ 4866 w 5364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64" h="619">
                  <a:moveTo>
                    <a:pt x="0" y="243"/>
                  </a:moveTo>
                  <a:lnTo>
                    <a:pt x="5232" y="243"/>
                  </a:lnTo>
                  <a:lnTo>
                    <a:pt x="5232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4866" y="19"/>
                  </a:moveTo>
                  <a:lnTo>
                    <a:pt x="5364" y="309"/>
                  </a:lnTo>
                  <a:lnTo>
                    <a:pt x="4866" y="600"/>
                  </a:lnTo>
                  <a:cubicBezTo>
                    <a:pt x="4834" y="619"/>
                    <a:pt x="4793" y="608"/>
                    <a:pt x="4774" y="576"/>
                  </a:cubicBezTo>
                  <a:cubicBezTo>
                    <a:pt x="4756" y="545"/>
                    <a:pt x="4767" y="504"/>
                    <a:pt x="4798" y="485"/>
                  </a:cubicBezTo>
                  <a:lnTo>
                    <a:pt x="5198" y="252"/>
                  </a:lnTo>
                  <a:lnTo>
                    <a:pt x="5198" y="367"/>
                  </a:lnTo>
                  <a:lnTo>
                    <a:pt x="4798" y="134"/>
                  </a:lnTo>
                  <a:cubicBezTo>
                    <a:pt x="4767" y="115"/>
                    <a:pt x="4756" y="74"/>
                    <a:pt x="4774" y="43"/>
                  </a:cubicBezTo>
                  <a:cubicBezTo>
                    <a:pt x="4793" y="11"/>
                    <a:pt x="4834" y="0"/>
                    <a:pt x="4866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280C466C-2EA2-4707-A4BF-155E7177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1816"/>
              <a:ext cx="255" cy="1406"/>
            </a:xfrm>
            <a:custGeom>
              <a:avLst/>
              <a:gdLst>
                <a:gd name="T0" fmla="*/ 0 w 255"/>
                <a:gd name="T1" fmla="*/ 0 h 1406"/>
                <a:gd name="T2" fmla="*/ 255 w 255"/>
                <a:gd name="T3" fmla="*/ 297 h 1406"/>
                <a:gd name="T4" fmla="*/ 255 w 255"/>
                <a:gd name="T5" fmla="*/ 1108 h 1406"/>
                <a:gd name="T6" fmla="*/ 0 w 255"/>
                <a:gd name="T7" fmla="*/ 1406 h 1406"/>
                <a:gd name="T8" fmla="*/ 0 w 255"/>
                <a:gd name="T9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1406">
                  <a:moveTo>
                    <a:pt x="0" y="0"/>
                  </a:moveTo>
                  <a:lnTo>
                    <a:pt x="255" y="297"/>
                  </a:lnTo>
                  <a:lnTo>
                    <a:pt x="255" y="1108"/>
                  </a:lnTo>
                  <a:lnTo>
                    <a:pt x="0" y="140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" name="Rectangle 24">
              <a:extLst>
                <a:ext uri="{FF2B5EF4-FFF2-40B4-BE49-F238E27FC236}">
                  <a16:creationId xmlns:a16="http://schemas.microsoft.com/office/drawing/2014/main" id="{A1A8E382-550A-47C9-8976-BF7535A1C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1948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0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0EC7318E-00A2-4717-B14E-EFAABC23D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38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7" name="Rectangle 26">
              <a:extLst>
                <a:ext uri="{FF2B5EF4-FFF2-40B4-BE49-F238E27FC236}">
                  <a16:creationId xmlns:a16="http://schemas.microsoft.com/office/drawing/2014/main" id="{D18BE589-0A71-4FA9-8344-9C76BD563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815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2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5644DA70-6DAE-4A70-80BF-852246708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5" y="1993"/>
              <a:ext cx="0" cy="77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9" name="Oval 28">
              <a:extLst>
                <a:ext uri="{FF2B5EF4-FFF2-40B4-BE49-F238E27FC236}">
                  <a16:creationId xmlns:a16="http://schemas.microsoft.com/office/drawing/2014/main" id="{142FE590-3810-4527-BA04-D25E7A1AF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0" name="Oval 29">
              <a:extLst>
                <a:ext uri="{FF2B5EF4-FFF2-40B4-BE49-F238E27FC236}">
                  <a16:creationId xmlns:a16="http://schemas.microsoft.com/office/drawing/2014/main" id="{B66F5B90-13D3-4CE3-81C5-73EF5D0BB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1" name="Oval 30">
              <a:extLst>
                <a:ext uri="{FF2B5EF4-FFF2-40B4-BE49-F238E27FC236}">
                  <a16:creationId xmlns:a16="http://schemas.microsoft.com/office/drawing/2014/main" id="{8F289A21-A734-41EC-A49C-948F05DAF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743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2" name="Oval 31">
              <a:extLst>
                <a:ext uri="{FF2B5EF4-FFF2-40B4-BE49-F238E27FC236}">
                  <a16:creationId xmlns:a16="http://schemas.microsoft.com/office/drawing/2014/main" id="{9DD8CB24-CF37-483B-9D6A-5FDDF244C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743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E2120FF1-B2A7-4173-83B2-6D2F4F2094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332"/>
              <a:ext cx="468" cy="62"/>
            </a:xfrm>
            <a:custGeom>
              <a:avLst/>
              <a:gdLst>
                <a:gd name="T0" fmla="*/ 0 w 4633"/>
                <a:gd name="T1" fmla="*/ 243 h 619"/>
                <a:gd name="T2" fmla="*/ 4500 w 4633"/>
                <a:gd name="T3" fmla="*/ 243 h 619"/>
                <a:gd name="T4" fmla="*/ 4500 w 4633"/>
                <a:gd name="T5" fmla="*/ 376 h 619"/>
                <a:gd name="T6" fmla="*/ 0 w 4633"/>
                <a:gd name="T7" fmla="*/ 376 h 619"/>
                <a:gd name="T8" fmla="*/ 0 w 4633"/>
                <a:gd name="T9" fmla="*/ 243 h 619"/>
                <a:gd name="T10" fmla="*/ 4134 w 4633"/>
                <a:gd name="T11" fmla="*/ 19 h 619"/>
                <a:gd name="T12" fmla="*/ 4633 w 4633"/>
                <a:gd name="T13" fmla="*/ 309 h 619"/>
                <a:gd name="T14" fmla="*/ 4134 w 4633"/>
                <a:gd name="T15" fmla="*/ 600 h 619"/>
                <a:gd name="T16" fmla="*/ 4043 w 4633"/>
                <a:gd name="T17" fmla="*/ 576 h 619"/>
                <a:gd name="T18" fmla="*/ 4067 w 4633"/>
                <a:gd name="T19" fmla="*/ 485 h 619"/>
                <a:gd name="T20" fmla="*/ 4467 w 4633"/>
                <a:gd name="T21" fmla="*/ 252 h 619"/>
                <a:gd name="T22" fmla="*/ 4467 w 4633"/>
                <a:gd name="T23" fmla="*/ 367 h 619"/>
                <a:gd name="T24" fmla="*/ 4067 w 4633"/>
                <a:gd name="T25" fmla="*/ 134 h 619"/>
                <a:gd name="T26" fmla="*/ 4043 w 4633"/>
                <a:gd name="T27" fmla="*/ 43 h 619"/>
                <a:gd name="T28" fmla="*/ 4134 w 4633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33" h="619">
                  <a:moveTo>
                    <a:pt x="0" y="243"/>
                  </a:moveTo>
                  <a:lnTo>
                    <a:pt x="4500" y="243"/>
                  </a:lnTo>
                  <a:lnTo>
                    <a:pt x="4500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4134" y="19"/>
                  </a:moveTo>
                  <a:lnTo>
                    <a:pt x="4633" y="309"/>
                  </a:lnTo>
                  <a:lnTo>
                    <a:pt x="4134" y="600"/>
                  </a:lnTo>
                  <a:cubicBezTo>
                    <a:pt x="4102" y="619"/>
                    <a:pt x="4061" y="608"/>
                    <a:pt x="4043" y="576"/>
                  </a:cubicBezTo>
                  <a:cubicBezTo>
                    <a:pt x="4024" y="545"/>
                    <a:pt x="4035" y="504"/>
                    <a:pt x="4067" y="485"/>
                  </a:cubicBezTo>
                  <a:lnTo>
                    <a:pt x="4467" y="252"/>
                  </a:lnTo>
                  <a:lnTo>
                    <a:pt x="4467" y="367"/>
                  </a:lnTo>
                  <a:lnTo>
                    <a:pt x="4067" y="134"/>
                  </a:lnTo>
                  <a:cubicBezTo>
                    <a:pt x="4035" y="115"/>
                    <a:pt x="4024" y="74"/>
                    <a:pt x="4043" y="43"/>
                  </a:cubicBezTo>
                  <a:cubicBezTo>
                    <a:pt x="4061" y="11"/>
                    <a:pt x="4102" y="0"/>
                    <a:pt x="4134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9A4CA4EE-65B1-4964-A516-3E49E95B22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736"/>
              <a:ext cx="400" cy="62"/>
            </a:xfrm>
            <a:custGeom>
              <a:avLst/>
              <a:gdLst>
                <a:gd name="T0" fmla="*/ 0 w 3958"/>
                <a:gd name="T1" fmla="*/ 243 h 619"/>
                <a:gd name="T2" fmla="*/ 3825 w 3958"/>
                <a:gd name="T3" fmla="*/ 243 h 619"/>
                <a:gd name="T4" fmla="*/ 3825 w 3958"/>
                <a:gd name="T5" fmla="*/ 376 h 619"/>
                <a:gd name="T6" fmla="*/ 0 w 3958"/>
                <a:gd name="T7" fmla="*/ 376 h 619"/>
                <a:gd name="T8" fmla="*/ 0 w 3958"/>
                <a:gd name="T9" fmla="*/ 243 h 619"/>
                <a:gd name="T10" fmla="*/ 3459 w 3958"/>
                <a:gd name="T11" fmla="*/ 19 h 619"/>
                <a:gd name="T12" fmla="*/ 3958 w 3958"/>
                <a:gd name="T13" fmla="*/ 309 h 619"/>
                <a:gd name="T14" fmla="*/ 3459 w 3958"/>
                <a:gd name="T15" fmla="*/ 600 h 619"/>
                <a:gd name="T16" fmla="*/ 3368 w 3958"/>
                <a:gd name="T17" fmla="*/ 576 h 619"/>
                <a:gd name="T18" fmla="*/ 3392 w 3958"/>
                <a:gd name="T19" fmla="*/ 485 h 619"/>
                <a:gd name="T20" fmla="*/ 3792 w 3958"/>
                <a:gd name="T21" fmla="*/ 252 h 619"/>
                <a:gd name="T22" fmla="*/ 3792 w 3958"/>
                <a:gd name="T23" fmla="*/ 367 h 619"/>
                <a:gd name="T24" fmla="*/ 3392 w 3958"/>
                <a:gd name="T25" fmla="*/ 134 h 619"/>
                <a:gd name="T26" fmla="*/ 3368 w 3958"/>
                <a:gd name="T27" fmla="*/ 43 h 619"/>
                <a:gd name="T28" fmla="*/ 3459 w 3958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58" h="619">
                  <a:moveTo>
                    <a:pt x="0" y="243"/>
                  </a:moveTo>
                  <a:lnTo>
                    <a:pt x="3825" y="243"/>
                  </a:lnTo>
                  <a:lnTo>
                    <a:pt x="3825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3459" y="19"/>
                  </a:moveTo>
                  <a:lnTo>
                    <a:pt x="3958" y="309"/>
                  </a:lnTo>
                  <a:lnTo>
                    <a:pt x="3459" y="600"/>
                  </a:lnTo>
                  <a:cubicBezTo>
                    <a:pt x="3427" y="619"/>
                    <a:pt x="3386" y="608"/>
                    <a:pt x="3368" y="576"/>
                  </a:cubicBezTo>
                  <a:cubicBezTo>
                    <a:pt x="3349" y="545"/>
                    <a:pt x="3360" y="504"/>
                    <a:pt x="3392" y="485"/>
                  </a:cubicBezTo>
                  <a:lnTo>
                    <a:pt x="3792" y="252"/>
                  </a:lnTo>
                  <a:lnTo>
                    <a:pt x="3792" y="367"/>
                  </a:lnTo>
                  <a:lnTo>
                    <a:pt x="3392" y="134"/>
                  </a:lnTo>
                  <a:cubicBezTo>
                    <a:pt x="3360" y="115"/>
                    <a:pt x="3349" y="74"/>
                    <a:pt x="3368" y="43"/>
                  </a:cubicBezTo>
                  <a:cubicBezTo>
                    <a:pt x="3386" y="11"/>
                    <a:pt x="3427" y="0"/>
                    <a:pt x="3459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5" name="Oval 34">
              <a:extLst>
                <a:ext uri="{FF2B5EF4-FFF2-40B4-BE49-F238E27FC236}">
                  <a16:creationId xmlns:a16="http://schemas.microsoft.com/office/drawing/2014/main" id="{EC6D67CA-E153-4AD6-98D1-AA83B5EF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6" name="Oval 35">
              <a:extLst>
                <a:ext uri="{FF2B5EF4-FFF2-40B4-BE49-F238E27FC236}">
                  <a16:creationId xmlns:a16="http://schemas.microsoft.com/office/drawing/2014/main" id="{5F52A869-277B-49E9-83A9-81E6456B2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7" name="Line 36">
              <a:extLst>
                <a:ext uri="{FF2B5EF4-FFF2-40B4-BE49-F238E27FC236}">
                  <a16:creationId xmlns:a16="http://schemas.microsoft.com/office/drawing/2014/main" id="{56260408-4504-4DAF-99EA-35A5E24921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8" y="2124"/>
              <a:ext cx="0" cy="77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8" name="Oval 37">
              <a:extLst>
                <a:ext uri="{FF2B5EF4-FFF2-40B4-BE49-F238E27FC236}">
                  <a16:creationId xmlns:a16="http://schemas.microsoft.com/office/drawing/2014/main" id="{C5268F18-137F-4E57-9D40-5D192F72F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2887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9" name="Oval 38">
              <a:extLst>
                <a:ext uri="{FF2B5EF4-FFF2-40B4-BE49-F238E27FC236}">
                  <a16:creationId xmlns:a16="http://schemas.microsoft.com/office/drawing/2014/main" id="{E2B206A0-CC02-4560-8E4E-97CE18558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2887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9795005D-FD9A-412D-8680-2118C326C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093"/>
              <a:ext cx="277" cy="62"/>
            </a:xfrm>
            <a:custGeom>
              <a:avLst/>
              <a:gdLst>
                <a:gd name="T0" fmla="*/ 0 w 2739"/>
                <a:gd name="T1" fmla="*/ 243 h 619"/>
                <a:gd name="T2" fmla="*/ 2607 w 2739"/>
                <a:gd name="T3" fmla="*/ 243 h 619"/>
                <a:gd name="T4" fmla="*/ 2607 w 2739"/>
                <a:gd name="T5" fmla="*/ 376 h 619"/>
                <a:gd name="T6" fmla="*/ 0 w 2739"/>
                <a:gd name="T7" fmla="*/ 376 h 619"/>
                <a:gd name="T8" fmla="*/ 0 w 2739"/>
                <a:gd name="T9" fmla="*/ 243 h 619"/>
                <a:gd name="T10" fmla="*/ 2241 w 2739"/>
                <a:gd name="T11" fmla="*/ 19 h 619"/>
                <a:gd name="T12" fmla="*/ 2739 w 2739"/>
                <a:gd name="T13" fmla="*/ 309 h 619"/>
                <a:gd name="T14" fmla="*/ 2241 w 2739"/>
                <a:gd name="T15" fmla="*/ 600 h 619"/>
                <a:gd name="T16" fmla="*/ 2150 w 2739"/>
                <a:gd name="T17" fmla="*/ 576 h 619"/>
                <a:gd name="T18" fmla="*/ 2174 w 2739"/>
                <a:gd name="T19" fmla="*/ 485 h 619"/>
                <a:gd name="T20" fmla="*/ 2174 w 2739"/>
                <a:gd name="T21" fmla="*/ 485 h 619"/>
                <a:gd name="T22" fmla="*/ 2574 w 2739"/>
                <a:gd name="T23" fmla="*/ 252 h 619"/>
                <a:gd name="T24" fmla="*/ 2574 w 2739"/>
                <a:gd name="T25" fmla="*/ 367 h 619"/>
                <a:gd name="T26" fmla="*/ 2174 w 2739"/>
                <a:gd name="T27" fmla="*/ 134 h 619"/>
                <a:gd name="T28" fmla="*/ 2150 w 2739"/>
                <a:gd name="T29" fmla="*/ 43 h 619"/>
                <a:gd name="T30" fmla="*/ 2241 w 2739"/>
                <a:gd name="T31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39" h="619">
                  <a:moveTo>
                    <a:pt x="0" y="243"/>
                  </a:moveTo>
                  <a:lnTo>
                    <a:pt x="2607" y="243"/>
                  </a:lnTo>
                  <a:lnTo>
                    <a:pt x="2607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241" y="19"/>
                  </a:moveTo>
                  <a:lnTo>
                    <a:pt x="2739" y="309"/>
                  </a:lnTo>
                  <a:lnTo>
                    <a:pt x="2241" y="600"/>
                  </a:lnTo>
                  <a:cubicBezTo>
                    <a:pt x="2209" y="619"/>
                    <a:pt x="2168" y="608"/>
                    <a:pt x="2150" y="576"/>
                  </a:cubicBezTo>
                  <a:cubicBezTo>
                    <a:pt x="2131" y="545"/>
                    <a:pt x="2142" y="504"/>
                    <a:pt x="2174" y="485"/>
                  </a:cubicBezTo>
                  <a:lnTo>
                    <a:pt x="2174" y="485"/>
                  </a:lnTo>
                  <a:lnTo>
                    <a:pt x="2574" y="252"/>
                  </a:lnTo>
                  <a:lnTo>
                    <a:pt x="2574" y="367"/>
                  </a:lnTo>
                  <a:lnTo>
                    <a:pt x="2174" y="134"/>
                  </a:lnTo>
                  <a:cubicBezTo>
                    <a:pt x="2142" y="115"/>
                    <a:pt x="2131" y="74"/>
                    <a:pt x="2150" y="43"/>
                  </a:cubicBezTo>
                  <a:cubicBezTo>
                    <a:pt x="2168" y="11"/>
                    <a:pt x="2209" y="0"/>
                    <a:pt x="2241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6B2BD01A-3B98-489E-A471-C43550E8A8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474"/>
              <a:ext cx="345" cy="62"/>
            </a:xfrm>
            <a:custGeom>
              <a:avLst/>
              <a:gdLst>
                <a:gd name="T0" fmla="*/ 0 w 3415"/>
                <a:gd name="T1" fmla="*/ 243 h 619"/>
                <a:gd name="T2" fmla="*/ 3282 w 3415"/>
                <a:gd name="T3" fmla="*/ 243 h 619"/>
                <a:gd name="T4" fmla="*/ 3282 w 3415"/>
                <a:gd name="T5" fmla="*/ 376 h 619"/>
                <a:gd name="T6" fmla="*/ 0 w 3415"/>
                <a:gd name="T7" fmla="*/ 376 h 619"/>
                <a:gd name="T8" fmla="*/ 0 w 3415"/>
                <a:gd name="T9" fmla="*/ 243 h 619"/>
                <a:gd name="T10" fmla="*/ 2916 w 3415"/>
                <a:gd name="T11" fmla="*/ 19 h 619"/>
                <a:gd name="T12" fmla="*/ 3415 w 3415"/>
                <a:gd name="T13" fmla="*/ 309 h 619"/>
                <a:gd name="T14" fmla="*/ 2916 w 3415"/>
                <a:gd name="T15" fmla="*/ 600 h 619"/>
                <a:gd name="T16" fmla="*/ 2825 w 3415"/>
                <a:gd name="T17" fmla="*/ 576 h 619"/>
                <a:gd name="T18" fmla="*/ 2849 w 3415"/>
                <a:gd name="T19" fmla="*/ 485 h 619"/>
                <a:gd name="T20" fmla="*/ 3249 w 3415"/>
                <a:gd name="T21" fmla="*/ 252 h 619"/>
                <a:gd name="T22" fmla="*/ 3249 w 3415"/>
                <a:gd name="T23" fmla="*/ 367 h 619"/>
                <a:gd name="T24" fmla="*/ 2849 w 3415"/>
                <a:gd name="T25" fmla="*/ 134 h 619"/>
                <a:gd name="T26" fmla="*/ 2825 w 3415"/>
                <a:gd name="T27" fmla="*/ 43 h 619"/>
                <a:gd name="T28" fmla="*/ 2916 w 3415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15" h="619">
                  <a:moveTo>
                    <a:pt x="0" y="243"/>
                  </a:moveTo>
                  <a:lnTo>
                    <a:pt x="3282" y="243"/>
                  </a:lnTo>
                  <a:lnTo>
                    <a:pt x="3282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916" y="19"/>
                  </a:moveTo>
                  <a:lnTo>
                    <a:pt x="3415" y="309"/>
                  </a:lnTo>
                  <a:lnTo>
                    <a:pt x="2916" y="600"/>
                  </a:lnTo>
                  <a:cubicBezTo>
                    <a:pt x="2884" y="619"/>
                    <a:pt x="2843" y="608"/>
                    <a:pt x="2825" y="576"/>
                  </a:cubicBezTo>
                  <a:cubicBezTo>
                    <a:pt x="2806" y="545"/>
                    <a:pt x="2817" y="504"/>
                    <a:pt x="2849" y="485"/>
                  </a:cubicBezTo>
                  <a:lnTo>
                    <a:pt x="3249" y="252"/>
                  </a:lnTo>
                  <a:lnTo>
                    <a:pt x="3249" y="367"/>
                  </a:lnTo>
                  <a:lnTo>
                    <a:pt x="2849" y="134"/>
                  </a:lnTo>
                  <a:cubicBezTo>
                    <a:pt x="2817" y="115"/>
                    <a:pt x="2806" y="74"/>
                    <a:pt x="2825" y="43"/>
                  </a:cubicBezTo>
                  <a:cubicBezTo>
                    <a:pt x="2843" y="11"/>
                    <a:pt x="2884" y="0"/>
                    <a:pt x="2916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51E2B552-E819-4843-9B42-8DB89E355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048"/>
              <a:ext cx="22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3" name="Line 42">
              <a:extLst>
                <a:ext uri="{FF2B5EF4-FFF2-40B4-BE49-F238E27FC236}">
                  <a16:creationId xmlns:a16="http://schemas.microsoft.com/office/drawing/2014/main" id="{5629DCE9-C34A-494C-8EDB-C9064B017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8" y="2429"/>
              <a:ext cx="257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4" name="Line 43">
              <a:extLst>
                <a:ext uri="{FF2B5EF4-FFF2-40B4-BE49-F238E27FC236}">
                  <a16:creationId xmlns:a16="http://schemas.microsoft.com/office/drawing/2014/main" id="{68DC5440-52CC-4830-8D44-3AA38CB14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843"/>
              <a:ext cx="22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5" name="Line 44">
              <a:extLst>
                <a:ext uri="{FF2B5EF4-FFF2-40B4-BE49-F238E27FC236}">
                  <a16:creationId xmlns:a16="http://schemas.microsoft.com/office/drawing/2014/main" id="{FB62113A-B810-44A4-98B0-57F9828B97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0" y="1645"/>
              <a:ext cx="0" cy="98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6" name="Rectangle 45">
              <a:extLst>
                <a:ext uri="{FF2B5EF4-FFF2-40B4-BE49-F238E27FC236}">
                  <a16:creationId xmlns:a16="http://schemas.microsoft.com/office/drawing/2014/main" id="{6FBA2D4B-2D8F-4920-9B17-0ED2A24AD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1483"/>
              <a:ext cx="37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Binvert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7" name="Rectangle 46">
              <a:extLst>
                <a:ext uri="{FF2B5EF4-FFF2-40B4-BE49-F238E27FC236}">
                  <a16:creationId xmlns:a16="http://schemas.microsoft.com/office/drawing/2014/main" id="{10D9D6E4-CF46-4260-9534-E5E08A713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" y="1433"/>
              <a:ext cx="5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Operatio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9" name="Line 48">
              <a:extLst>
                <a:ext uri="{FF2B5EF4-FFF2-40B4-BE49-F238E27FC236}">
                  <a16:creationId xmlns:a16="http://schemas.microsoft.com/office/drawing/2014/main" id="{1FCA074F-5823-4564-B53C-AFDDE829D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" y="1591"/>
              <a:ext cx="0" cy="36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BFF8BE10-46D3-484E-B764-45BE8AAD6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9" y="2487"/>
              <a:ext cx="356" cy="62"/>
            </a:xfrm>
            <a:custGeom>
              <a:avLst/>
              <a:gdLst>
                <a:gd name="T0" fmla="*/ 0 w 1763"/>
                <a:gd name="T1" fmla="*/ 121 h 309"/>
                <a:gd name="T2" fmla="*/ 1697 w 1763"/>
                <a:gd name="T3" fmla="*/ 121 h 309"/>
                <a:gd name="T4" fmla="*/ 1697 w 1763"/>
                <a:gd name="T5" fmla="*/ 188 h 309"/>
                <a:gd name="T6" fmla="*/ 0 w 1763"/>
                <a:gd name="T7" fmla="*/ 188 h 309"/>
                <a:gd name="T8" fmla="*/ 0 w 1763"/>
                <a:gd name="T9" fmla="*/ 121 h 309"/>
                <a:gd name="T10" fmla="*/ 1514 w 1763"/>
                <a:gd name="T11" fmla="*/ 9 h 309"/>
                <a:gd name="T12" fmla="*/ 1763 w 1763"/>
                <a:gd name="T13" fmla="*/ 154 h 309"/>
                <a:gd name="T14" fmla="*/ 1514 w 1763"/>
                <a:gd name="T15" fmla="*/ 300 h 309"/>
                <a:gd name="T16" fmla="*/ 1468 w 1763"/>
                <a:gd name="T17" fmla="*/ 288 h 309"/>
                <a:gd name="T18" fmla="*/ 1480 w 1763"/>
                <a:gd name="T19" fmla="*/ 242 h 309"/>
                <a:gd name="T20" fmla="*/ 1680 w 1763"/>
                <a:gd name="T21" fmla="*/ 126 h 309"/>
                <a:gd name="T22" fmla="*/ 1680 w 1763"/>
                <a:gd name="T23" fmla="*/ 183 h 309"/>
                <a:gd name="T24" fmla="*/ 1480 w 1763"/>
                <a:gd name="T25" fmla="*/ 67 h 309"/>
                <a:gd name="T26" fmla="*/ 1468 w 1763"/>
                <a:gd name="T27" fmla="*/ 21 h 309"/>
                <a:gd name="T28" fmla="*/ 1514 w 1763"/>
                <a:gd name="T29" fmla="*/ 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63" h="309">
                  <a:moveTo>
                    <a:pt x="0" y="121"/>
                  </a:moveTo>
                  <a:lnTo>
                    <a:pt x="1697" y="121"/>
                  </a:lnTo>
                  <a:lnTo>
                    <a:pt x="1697" y="188"/>
                  </a:lnTo>
                  <a:lnTo>
                    <a:pt x="0" y="188"/>
                  </a:lnTo>
                  <a:lnTo>
                    <a:pt x="0" y="121"/>
                  </a:lnTo>
                  <a:close/>
                  <a:moveTo>
                    <a:pt x="1514" y="9"/>
                  </a:moveTo>
                  <a:lnTo>
                    <a:pt x="1763" y="154"/>
                  </a:lnTo>
                  <a:lnTo>
                    <a:pt x="1514" y="300"/>
                  </a:lnTo>
                  <a:cubicBezTo>
                    <a:pt x="1498" y="309"/>
                    <a:pt x="1478" y="304"/>
                    <a:pt x="1468" y="288"/>
                  </a:cubicBezTo>
                  <a:cubicBezTo>
                    <a:pt x="1459" y="272"/>
                    <a:pt x="1464" y="252"/>
                    <a:pt x="1480" y="242"/>
                  </a:cubicBezTo>
                  <a:lnTo>
                    <a:pt x="1680" y="126"/>
                  </a:lnTo>
                  <a:lnTo>
                    <a:pt x="1680" y="183"/>
                  </a:lnTo>
                  <a:lnTo>
                    <a:pt x="1480" y="67"/>
                  </a:lnTo>
                  <a:cubicBezTo>
                    <a:pt x="1464" y="57"/>
                    <a:pt x="1459" y="37"/>
                    <a:pt x="1468" y="21"/>
                  </a:cubicBezTo>
                  <a:cubicBezTo>
                    <a:pt x="1478" y="5"/>
                    <a:pt x="1498" y="0"/>
                    <a:pt x="1514" y="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1" name="Rectangle 50">
              <a:extLst>
                <a:ext uri="{FF2B5EF4-FFF2-40B4-BE49-F238E27FC236}">
                  <a16:creationId xmlns:a16="http://schemas.microsoft.com/office/drawing/2014/main" id="{D70D4F32-1309-4B5C-8CEB-94EDBA97A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2340"/>
              <a:ext cx="34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Result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2" name="Rectangle 51">
              <a:extLst>
                <a:ext uri="{FF2B5EF4-FFF2-40B4-BE49-F238E27FC236}">
                  <a16:creationId xmlns:a16="http://schemas.microsoft.com/office/drawing/2014/main" id="{7C277A55-EB76-44BF-9A40-F4C4573ED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" y="1915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a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3" name="Rectangle 52">
              <a:extLst>
                <a:ext uri="{FF2B5EF4-FFF2-40B4-BE49-F238E27FC236}">
                  <a16:creationId xmlns:a16="http://schemas.microsoft.com/office/drawing/2014/main" id="{4E852C4D-DA7A-4464-BF67-88F5105D8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2669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b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4" name="Oval 53">
              <a:extLst>
                <a:ext uri="{FF2B5EF4-FFF2-40B4-BE49-F238E27FC236}">
                  <a16:creationId xmlns:a16="http://schemas.microsoft.com/office/drawing/2014/main" id="{96D65DE5-1713-4FAC-8FE2-A8EDD61BB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5" name="Oval 54">
              <a:extLst>
                <a:ext uri="{FF2B5EF4-FFF2-40B4-BE49-F238E27FC236}">
                  <a16:creationId xmlns:a16="http://schemas.microsoft.com/office/drawing/2014/main" id="{04947FF4-5585-4458-BCB0-DFB5EC0A8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6" name="Line 55">
              <a:extLst>
                <a:ext uri="{FF2B5EF4-FFF2-40B4-BE49-F238E27FC236}">
                  <a16:creationId xmlns:a16="http://schemas.microsoft.com/office/drawing/2014/main" id="{EB850ABD-86BE-4F12-806C-BAFE487BF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" y="1568"/>
              <a:ext cx="0" cy="1008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7" name="Line 56">
              <a:extLst>
                <a:ext uri="{FF2B5EF4-FFF2-40B4-BE49-F238E27FC236}">
                  <a16:creationId xmlns:a16="http://schemas.microsoft.com/office/drawing/2014/main" id="{2BBE7B02-768A-45A7-BCDF-B7F63DC0E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2573"/>
              <a:ext cx="163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8" name="Line 57">
              <a:extLst>
                <a:ext uri="{FF2B5EF4-FFF2-40B4-BE49-F238E27FC236}">
                  <a16:creationId xmlns:a16="http://schemas.microsoft.com/office/drawing/2014/main" id="{C06B23F5-ED8E-4608-85BF-843150CF3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1" y="2570"/>
              <a:ext cx="0" cy="116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9" name="Rectangle 58">
              <a:extLst>
                <a:ext uri="{FF2B5EF4-FFF2-40B4-BE49-F238E27FC236}">
                  <a16:creationId xmlns:a16="http://schemas.microsoft.com/office/drawing/2014/main" id="{08A6A19F-7739-4D84-9E95-D11153185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1444"/>
              <a:ext cx="39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CarryIn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0" name="Line 59">
              <a:extLst>
                <a:ext uri="{FF2B5EF4-FFF2-40B4-BE49-F238E27FC236}">
                  <a16:creationId xmlns:a16="http://schemas.microsoft.com/office/drawing/2014/main" id="{89E79189-E0D1-4B5D-9AAB-37D91279C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2985"/>
              <a:ext cx="0" cy="439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1" name="Rectangle 60">
              <a:extLst>
                <a:ext uri="{FF2B5EF4-FFF2-40B4-BE49-F238E27FC236}">
                  <a16:creationId xmlns:a16="http://schemas.microsoft.com/office/drawing/2014/main" id="{465F1DE0-E4DD-41DE-9FFD-F85A2D7E9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" y="3424"/>
              <a:ext cx="492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CarryOut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</p:grpSp>
      <p:sp>
        <p:nvSpPr>
          <p:cNvPr id="72" name="Text Box 5">
            <a:extLst>
              <a:ext uri="{FF2B5EF4-FFF2-40B4-BE49-F238E27FC236}">
                <a16:creationId xmlns:a16="http://schemas.microsoft.com/office/drawing/2014/main" id="{16F7B661-A99F-4759-BF4B-CAD23ED3B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1593057"/>
            <a:ext cx="2321148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按位</a:t>
            </a:r>
            <a:r>
              <a:rPr lang="en-US" altLang="zh-CN" sz="2800" dirty="0">
                <a:latin typeface="+mj-lt"/>
                <a:ea typeface="SimHei" panose="02010609060101010101" pitchFamily="49" charset="-122"/>
              </a:rPr>
              <a:t>AND/OR</a:t>
            </a:r>
            <a:endParaRPr lang="zh-CN" altLang="en-US" sz="2800" dirty="0">
              <a:latin typeface="+mj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777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E31F73-F861-65A7-2E8F-FBBE9171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39</a:t>
            </a:fld>
            <a:endParaRPr lang="en-US" altLang="zh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57F94C-52C7-1735-9B59-40FF80AB2F6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如何实现：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异或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操作？（多选题）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5714AB-BAAD-2551-E150-7C99F6A3FF2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14638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Binvert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=1, 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CarryIn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=0, Operation = 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0667C78-867C-13EE-32FC-6A8B03A06BE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71788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>
              <a:spcAft>
                <a:spcPts val="1200"/>
              </a:spcAft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Binvert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=1, 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CarryIn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=1, Operation = 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B7FB0E-3A05-C618-447B-ED9B24C559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30843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>
              <a:spcAft>
                <a:spcPts val="1200"/>
              </a:spcAft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Binvert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=0, 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CarryIn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=0, Operation = 2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11621A-D734-8C7C-3B56-92B8EA9D236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395613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Binvert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=0, 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CarryIn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=X, Operation = 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D981A9-94A4-82D7-20D3-DC65FF7F592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289956"/>
            <a:ext cx="432000" cy="43200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A3DABB-7A74-902A-5A5A-EA70BEA7D46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2839330"/>
            <a:ext cx="432000" cy="43200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9BED53-C3CF-9115-ED04-75EA76374D3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3448930"/>
            <a:ext cx="432000" cy="43200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6A4110-6C30-35D5-EF32-ACBE1891EF2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4096630"/>
            <a:ext cx="432000" cy="43200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5A41DB5-0216-8E1D-47EE-CF6F80D2EFF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059872" y="6090371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88764FE8-C503-54A9-BD43-A29FCAD7E69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83404" y="4298197"/>
            <a:ext cx="4103649" cy="2578852"/>
            <a:chOff x="2199" y="1365"/>
            <a:chExt cx="3609" cy="2268"/>
          </a:xfrm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B427D219-974C-C039-B5CB-DA16DC9FD48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199" y="1388"/>
              <a:ext cx="3609" cy="2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42303423-378E-4614-100F-5B2CF65AE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1773"/>
              <a:ext cx="2367" cy="1520"/>
            </a:xfrm>
            <a:prstGeom prst="rect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30CD1744-26D2-32A5-7ED7-A6AFC2926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2969"/>
              <a:ext cx="236" cy="255"/>
            </a:xfrm>
            <a:custGeom>
              <a:avLst/>
              <a:gdLst>
                <a:gd name="T0" fmla="*/ 0 w 236"/>
                <a:gd name="T1" fmla="*/ 0 h 255"/>
                <a:gd name="T2" fmla="*/ 236 w 236"/>
                <a:gd name="T3" fmla="*/ 127 h 255"/>
                <a:gd name="T4" fmla="*/ 0 w 236"/>
                <a:gd name="T5" fmla="*/ 255 h 255"/>
                <a:gd name="T6" fmla="*/ 0 w 236"/>
                <a:gd name="T7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255">
                  <a:moveTo>
                    <a:pt x="0" y="0"/>
                  </a:moveTo>
                  <a:lnTo>
                    <a:pt x="236" y="127"/>
                  </a:lnTo>
                  <a:lnTo>
                    <a:pt x="0" y="25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5" name="Oval 7">
              <a:extLst>
                <a:ext uri="{FF2B5EF4-FFF2-40B4-BE49-F238E27FC236}">
                  <a16:creationId xmlns:a16="http://schemas.microsoft.com/office/drawing/2014/main" id="{5B9140EC-3EEF-0B56-E93F-290636FE2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" y="3072"/>
              <a:ext cx="49" cy="49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8BC46FB5-8816-0CA4-9623-4D6A57CF0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576"/>
              <a:ext cx="186" cy="646"/>
            </a:xfrm>
            <a:custGeom>
              <a:avLst/>
              <a:gdLst>
                <a:gd name="T0" fmla="*/ 0 w 186"/>
                <a:gd name="T1" fmla="*/ 0 h 646"/>
                <a:gd name="T2" fmla="*/ 186 w 186"/>
                <a:gd name="T3" fmla="*/ 115 h 646"/>
                <a:gd name="T4" fmla="*/ 186 w 186"/>
                <a:gd name="T5" fmla="*/ 531 h 646"/>
                <a:gd name="T6" fmla="*/ 0 w 186"/>
                <a:gd name="T7" fmla="*/ 646 h 646"/>
                <a:gd name="T8" fmla="*/ 0 w 186"/>
                <a:gd name="T9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646">
                  <a:moveTo>
                    <a:pt x="0" y="0"/>
                  </a:moveTo>
                  <a:lnTo>
                    <a:pt x="186" y="115"/>
                  </a:lnTo>
                  <a:lnTo>
                    <a:pt x="186" y="531"/>
                  </a:lnTo>
                  <a:lnTo>
                    <a:pt x="0" y="64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50FE3AA7-6B30-87EE-C9B4-B43866B19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5" y="2693"/>
              <a:ext cx="9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0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8" name="Rectangle 10">
              <a:extLst>
                <a:ext uri="{FF2B5EF4-FFF2-40B4-BE49-F238E27FC236}">
                  <a16:creationId xmlns:a16="http://schemas.microsoft.com/office/drawing/2014/main" id="{5C1D6BF2-CD3A-5558-01E8-1AF602134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5" y="2982"/>
              <a:ext cx="9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3B60E855-CF87-D319-4253-293E124FE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0" y="2756"/>
              <a:ext cx="93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DAA553B2-B675-787E-43DE-F37BF6385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5" y="3096"/>
              <a:ext cx="163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AD6A8833-C2FE-0E1E-7DCA-AD65E3E6E4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0" y="2756"/>
              <a:ext cx="0" cy="342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2" name="Line 14">
              <a:extLst>
                <a:ext uri="{FF2B5EF4-FFF2-40B4-BE49-F238E27FC236}">
                  <a16:creationId xmlns:a16="http://schemas.microsoft.com/office/drawing/2014/main" id="{6A54B024-9CD7-2D2E-4E1E-E9E93BBF3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3096"/>
              <a:ext cx="109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A8818CAF-60F7-D2BE-5A84-37D3DADB6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6" y="1962"/>
              <a:ext cx="1659" cy="62"/>
            </a:xfrm>
            <a:custGeom>
              <a:avLst/>
              <a:gdLst>
                <a:gd name="T0" fmla="*/ 0 w 16431"/>
                <a:gd name="T1" fmla="*/ 243 h 619"/>
                <a:gd name="T2" fmla="*/ 16299 w 16431"/>
                <a:gd name="T3" fmla="*/ 243 h 619"/>
                <a:gd name="T4" fmla="*/ 16299 w 16431"/>
                <a:gd name="T5" fmla="*/ 376 h 619"/>
                <a:gd name="T6" fmla="*/ 0 w 16431"/>
                <a:gd name="T7" fmla="*/ 376 h 619"/>
                <a:gd name="T8" fmla="*/ 0 w 16431"/>
                <a:gd name="T9" fmla="*/ 243 h 619"/>
                <a:gd name="T10" fmla="*/ 15932 w 16431"/>
                <a:gd name="T11" fmla="*/ 19 h 619"/>
                <a:gd name="T12" fmla="*/ 16431 w 16431"/>
                <a:gd name="T13" fmla="*/ 309 h 619"/>
                <a:gd name="T14" fmla="*/ 15932 w 16431"/>
                <a:gd name="T15" fmla="*/ 600 h 619"/>
                <a:gd name="T16" fmla="*/ 15841 w 16431"/>
                <a:gd name="T17" fmla="*/ 576 h 619"/>
                <a:gd name="T18" fmla="*/ 15865 w 16431"/>
                <a:gd name="T19" fmla="*/ 485 h 619"/>
                <a:gd name="T20" fmla="*/ 16265 w 16431"/>
                <a:gd name="T21" fmla="*/ 252 h 619"/>
                <a:gd name="T22" fmla="*/ 16265 w 16431"/>
                <a:gd name="T23" fmla="*/ 367 h 619"/>
                <a:gd name="T24" fmla="*/ 15865 w 16431"/>
                <a:gd name="T25" fmla="*/ 134 h 619"/>
                <a:gd name="T26" fmla="*/ 15841 w 16431"/>
                <a:gd name="T27" fmla="*/ 43 h 619"/>
                <a:gd name="T28" fmla="*/ 15932 w 16431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431" h="619">
                  <a:moveTo>
                    <a:pt x="0" y="243"/>
                  </a:moveTo>
                  <a:lnTo>
                    <a:pt x="16299" y="243"/>
                  </a:lnTo>
                  <a:lnTo>
                    <a:pt x="16299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15932" y="19"/>
                  </a:moveTo>
                  <a:lnTo>
                    <a:pt x="16431" y="309"/>
                  </a:lnTo>
                  <a:lnTo>
                    <a:pt x="15932" y="600"/>
                  </a:lnTo>
                  <a:cubicBezTo>
                    <a:pt x="15901" y="619"/>
                    <a:pt x="15860" y="608"/>
                    <a:pt x="15841" y="576"/>
                  </a:cubicBezTo>
                  <a:cubicBezTo>
                    <a:pt x="15823" y="545"/>
                    <a:pt x="15833" y="504"/>
                    <a:pt x="15865" y="485"/>
                  </a:cubicBezTo>
                  <a:lnTo>
                    <a:pt x="16265" y="252"/>
                  </a:lnTo>
                  <a:lnTo>
                    <a:pt x="16265" y="367"/>
                  </a:lnTo>
                  <a:lnTo>
                    <a:pt x="15865" y="134"/>
                  </a:lnTo>
                  <a:cubicBezTo>
                    <a:pt x="15833" y="115"/>
                    <a:pt x="15823" y="74"/>
                    <a:pt x="15841" y="43"/>
                  </a:cubicBezTo>
                  <a:cubicBezTo>
                    <a:pt x="15860" y="11"/>
                    <a:pt x="15901" y="0"/>
                    <a:pt x="15932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9468CA09-2C2B-23F4-0011-CC48FB5B1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906"/>
              <a:ext cx="370" cy="284"/>
            </a:xfrm>
            <a:custGeom>
              <a:avLst/>
              <a:gdLst>
                <a:gd name="T0" fmla="*/ 0 w 3664"/>
                <a:gd name="T1" fmla="*/ 0 h 2832"/>
                <a:gd name="T2" fmla="*/ 1832 w 3664"/>
                <a:gd name="T3" fmla="*/ 0 h 2832"/>
                <a:gd name="T4" fmla="*/ 3664 w 3664"/>
                <a:gd name="T5" fmla="*/ 1416 h 2832"/>
                <a:gd name="T6" fmla="*/ 1832 w 3664"/>
                <a:gd name="T7" fmla="*/ 2832 h 2832"/>
                <a:gd name="T8" fmla="*/ 0 w 3664"/>
                <a:gd name="T9" fmla="*/ 2832 h 2832"/>
                <a:gd name="T10" fmla="*/ 0 w 3664"/>
                <a:gd name="T11" fmla="*/ 0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64" h="2832">
                  <a:moveTo>
                    <a:pt x="0" y="0"/>
                  </a:moveTo>
                  <a:lnTo>
                    <a:pt x="1832" y="0"/>
                  </a:lnTo>
                  <a:cubicBezTo>
                    <a:pt x="2844" y="0"/>
                    <a:pt x="3664" y="634"/>
                    <a:pt x="3664" y="1416"/>
                  </a:cubicBezTo>
                  <a:cubicBezTo>
                    <a:pt x="3664" y="2199"/>
                    <a:pt x="2844" y="2832"/>
                    <a:pt x="1832" y="2832"/>
                  </a:cubicBezTo>
                  <a:lnTo>
                    <a:pt x="0" y="28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74166BDA-7FB5-8BA1-A461-318C83880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343" cy="147"/>
            </a:xfrm>
            <a:custGeom>
              <a:avLst/>
              <a:gdLst>
                <a:gd name="T0" fmla="*/ 0 w 343"/>
                <a:gd name="T1" fmla="*/ 4 h 147"/>
                <a:gd name="T2" fmla="*/ 122 w 343"/>
                <a:gd name="T3" fmla="*/ 4 h 147"/>
                <a:gd name="T4" fmla="*/ 215 w 343"/>
                <a:gd name="T5" fmla="*/ 28 h 147"/>
                <a:gd name="T6" fmla="*/ 298 w 343"/>
                <a:gd name="T7" fmla="*/ 87 h 147"/>
                <a:gd name="T8" fmla="*/ 343 w 343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47">
                  <a:moveTo>
                    <a:pt x="0" y="4"/>
                  </a:moveTo>
                  <a:cubicBezTo>
                    <a:pt x="43" y="2"/>
                    <a:pt x="87" y="0"/>
                    <a:pt x="122" y="4"/>
                  </a:cubicBezTo>
                  <a:cubicBezTo>
                    <a:pt x="158" y="8"/>
                    <a:pt x="186" y="14"/>
                    <a:pt x="215" y="28"/>
                  </a:cubicBezTo>
                  <a:cubicBezTo>
                    <a:pt x="244" y="42"/>
                    <a:pt x="277" y="67"/>
                    <a:pt x="298" y="87"/>
                  </a:cubicBezTo>
                  <a:cubicBezTo>
                    <a:pt x="320" y="106"/>
                    <a:pt x="331" y="127"/>
                    <a:pt x="343" y="147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D234F806-CA27-BBB1-2802-B3A95E943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436"/>
              <a:ext cx="343" cy="137"/>
            </a:xfrm>
            <a:custGeom>
              <a:avLst/>
              <a:gdLst>
                <a:gd name="T0" fmla="*/ 0 w 343"/>
                <a:gd name="T1" fmla="*/ 133 h 137"/>
                <a:gd name="T2" fmla="*/ 122 w 343"/>
                <a:gd name="T3" fmla="*/ 133 h 137"/>
                <a:gd name="T4" fmla="*/ 215 w 343"/>
                <a:gd name="T5" fmla="*/ 111 h 137"/>
                <a:gd name="T6" fmla="*/ 298 w 343"/>
                <a:gd name="T7" fmla="*/ 57 h 137"/>
                <a:gd name="T8" fmla="*/ 343 w 343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37">
                  <a:moveTo>
                    <a:pt x="0" y="133"/>
                  </a:moveTo>
                  <a:cubicBezTo>
                    <a:pt x="43" y="135"/>
                    <a:pt x="87" y="137"/>
                    <a:pt x="122" y="133"/>
                  </a:cubicBezTo>
                  <a:cubicBezTo>
                    <a:pt x="158" y="129"/>
                    <a:pt x="186" y="124"/>
                    <a:pt x="215" y="111"/>
                  </a:cubicBezTo>
                  <a:cubicBezTo>
                    <a:pt x="244" y="98"/>
                    <a:pt x="277" y="75"/>
                    <a:pt x="298" y="57"/>
                  </a:cubicBezTo>
                  <a:cubicBezTo>
                    <a:pt x="320" y="38"/>
                    <a:pt x="331" y="20"/>
                    <a:pt x="343" y="0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1A43BFC0-F0EB-7252-18EA-A8A0DBECD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94" cy="284"/>
            </a:xfrm>
            <a:custGeom>
              <a:avLst/>
              <a:gdLst>
                <a:gd name="T0" fmla="*/ 3 w 94"/>
                <a:gd name="T1" fmla="*/ 0 h 284"/>
                <a:gd name="T2" fmla="*/ 94 w 94"/>
                <a:gd name="T3" fmla="*/ 146 h 284"/>
                <a:gd name="T4" fmla="*/ 0 w 94"/>
                <a:gd name="T5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" h="284">
                  <a:moveTo>
                    <a:pt x="3" y="0"/>
                  </a:moveTo>
                  <a:cubicBezTo>
                    <a:pt x="48" y="50"/>
                    <a:pt x="94" y="99"/>
                    <a:pt x="94" y="146"/>
                  </a:cubicBezTo>
                  <a:cubicBezTo>
                    <a:pt x="94" y="193"/>
                    <a:pt x="47" y="239"/>
                    <a:pt x="0" y="284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8" name="Rectangle 20">
              <a:extLst>
                <a:ext uri="{FF2B5EF4-FFF2-40B4-BE49-F238E27FC236}">
                  <a16:creationId xmlns:a16="http://schemas.microsoft.com/office/drawing/2014/main" id="{DD471917-5392-C411-CD99-C6BDE5DEF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2690"/>
              <a:ext cx="370" cy="295"/>
            </a:xfrm>
            <a:prstGeom prst="rect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9" name="Rectangle 21">
              <a:extLst>
                <a:ext uri="{FF2B5EF4-FFF2-40B4-BE49-F238E27FC236}">
                  <a16:creationId xmlns:a16="http://schemas.microsoft.com/office/drawing/2014/main" id="{E6C81549-DB5E-4E7C-8485-A6E4FC9FF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2752"/>
              <a:ext cx="13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+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704E3A4C-D5BF-3A0D-DD26-75902AC694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3" y="2868"/>
              <a:ext cx="542" cy="62"/>
            </a:xfrm>
            <a:custGeom>
              <a:avLst/>
              <a:gdLst>
                <a:gd name="T0" fmla="*/ 0 w 5364"/>
                <a:gd name="T1" fmla="*/ 243 h 619"/>
                <a:gd name="T2" fmla="*/ 5232 w 5364"/>
                <a:gd name="T3" fmla="*/ 243 h 619"/>
                <a:gd name="T4" fmla="*/ 5232 w 5364"/>
                <a:gd name="T5" fmla="*/ 376 h 619"/>
                <a:gd name="T6" fmla="*/ 0 w 5364"/>
                <a:gd name="T7" fmla="*/ 376 h 619"/>
                <a:gd name="T8" fmla="*/ 0 w 5364"/>
                <a:gd name="T9" fmla="*/ 243 h 619"/>
                <a:gd name="T10" fmla="*/ 4866 w 5364"/>
                <a:gd name="T11" fmla="*/ 19 h 619"/>
                <a:gd name="T12" fmla="*/ 5364 w 5364"/>
                <a:gd name="T13" fmla="*/ 309 h 619"/>
                <a:gd name="T14" fmla="*/ 4866 w 5364"/>
                <a:gd name="T15" fmla="*/ 600 h 619"/>
                <a:gd name="T16" fmla="*/ 4774 w 5364"/>
                <a:gd name="T17" fmla="*/ 576 h 619"/>
                <a:gd name="T18" fmla="*/ 4798 w 5364"/>
                <a:gd name="T19" fmla="*/ 485 h 619"/>
                <a:gd name="T20" fmla="*/ 5198 w 5364"/>
                <a:gd name="T21" fmla="*/ 252 h 619"/>
                <a:gd name="T22" fmla="*/ 5198 w 5364"/>
                <a:gd name="T23" fmla="*/ 367 h 619"/>
                <a:gd name="T24" fmla="*/ 4798 w 5364"/>
                <a:gd name="T25" fmla="*/ 134 h 619"/>
                <a:gd name="T26" fmla="*/ 4774 w 5364"/>
                <a:gd name="T27" fmla="*/ 43 h 619"/>
                <a:gd name="T28" fmla="*/ 4866 w 5364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64" h="619">
                  <a:moveTo>
                    <a:pt x="0" y="243"/>
                  </a:moveTo>
                  <a:lnTo>
                    <a:pt x="5232" y="243"/>
                  </a:lnTo>
                  <a:lnTo>
                    <a:pt x="5232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4866" y="19"/>
                  </a:moveTo>
                  <a:lnTo>
                    <a:pt x="5364" y="309"/>
                  </a:lnTo>
                  <a:lnTo>
                    <a:pt x="4866" y="600"/>
                  </a:lnTo>
                  <a:cubicBezTo>
                    <a:pt x="4834" y="619"/>
                    <a:pt x="4793" y="608"/>
                    <a:pt x="4774" y="576"/>
                  </a:cubicBezTo>
                  <a:cubicBezTo>
                    <a:pt x="4756" y="545"/>
                    <a:pt x="4767" y="504"/>
                    <a:pt x="4798" y="485"/>
                  </a:cubicBezTo>
                  <a:lnTo>
                    <a:pt x="5198" y="252"/>
                  </a:lnTo>
                  <a:lnTo>
                    <a:pt x="5198" y="367"/>
                  </a:lnTo>
                  <a:lnTo>
                    <a:pt x="4798" y="134"/>
                  </a:lnTo>
                  <a:cubicBezTo>
                    <a:pt x="4767" y="115"/>
                    <a:pt x="4756" y="74"/>
                    <a:pt x="4774" y="43"/>
                  </a:cubicBezTo>
                  <a:cubicBezTo>
                    <a:pt x="4793" y="11"/>
                    <a:pt x="4834" y="0"/>
                    <a:pt x="4866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80018585-A71B-B387-8510-845111565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1816"/>
              <a:ext cx="255" cy="1406"/>
            </a:xfrm>
            <a:custGeom>
              <a:avLst/>
              <a:gdLst>
                <a:gd name="T0" fmla="*/ 0 w 255"/>
                <a:gd name="T1" fmla="*/ 0 h 1406"/>
                <a:gd name="T2" fmla="*/ 255 w 255"/>
                <a:gd name="T3" fmla="*/ 297 h 1406"/>
                <a:gd name="T4" fmla="*/ 255 w 255"/>
                <a:gd name="T5" fmla="*/ 1108 h 1406"/>
                <a:gd name="T6" fmla="*/ 0 w 255"/>
                <a:gd name="T7" fmla="*/ 1406 h 1406"/>
                <a:gd name="T8" fmla="*/ 0 w 255"/>
                <a:gd name="T9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1406">
                  <a:moveTo>
                    <a:pt x="0" y="0"/>
                  </a:moveTo>
                  <a:lnTo>
                    <a:pt x="255" y="297"/>
                  </a:lnTo>
                  <a:lnTo>
                    <a:pt x="255" y="1108"/>
                  </a:lnTo>
                  <a:lnTo>
                    <a:pt x="0" y="140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2" name="Rectangle 24">
              <a:extLst>
                <a:ext uri="{FF2B5EF4-FFF2-40B4-BE49-F238E27FC236}">
                  <a16:creationId xmlns:a16="http://schemas.microsoft.com/office/drawing/2014/main" id="{B10A664E-A21B-6580-1B2B-146A847C6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1948"/>
              <a:ext cx="9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0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2705C522-2755-020D-AB70-87E171C09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2383"/>
              <a:ext cx="9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4" name="Rectangle 26">
              <a:extLst>
                <a:ext uri="{FF2B5EF4-FFF2-40B4-BE49-F238E27FC236}">
                  <a16:creationId xmlns:a16="http://schemas.microsoft.com/office/drawing/2014/main" id="{02D33178-A9B0-5E63-423D-C3C983BC4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2815"/>
              <a:ext cx="9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2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394FDDDF-FEE2-AC07-0075-701683B886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5" y="1993"/>
              <a:ext cx="0" cy="77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6" name="Oval 28">
              <a:extLst>
                <a:ext uri="{FF2B5EF4-FFF2-40B4-BE49-F238E27FC236}">
                  <a16:creationId xmlns:a16="http://schemas.microsoft.com/office/drawing/2014/main" id="{11226882-5CC9-A53B-FB08-90D610759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7" name="Oval 29">
              <a:extLst>
                <a:ext uri="{FF2B5EF4-FFF2-40B4-BE49-F238E27FC236}">
                  <a16:creationId xmlns:a16="http://schemas.microsoft.com/office/drawing/2014/main" id="{AAC6695A-0DE6-6F6D-679E-6DD265294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8" name="Oval 30">
              <a:extLst>
                <a:ext uri="{FF2B5EF4-FFF2-40B4-BE49-F238E27FC236}">
                  <a16:creationId xmlns:a16="http://schemas.microsoft.com/office/drawing/2014/main" id="{6BA89684-F4B9-7499-657A-DCAD365E4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743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9" name="Oval 31">
              <a:extLst>
                <a:ext uri="{FF2B5EF4-FFF2-40B4-BE49-F238E27FC236}">
                  <a16:creationId xmlns:a16="http://schemas.microsoft.com/office/drawing/2014/main" id="{E12BAC27-6EEA-2BA0-573A-29331CDE4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743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96E6AF31-7D59-4380-A78E-D388357589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332"/>
              <a:ext cx="468" cy="62"/>
            </a:xfrm>
            <a:custGeom>
              <a:avLst/>
              <a:gdLst>
                <a:gd name="T0" fmla="*/ 0 w 4633"/>
                <a:gd name="T1" fmla="*/ 243 h 619"/>
                <a:gd name="T2" fmla="*/ 4500 w 4633"/>
                <a:gd name="T3" fmla="*/ 243 h 619"/>
                <a:gd name="T4" fmla="*/ 4500 w 4633"/>
                <a:gd name="T5" fmla="*/ 376 h 619"/>
                <a:gd name="T6" fmla="*/ 0 w 4633"/>
                <a:gd name="T7" fmla="*/ 376 h 619"/>
                <a:gd name="T8" fmla="*/ 0 w 4633"/>
                <a:gd name="T9" fmla="*/ 243 h 619"/>
                <a:gd name="T10" fmla="*/ 4134 w 4633"/>
                <a:gd name="T11" fmla="*/ 19 h 619"/>
                <a:gd name="T12" fmla="*/ 4633 w 4633"/>
                <a:gd name="T13" fmla="*/ 309 h 619"/>
                <a:gd name="T14" fmla="*/ 4134 w 4633"/>
                <a:gd name="T15" fmla="*/ 600 h 619"/>
                <a:gd name="T16" fmla="*/ 4043 w 4633"/>
                <a:gd name="T17" fmla="*/ 576 h 619"/>
                <a:gd name="T18" fmla="*/ 4067 w 4633"/>
                <a:gd name="T19" fmla="*/ 485 h 619"/>
                <a:gd name="T20" fmla="*/ 4467 w 4633"/>
                <a:gd name="T21" fmla="*/ 252 h 619"/>
                <a:gd name="T22" fmla="*/ 4467 w 4633"/>
                <a:gd name="T23" fmla="*/ 367 h 619"/>
                <a:gd name="T24" fmla="*/ 4067 w 4633"/>
                <a:gd name="T25" fmla="*/ 134 h 619"/>
                <a:gd name="T26" fmla="*/ 4043 w 4633"/>
                <a:gd name="T27" fmla="*/ 43 h 619"/>
                <a:gd name="T28" fmla="*/ 4134 w 4633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33" h="619">
                  <a:moveTo>
                    <a:pt x="0" y="243"/>
                  </a:moveTo>
                  <a:lnTo>
                    <a:pt x="4500" y="243"/>
                  </a:lnTo>
                  <a:lnTo>
                    <a:pt x="4500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4134" y="19"/>
                  </a:moveTo>
                  <a:lnTo>
                    <a:pt x="4633" y="309"/>
                  </a:lnTo>
                  <a:lnTo>
                    <a:pt x="4134" y="600"/>
                  </a:lnTo>
                  <a:cubicBezTo>
                    <a:pt x="4102" y="619"/>
                    <a:pt x="4061" y="608"/>
                    <a:pt x="4043" y="576"/>
                  </a:cubicBezTo>
                  <a:cubicBezTo>
                    <a:pt x="4024" y="545"/>
                    <a:pt x="4035" y="504"/>
                    <a:pt x="4067" y="485"/>
                  </a:cubicBezTo>
                  <a:lnTo>
                    <a:pt x="4467" y="252"/>
                  </a:lnTo>
                  <a:lnTo>
                    <a:pt x="4467" y="367"/>
                  </a:lnTo>
                  <a:lnTo>
                    <a:pt x="4067" y="134"/>
                  </a:lnTo>
                  <a:cubicBezTo>
                    <a:pt x="4035" y="115"/>
                    <a:pt x="4024" y="74"/>
                    <a:pt x="4043" y="43"/>
                  </a:cubicBezTo>
                  <a:cubicBezTo>
                    <a:pt x="4061" y="11"/>
                    <a:pt x="4102" y="0"/>
                    <a:pt x="4134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603BDB34-3BE5-4582-46D0-3B2A6EBDAA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736"/>
              <a:ext cx="400" cy="62"/>
            </a:xfrm>
            <a:custGeom>
              <a:avLst/>
              <a:gdLst>
                <a:gd name="T0" fmla="*/ 0 w 3958"/>
                <a:gd name="T1" fmla="*/ 243 h 619"/>
                <a:gd name="T2" fmla="*/ 3825 w 3958"/>
                <a:gd name="T3" fmla="*/ 243 h 619"/>
                <a:gd name="T4" fmla="*/ 3825 w 3958"/>
                <a:gd name="T5" fmla="*/ 376 h 619"/>
                <a:gd name="T6" fmla="*/ 0 w 3958"/>
                <a:gd name="T7" fmla="*/ 376 h 619"/>
                <a:gd name="T8" fmla="*/ 0 w 3958"/>
                <a:gd name="T9" fmla="*/ 243 h 619"/>
                <a:gd name="T10" fmla="*/ 3459 w 3958"/>
                <a:gd name="T11" fmla="*/ 19 h 619"/>
                <a:gd name="T12" fmla="*/ 3958 w 3958"/>
                <a:gd name="T13" fmla="*/ 309 h 619"/>
                <a:gd name="T14" fmla="*/ 3459 w 3958"/>
                <a:gd name="T15" fmla="*/ 600 h 619"/>
                <a:gd name="T16" fmla="*/ 3368 w 3958"/>
                <a:gd name="T17" fmla="*/ 576 h 619"/>
                <a:gd name="T18" fmla="*/ 3392 w 3958"/>
                <a:gd name="T19" fmla="*/ 485 h 619"/>
                <a:gd name="T20" fmla="*/ 3792 w 3958"/>
                <a:gd name="T21" fmla="*/ 252 h 619"/>
                <a:gd name="T22" fmla="*/ 3792 w 3958"/>
                <a:gd name="T23" fmla="*/ 367 h 619"/>
                <a:gd name="T24" fmla="*/ 3392 w 3958"/>
                <a:gd name="T25" fmla="*/ 134 h 619"/>
                <a:gd name="T26" fmla="*/ 3368 w 3958"/>
                <a:gd name="T27" fmla="*/ 43 h 619"/>
                <a:gd name="T28" fmla="*/ 3459 w 3958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58" h="619">
                  <a:moveTo>
                    <a:pt x="0" y="243"/>
                  </a:moveTo>
                  <a:lnTo>
                    <a:pt x="3825" y="243"/>
                  </a:lnTo>
                  <a:lnTo>
                    <a:pt x="3825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3459" y="19"/>
                  </a:moveTo>
                  <a:lnTo>
                    <a:pt x="3958" y="309"/>
                  </a:lnTo>
                  <a:lnTo>
                    <a:pt x="3459" y="600"/>
                  </a:lnTo>
                  <a:cubicBezTo>
                    <a:pt x="3427" y="619"/>
                    <a:pt x="3386" y="608"/>
                    <a:pt x="3368" y="576"/>
                  </a:cubicBezTo>
                  <a:cubicBezTo>
                    <a:pt x="3349" y="545"/>
                    <a:pt x="3360" y="504"/>
                    <a:pt x="3392" y="485"/>
                  </a:cubicBezTo>
                  <a:lnTo>
                    <a:pt x="3792" y="252"/>
                  </a:lnTo>
                  <a:lnTo>
                    <a:pt x="3792" y="367"/>
                  </a:lnTo>
                  <a:lnTo>
                    <a:pt x="3392" y="134"/>
                  </a:lnTo>
                  <a:cubicBezTo>
                    <a:pt x="3360" y="115"/>
                    <a:pt x="3349" y="74"/>
                    <a:pt x="3368" y="43"/>
                  </a:cubicBezTo>
                  <a:cubicBezTo>
                    <a:pt x="3386" y="11"/>
                    <a:pt x="3427" y="0"/>
                    <a:pt x="3459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2" name="Oval 34">
              <a:extLst>
                <a:ext uri="{FF2B5EF4-FFF2-40B4-BE49-F238E27FC236}">
                  <a16:creationId xmlns:a16="http://schemas.microsoft.com/office/drawing/2014/main" id="{988D170F-B971-4737-69BA-FD7150501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3" name="Oval 35">
              <a:extLst>
                <a:ext uri="{FF2B5EF4-FFF2-40B4-BE49-F238E27FC236}">
                  <a16:creationId xmlns:a16="http://schemas.microsoft.com/office/drawing/2014/main" id="{1DFB53C3-762D-3630-9EE0-13F798396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4" name="Line 36">
              <a:extLst>
                <a:ext uri="{FF2B5EF4-FFF2-40B4-BE49-F238E27FC236}">
                  <a16:creationId xmlns:a16="http://schemas.microsoft.com/office/drawing/2014/main" id="{39175B09-690B-FA5E-997A-BF14AC9E1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8" y="2124"/>
              <a:ext cx="0" cy="77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5" name="Oval 37">
              <a:extLst>
                <a:ext uri="{FF2B5EF4-FFF2-40B4-BE49-F238E27FC236}">
                  <a16:creationId xmlns:a16="http://schemas.microsoft.com/office/drawing/2014/main" id="{C116FE7A-8E6C-230E-C24E-9257955E0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2887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6" name="Oval 38">
              <a:extLst>
                <a:ext uri="{FF2B5EF4-FFF2-40B4-BE49-F238E27FC236}">
                  <a16:creationId xmlns:a16="http://schemas.microsoft.com/office/drawing/2014/main" id="{E6A70B2F-22AA-B1CF-A81E-ADDAD0756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2887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D689A2F-1260-5BC0-F8DF-55664EBBD7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093"/>
              <a:ext cx="277" cy="62"/>
            </a:xfrm>
            <a:custGeom>
              <a:avLst/>
              <a:gdLst>
                <a:gd name="T0" fmla="*/ 0 w 2739"/>
                <a:gd name="T1" fmla="*/ 243 h 619"/>
                <a:gd name="T2" fmla="*/ 2607 w 2739"/>
                <a:gd name="T3" fmla="*/ 243 h 619"/>
                <a:gd name="T4" fmla="*/ 2607 w 2739"/>
                <a:gd name="T5" fmla="*/ 376 h 619"/>
                <a:gd name="T6" fmla="*/ 0 w 2739"/>
                <a:gd name="T7" fmla="*/ 376 h 619"/>
                <a:gd name="T8" fmla="*/ 0 w 2739"/>
                <a:gd name="T9" fmla="*/ 243 h 619"/>
                <a:gd name="T10" fmla="*/ 2241 w 2739"/>
                <a:gd name="T11" fmla="*/ 19 h 619"/>
                <a:gd name="T12" fmla="*/ 2739 w 2739"/>
                <a:gd name="T13" fmla="*/ 309 h 619"/>
                <a:gd name="T14" fmla="*/ 2241 w 2739"/>
                <a:gd name="T15" fmla="*/ 600 h 619"/>
                <a:gd name="T16" fmla="*/ 2150 w 2739"/>
                <a:gd name="T17" fmla="*/ 576 h 619"/>
                <a:gd name="T18" fmla="*/ 2174 w 2739"/>
                <a:gd name="T19" fmla="*/ 485 h 619"/>
                <a:gd name="T20" fmla="*/ 2174 w 2739"/>
                <a:gd name="T21" fmla="*/ 485 h 619"/>
                <a:gd name="T22" fmla="*/ 2574 w 2739"/>
                <a:gd name="T23" fmla="*/ 252 h 619"/>
                <a:gd name="T24" fmla="*/ 2574 w 2739"/>
                <a:gd name="T25" fmla="*/ 367 h 619"/>
                <a:gd name="T26" fmla="*/ 2174 w 2739"/>
                <a:gd name="T27" fmla="*/ 134 h 619"/>
                <a:gd name="T28" fmla="*/ 2150 w 2739"/>
                <a:gd name="T29" fmla="*/ 43 h 619"/>
                <a:gd name="T30" fmla="*/ 2241 w 2739"/>
                <a:gd name="T31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39" h="619">
                  <a:moveTo>
                    <a:pt x="0" y="243"/>
                  </a:moveTo>
                  <a:lnTo>
                    <a:pt x="2607" y="243"/>
                  </a:lnTo>
                  <a:lnTo>
                    <a:pt x="2607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241" y="19"/>
                  </a:moveTo>
                  <a:lnTo>
                    <a:pt x="2739" y="309"/>
                  </a:lnTo>
                  <a:lnTo>
                    <a:pt x="2241" y="600"/>
                  </a:lnTo>
                  <a:cubicBezTo>
                    <a:pt x="2209" y="619"/>
                    <a:pt x="2168" y="608"/>
                    <a:pt x="2150" y="576"/>
                  </a:cubicBezTo>
                  <a:cubicBezTo>
                    <a:pt x="2131" y="545"/>
                    <a:pt x="2142" y="504"/>
                    <a:pt x="2174" y="485"/>
                  </a:cubicBezTo>
                  <a:lnTo>
                    <a:pt x="2174" y="485"/>
                  </a:lnTo>
                  <a:lnTo>
                    <a:pt x="2574" y="252"/>
                  </a:lnTo>
                  <a:lnTo>
                    <a:pt x="2574" y="367"/>
                  </a:lnTo>
                  <a:lnTo>
                    <a:pt x="2174" y="134"/>
                  </a:lnTo>
                  <a:cubicBezTo>
                    <a:pt x="2142" y="115"/>
                    <a:pt x="2131" y="74"/>
                    <a:pt x="2150" y="43"/>
                  </a:cubicBezTo>
                  <a:cubicBezTo>
                    <a:pt x="2168" y="11"/>
                    <a:pt x="2209" y="0"/>
                    <a:pt x="2241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6364481F-1F3B-C711-7B60-E1B66B9CE5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474"/>
              <a:ext cx="345" cy="62"/>
            </a:xfrm>
            <a:custGeom>
              <a:avLst/>
              <a:gdLst>
                <a:gd name="T0" fmla="*/ 0 w 3415"/>
                <a:gd name="T1" fmla="*/ 243 h 619"/>
                <a:gd name="T2" fmla="*/ 3282 w 3415"/>
                <a:gd name="T3" fmla="*/ 243 h 619"/>
                <a:gd name="T4" fmla="*/ 3282 w 3415"/>
                <a:gd name="T5" fmla="*/ 376 h 619"/>
                <a:gd name="T6" fmla="*/ 0 w 3415"/>
                <a:gd name="T7" fmla="*/ 376 h 619"/>
                <a:gd name="T8" fmla="*/ 0 w 3415"/>
                <a:gd name="T9" fmla="*/ 243 h 619"/>
                <a:gd name="T10" fmla="*/ 2916 w 3415"/>
                <a:gd name="T11" fmla="*/ 19 h 619"/>
                <a:gd name="T12" fmla="*/ 3415 w 3415"/>
                <a:gd name="T13" fmla="*/ 309 h 619"/>
                <a:gd name="T14" fmla="*/ 2916 w 3415"/>
                <a:gd name="T15" fmla="*/ 600 h 619"/>
                <a:gd name="T16" fmla="*/ 2825 w 3415"/>
                <a:gd name="T17" fmla="*/ 576 h 619"/>
                <a:gd name="T18" fmla="*/ 2849 w 3415"/>
                <a:gd name="T19" fmla="*/ 485 h 619"/>
                <a:gd name="T20" fmla="*/ 3249 w 3415"/>
                <a:gd name="T21" fmla="*/ 252 h 619"/>
                <a:gd name="T22" fmla="*/ 3249 w 3415"/>
                <a:gd name="T23" fmla="*/ 367 h 619"/>
                <a:gd name="T24" fmla="*/ 2849 w 3415"/>
                <a:gd name="T25" fmla="*/ 134 h 619"/>
                <a:gd name="T26" fmla="*/ 2825 w 3415"/>
                <a:gd name="T27" fmla="*/ 43 h 619"/>
                <a:gd name="T28" fmla="*/ 2916 w 3415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15" h="619">
                  <a:moveTo>
                    <a:pt x="0" y="243"/>
                  </a:moveTo>
                  <a:lnTo>
                    <a:pt x="3282" y="243"/>
                  </a:lnTo>
                  <a:lnTo>
                    <a:pt x="3282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916" y="19"/>
                  </a:moveTo>
                  <a:lnTo>
                    <a:pt x="3415" y="309"/>
                  </a:lnTo>
                  <a:lnTo>
                    <a:pt x="2916" y="600"/>
                  </a:lnTo>
                  <a:cubicBezTo>
                    <a:pt x="2884" y="619"/>
                    <a:pt x="2843" y="608"/>
                    <a:pt x="2825" y="576"/>
                  </a:cubicBezTo>
                  <a:cubicBezTo>
                    <a:pt x="2806" y="545"/>
                    <a:pt x="2817" y="504"/>
                    <a:pt x="2849" y="485"/>
                  </a:cubicBezTo>
                  <a:lnTo>
                    <a:pt x="3249" y="252"/>
                  </a:lnTo>
                  <a:lnTo>
                    <a:pt x="3249" y="367"/>
                  </a:lnTo>
                  <a:lnTo>
                    <a:pt x="2849" y="134"/>
                  </a:lnTo>
                  <a:cubicBezTo>
                    <a:pt x="2817" y="115"/>
                    <a:pt x="2806" y="74"/>
                    <a:pt x="2825" y="43"/>
                  </a:cubicBezTo>
                  <a:cubicBezTo>
                    <a:pt x="2843" y="11"/>
                    <a:pt x="2884" y="0"/>
                    <a:pt x="2916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9" name="Line 41">
              <a:extLst>
                <a:ext uri="{FF2B5EF4-FFF2-40B4-BE49-F238E27FC236}">
                  <a16:creationId xmlns:a16="http://schemas.microsoft.com/office/drawing/2014/main" id="{C934FA56-F6E4-72F2-3785-E519A389E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048"/>
              <a:ext cx="22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0" name="Line 42">
              <a:extLst>
                <a:ext uri="{FF2B5EF4-FFF2-40B4-BE49-F238E27FC236}">
                  <a16:creationId xmlns:a16="http://schemas.microsoft.com/office/drawing/2014/main" id="{FD4B9C84-DA45-705E-369D-F3682A60E6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8" y="2429"/>
              <a:ext cx="257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1" name="Line 43">
              <a:extLst>
                <a:ext uri="{FF2B5EF4-FFF2-40B4-BE49-F238E27FC236}">
                  <a16:creationId xmlns:a16="http://schemas.microsoft.com/office/drawing/2014/main" id="{A039C58C-C828-3C0A-3168-6F5E2E341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843"/>
              <a:ext cx="22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2" name="Line 44">
              <a:extLst>
                <a:ext uri="{FF2B5EF4-FFF2-40B4-BE49-F238E27FC236}">
                  <a16:creationId xmlns:a16="http://schemas.microsoft.com/office/drawing/2014/main" id="{187324B0-FF3F-4112-C360-F685CFBEFB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0" y="1645"/>
              <a:ext cx="0" cy="98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3" name="Rectangle 45">
              <a:extLst>
                <a:ext uri="{FF2B5EF4-FFF2-40B4-BE49-F238E27FC236}">
                  <a16:creationId xmlns:a16="http://schemas.microsoft.com/office/drawing/2014/main" id="{7F1D22EF-EE46-225A-3E99-5C8A31D84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32"/>
              <a:ext cx="527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Binvert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4" name="Rectangle 46">
              <a:extLst>
                <a:ext uri="{FF2B5EF4-FFF2-40B4-BE49-F238E27FC236}">
                  <a16:creationId xmlns:a16="http://schemas.microsoft.com/office/drawing/2014/main" id="{CA989E2A-B03D-9784-8B5F-9169B6DA6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1365"/>
              <a:ext cx="74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Operatio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5" name="Line 48">
              <a:extLst>
                <a:ext uri="{FF2B5EF4-FFF2-40B4-BE49-F238E27FC236}">
                  <a16:creationId xmlns:a16="http://schemas.microsoft.com/office/drawing/2014/main" id="{5A4735E8-C7DC-8428-E463-282F51E9D8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" y="1591"/>
              <a:ext cx="0" cy="36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6" name="Freeform 49">
              <a:extLst>
                <a:ext uri="{FF2B5EF4-FFF2-40B4-BE49-F238E27FC236}">
                  <a16:creationId xmlns:a16="http://schemas.microsoft.com/office/drawing/2014/main" id="{5FCC3A7E-3137-0E56-DD39-FA930FA113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9" y="2487"/>
              <a:ext cx="356" cy="62"/>
            </a:xfrm>
            <a:custGeom>
              <a:avLst/>
              <a:gdLst>
                <a:gd name="T0" fmla="*/ 0 w 1763"/>
                <a:gd name="T1" fmla="*/ 121 h 309"/>
                <a:gd name="T2" fmla="*/ 1697 w 1763"/>
                <a:gd name="T3" fmla="*/ 121 h 309"/>
                <a:gd name="T4" fmla="*/ 1697 w 1763"/>
                <a:gd name="T5" fmla="*/ 188 h 309"/>
                <a:gd name="T6" fmla="*/ 0 w 1763"/>
                <a:gd name="T7" fmla="*/ 188 h 309"/>
                <a:gd name="T8" fmla="*/ 0 w 1763"/>
                <a:gd name="T9" fmla="*/ 121 h 309"/>
                <a:gd name="T10" fmla="*/ 1514 w 1763"/>
                <a:gd name="T11" fmla="*/ 9 h 309"/>
                <a:gd name="T12" fmla="*/ 1763 w 1763"/>
                <a:gd name="T13" fmla="*/ 154 h 309"/>
                <a:gd name="T14" fmla="*/ 1514 w 1763"/>
                <a:gd name="T15" fmla="*/ 300 h 309"/>
                <a:gd name="T16" fmla="*/ 1468 w 1763"/>
                <a:gd name="T17" fmla="*/ 288 h 309"/>
                <a:gd name="T18" fmla="*/ 1480 w 1763"/>
                <a:gd name="T19" fmla="*/ 242 h 309"/>
                <a:gd name="T20" fmla="*/ 1680 w 1763"/>
                <a:gd name="T21" fmla="*/ 126 h 309"/>
                <a:gd name="T22" fmla="*/ 1680 w 1763"/>
                <a:gd name="T23" fmla="*/ 183 h 309"/>
                <a:gd name="T24" fmla="*/ 1480 w 1763"/>
                <a:gd name="T25" fmla="*/ 67 h 309"/>
                <a:gd name="T26" fmla="*/ 1468 w 1763"/>
                <a:gd name="T27" fmla="*/ 21 h 309"/>
                <a:gd name="T28" fmla="*/ 1514 w 1763"/>
                <a:gd name="T29" fmla="*/ 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63" h="309">
                  <a:moveTo>
                    <a:pt x="0" y="121"/>
                  </a:moveTo>
                  <a:lnTo>
                    <a:pt x="1697" y="121"/>
                  </a:lnTo>
                  <a:lnTo>
                    <a:pt x="1697" y="188"/>
                  </a:lnTo>
                  <a:lnTo>
                    <a:pt x="0" y="188"/>
                  </a:lnTo>
                  <a:lnTo>
                    <a:pt x="0" y="121"/>
                  </a:lnTo>
                  <a:close/>
                  <a:moveTo>
                    <a:pt x="1514" y="9"/>
                  </a:moveTo>
                  <a:lnTo>
                    <a:pt x="1763" y="154"/>
                  </a:lnTo>
                  <a:lnTo>
                    <a:pt x="1514" y="300"/>
                  </a:lnTo>
                  <a:cubicBezTo>
                    <a:pt x="1498" y="309"/>
                    <a:pt x="1478" y="304"/>
                    <a:pt x="1468" y="288"/>
                  </a:cubicBezTo>
                  <a:cubicBezTo>
                    <a:pt x="1459" y="272"/>
                    <a:pt x="1464" y="252"/>
                    <a:pt x="1480" y="242"/>
                  </a:cubicBezTo>
                  <a:lnTo>
                    <a:pt x="1680" y="126"/>
                  </a:lnTo>
                  <a:lnTo>
                    <a:pt x="1680" y="183"/>
                  </a:lnTo>
                  <a:lnTo>
                    <a:pt x="1480" y="67"/>
                  </a:lnTo>
                  <a:cubicBezTo>
                    <a:pt x="1464" y="57"/>
                    <a:pt x="1459" y="37"/>
                    <a:pt x="1468" y="21"/>
                  </a:cubicBezTo>
                  <a:cubicBezTo>
                    <a:pt x="1478" y="5"/>
                    <a:pt x="1498" y="0"/>
                    <a:pt x="1514" y="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7" name="Rectangle 50">
              <a:extLst>
                <a:ext uri="{FF2B5EF4-FFF2-40B4-BE49-F238E27FC236}">
                  <a16:creationId xmlns:a16="http://schemas.microsoft.com/office/drawing/2014/main" id="{9A02D0AF-0D0A-772B-A6B8-BB8D1BE44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3" y="2289"/>
              <a:ext cx="481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Result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8" name="Rectangle 51">
              <a:extLst>
                <a:ext uri="{FF2B5EF4-FFF2-40B4-BE49-F238E27FC236}">
                  <a16:creationId xmlns:a16="http://schemas.microsoft.com/office/drawing/2014/main" id="{0FB6C6E7-2FF3-EE12-5BD9-1B02A11C6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915"/>
              <a:ext cx="9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a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9" name="Rectangle 52">
              <a:extLst>
                <a:ext uri="{FF2B5EF4-FFF2-40B4-BE49-F238E27FC236}">
                  <a16:creationId xmlns:a16="http://schemas.microsoft.com/office/drawing/2014/main" id="{53C9544C-3C9D-21C0-070A-458B52B3B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7" y="2669"/>
              <a:ext cx="9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b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0" name="Oval 53">
              <a:extLst>
                <a:ext uri="{FF2B5EF4-FFF2-40B4-BE49-F238E27FC236}">
                  <a16:creationId xmlns:a16="http://schemas.microsoft.com/office/drawing/2014/main" id="{34874090-8ADC-B244-7BA1-06D6813A5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849E4625-F8AF-EF8D-1AB8-E6885E1FF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2" name="Line 55">
              <a:extLst>
                <a:ext uri="{FF2B5EF4-FFF2-40B4-BE49-F238E27FC236}">
                  <a16:creationId xmlns:a16="http://schemas.microsoft.com/office/drawing/2014/main" id="{E61601B5-77C7-4E7B-1EBE-D8C7699C23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" y="1568"/>
              <a:ext cx="0" cy="1008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3" name="Line 56">
              <a:extLst>
                <a:ext uri="{FF2B5EF4-FFF2-40B4-BE49-F238E27FC236}">
                  <a16:creationId xmlns:a16="http://schemas.microsoft.com/office/drawing/2014/main" id="{D7D9F03C-F09E-E19A-0874-EF42A2728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2573"/>
              <a:ext cx="163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4" name="Line 57">
              <a:extLst>
                <a:ext uri="{FF2B5EF4-FFF2-40B4-BE49-F238E27FC236}">
                  <a16:creationId xmlns:a16="http://schemas.microsoft.com/office/drawing/2014/main" id="{1F1447A6-848B-71BE-4674-888C33635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1" y="2570"/>
              <a:ext cx="0" cy="116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5" name="Rectangle 58">
              <a:extLst>
                <a:ext uri="{FF2B5EF4-FFF2-40B4-BE49-F238E27FC236}">
                  <a16:creationId xmlns:a16="http://schemas.microsoft.com/office/drawing/2014/main" id="{3A10E734-8A5A-E866-1DEB-754EE94AD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1376"/>
              <a:ext cx="555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CarryIn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6" name="Line 59">
              <a:extLst>
                <a:ext uri="{FF2B5EF4-FFF2-40B4-BE49-F238E27FC236}">
                  <a16:creationId xmlns:a16="http://schemas.microsoft.com/office/drawing/2014/main" id="{C57DEA4F-07FF-451A-2E89-4B9FEACF3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2985"/>
              <a:ext cx="0" cy="439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7" name="Rectangle 60">
              <a:extLst>
                <a:ext uri="{FF2B5EF4-FFF2-40B4-BE49-F238E27FC236}">
                  <a16:creationId xmlns:a16="http://schemas.microsoft.com/office/drawing/2014/main" id="{E31583C6-B98E-FBA5-0CEC-5EA00794D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3" y="3424"/>
              <a:ext cx="687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CarryOut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8E42E8A-5A3E-871D-B7E4-31AA8C0198C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B2E55FD7-BAFD-F9D1-9739-CB8E9B37B4E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D4C31C25-FD6B-CCB3-90D4-BE1BE60C7B2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576F8681-AF8D-AA95-92EF-CE3596065D7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5688848A-2F0A-2B7C-A4FF-78D1F170474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AEA59AA4-AB07-6657-5CCA-3CE51F33984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29185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943BF-88C1-4414-4067-C85095A7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A21A6-1EA8-F0BF-3A34-5F1B3CB6F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08" y="1283993"/>
            <a:ext cx="8856984" cy="4525963"/>
          </a:xfrm>
        </p:spPr>
        <p:txBody>
          <a:bodyPr/>
          <a:lstStyle/>
          <a:p>
            <a:r>
              <a:rPr kumimoji="1" lang="en-US" altLang="zh-CN" sz="2800" dirty="0"/>
              <a:t>1</a:t>
            </a:r>
            <a:r>
              <a:rPr kumimoji="1" lang="zh-CN" altLang="en-US" sz="2800" dirty="0"/>
              <a:t>位</a:t>
            </a:r>
            <a:r>
              <a:rPr kumimoji="1" lang="en-US" altLang="zh-CN" sz="2800" dirty="0"/>
              <a:t>ALU</a:t>
            </a:r>
            <a:r>
              <a:rPr kumimoji="1" lang="zh-CN" altLang="en-US" sz="2800" dirty="0"/>
              <a:t>如何实现：</a:t>
            </a:r>
            <a:r>
              <a:rPr kumimoji="1" lang="en-US" altLang="zh-CN" sz="2800" dirty="0"/>
              <a:t>a</a:t>
            </a:r>
            <a:r>
              <a:rPr kumimoji="1" lang="zh-CN" altLang="en-US" sz="2800" dirty="0"/>
              <a:t>异或</a:t>
            </a:r>
            <a:r>
              <a:rPr kumimoji="1" lang="en-US" altLang="zh-CN" sz="2800" dirty="0"/>
              <a:t>b</a:t>
            </a:r>
            <a:r>
              <a:rPr kumimoji="1" lang="zh-CN" altLang="en-US" sz="2800" dirty="0"/>
              <a:t>操作？（多选题）</a:t>
            </a:r>
          </a:p>
          <a:p>
            <a:pPr lvl="1"/>
            <a:r>
              <a:rPr kumimoji="1" lang="en-US" altLang="zh-CN" sz="2400" b="0" dirty="0"/>
              <a:t>A. </a:t>
            </a:r>
            <a:r>
              <a:rPr kumimoji="1" lang="en-US" altLang="zh-CN" sz="2400" b="0" dirty="0" err="1"/>
              <a:t>Binvert</a:t>
            </a:r>
            <a:r>
              <a:rPr kumimoji="1" lang="en-US" altLang="zh-CN" sz="2400" b="0" dirty="0"/>
              <a:t>=1, </a:t>
            </a:r>
            <a:r>
              <a:rPr kumimoji="1" lang="en-US" altLang="zh-CN" sz="2400" b="0" dirty="0" err="1"/>
              <a:t>CarryIn</a:t>
            </a:r>
            <a:r>
              <a:rPr kumimoji="1" lang="en-US" altLang="zh-CN" sz="2400" b="0" dirty="0"/>
              <a:t>=0, Operation = 1</a:t>
            </a:r>
          </a:p>
          <a:p>
            <a:pPr lvl="1"/>
            <a:r>
              <a:rPr kumimoji="1" lang="en-US" altLang="zh-CN" sz="2400" dirty="0">
                <a:solidFill>
                  <a:srgbClr val="3333FF"/>
                </a:solidFill>
              </a:rPr>
              <a:t>B. </a:t>
            </a:r>
            <a:r>
              <a:rPr kumimoji="1" lang="en-US" altLang="zh-CN" sz="2400" dirty="0" err="1">
                <a:solidFill>
                  <a:srgbClr val="3333FF"/>
                </a:solidFill>
              </a:rPr>
              <a:t>Binvert</a:t>
            </a:r>
            <a:r>
              <a:rPr kumimoji="1" lang="en-US" altLang="zh-CN" sz="2400" dirty="0">
                <a:solidFill>
                  <a:srgbClr val="3333FF"/>
                </a:solidFill>
              </a:rPr>
              <a:t>=1, </a:t>
            </a:r>
            <a:r>
              <a:rPr kumimoji="1" lang="en-US" altLang="zh-CN" sz="2400" dirty="0" err="1">
                <a:solidFill>
                  <a:srgbClr val="3333FF"/>
                </a:solidFill>
              </a:rPr>
              <a:t>CarryIn</a:t>
            </a:r>
            <a:r>
              <a:rPr kumimoji="1" lang="en-US" altLang="zh-CN" sz="2400" dirty="0">
                <a:solidFill>
                  <a:srgbClr val="3333FF"/>
                </a:solidFill>
              </a:rPr>
              <a:t>=1, Operation = 2</a:t>
            </a:r>
          </a:p>
          <a:p>
            <a:pPr lvl="1"/>
            <a:r>
              <a:rPr kumimoji="1" lang="en-US" altLang="zh-CN" sz="2400" dirty="0">
                <a:solidFill>
                  <a:srgbClr val="3333FF"/>
                </a:solidFill>
              </a:rPr>
              <a:t>C. </a:t>
            </a:r>
            <a:r>
              <a:rPr kumimoji="1" lang="en-US" altLang="zh-CN" sz="2400" dirty="0" err="1">
                <a:solidFill>
                  <a:srgbClr val="3333FF"/>
                </a:solidFill>
              </a:rPr>
              <a:t>Binvert</a:t>
            </a:r>
            <a:r>
              <a:rPr kumimoji="1" lang="en-US" altLang="zh-CN" sz="2400" dirty="0">
                <a:solidFill>
                  <a:srgbClr val="3333FF"/>
                </a:solidFill>
              </a:rPr>
              <a:t>=0, </a:t>
            </a:r>
            <a:r>
              <a:rPr kumimoji="1" lang="en-US" altLang="zh-CN" sz="2400" dirty="0" err="1">
                <a:solidFill>
                  <a:srgbClr val="3333FF"/>
                </a:solidFill>
              </a:rPr>
              <a:t>CarryIn</a:t>
            </a:r>
            <a:r>
              <a:rPr kumimoji="1" lang="en-US" altLang="zh-CN" sz="2400" dirty="0">
                <a:solidFill>
                  <a:srgbClr val="3333FF"/>
                </a:solidFill>
              </a:rPr>
              <a:t>=0, Operation = 2</a:t>
            </a:r>
          </a:p>
          <a:p>
            <a:pPr lvl="1"/>
            <a:r>
              <a:rPr kumimoji="1" lang="en-US" altLang="zh-CN" sz="2400" b="0" dirty="0"/>
              <a:t>D. </a:t>
            </a:r>
            <a:r>
              <a:rPr kumimoji="1" lang="en-US" altLang="zh-CN" sz="2400" b="0" dirty="0" err="1"/>
              <a:t>Binvert</a:t>
            </a:r>
            <a:r>
              <a:rPr kumimoji="1" lang="en-US" altLang="zh-CN" sz="2400" b="0" dirty="0"/>
              <a:t>=0, </a:t>
            </a:r>
            <a:r>
              <a:rPr kumimoji="1" lang="en-US" altLang="zh-CN" sz="2400" b="0" dirty="0" err="1"/>
              <a:t>CarryIn</a:t>
            </a:r>
            <a:r>
              <a:rPr kumimoji="1" lang="en-US" altLang="zh-CN" sz="2400" b="0" dirty="0"/>
              <a:t>=X, Operation = 0</a:t>
            </a:r>
          </a:p>
          <a:p>
            <a:endParaRPr kumimoji="1" lang="en-US" altLang="zh-CN" sz="2800" dirty="0"/>
          </a:p>
          <a:p>
            <a:r>
              <a:rPr kumimoji="1" lang="zh-CN" altLang="en-US" sz="2800" dirty="0">
                <a:solidFill>
                  <a:srgbClr val="3333FF"/>
                </a:solidFill>
              </a:rPr>
              <a:t>解答：</a:t>
            </a:r>
            <a:r>
              <a:rPr kumimoji="1" lang="en-US" altLang="zh-CN" sz="2800" dirty="0">
                <a:solidFill>
                  <a:srgbClr val="3333FF"/>
                </a:solidFill>
              </a:rPr>
              <a:t>BC</a:t>
            </a:r>
          </a:p>
          <a:p>
            <a:pPr lvl="1"/>
            <a:r>
              <a:rPr kumimoji="1" lang="en-US" altLang="zh-CN" sz="2400" dirty="0" err="1"/>
              <a:t>a⊕b</a:t>
            </a:r>
            <a:r>
              <a:rPr kumimoji="1" lang="zh-CN" altLang="en-US" sz="2400" dirty="0"/>
              <a:t>即</a:t>
            </a:r>
            <a:r>
              <a:rPr kumimoji="1" lang="en-US" altLang="zh-CN" sz="2400" dirty="0"/>
              <a:t>(</a:t>
            </a:r>
            <a:r>
              <a:rPr kumimoji="1" lang="en-US" altLang="zh-CN" sz="2400" dirty="0" err="1"/>
              <a:t>a±b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去掉符号位</a:t>
            </a:r>
            <a:endParaRPr kumimoji="1"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BB2361-D4B9-26BE-81C0-B1B570ABE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40</a:t>
            </a:fld>
            <a:endParaRPr lang="en-US" altLang="zh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38C44CB-B912-DF7A-1CA6-15D9BD2734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9036" y="3546974"/>
            <a:ext cx="4906440" cy="3052081"/>
            <a:chOff x="2199" y="1388"/>
            <a:chExt cx="3609" cy="2245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A053C410-3243-4A75-D93F-7E6F78F9245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199" y="1388"/>
              <a:ext cx="3609" cy="2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C22296B9-0458-74AD-24B3-08FF510B6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1773"/>
              <a:ext cx="2367" cy="1520"/>
            </a:xfrm>
            <a:prstGeom prst="rect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9EC2EEC3-2760-A87E-0589-34FA6C04B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2969"/>
              <a:ext cx="236" cy="255"/>
            </a:xfrm>
            <a:custGeom>
              <a:avLst/>
              <a:gdLst>
                <a:gd name="T0" fmla="*/ 0 w 236"/>
                <a:gd name="T1" fmla="*/ 0 h 255"/>
                <a:gd name="T2" fmla="*/ 236 w 236"/>
                <a:gd name="T3" fmla="*/ 127 h 255"/>
                <a:gd name="T4" fmla="*/ 0 w 236"/>
                <a:gd name="T5" fmla="*/ 255 h 255"/>
                <a:gd name="T6" fmla="*/ 0 w 236"/>
                <a:gd name="T7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255">
                  <a:moveTo>
                    <a:pt x="0" y="0"/>
                  </a:moveTo>
                  <a:lnTo>
                    <a:pt x="236" y="127"/>
                  </a:lnTo>
                  <a:lnTo>
                    <a:pt x="0" y="25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56EC8B6E-91E5-05B9-8CEF-40263EA7C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" y="3072"/>
              <a:ext cx="49" cy="49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2A3242F-3491-6274-5086-BA3875A62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576"/>
              <a:ext cx="186" cy="646"/>
            </a:xfrm>
            <a:custGeom>
              <a:avLst/>
              <a:gdLst>
                <a:gd name="T0" fmla="*/ 0 w 186"/>
                <a:gd name="T1" fmla="*/ 0 h 646"/>
                <a:gd name="T2" fmla="*/ 186 w 186"/>
                <a:gd name="T3" fmla="*/ 115 h 646"/>
                <a:gd name="T4" fmla="*/ 186 w 186"/>
                <a:gd name="T5" fmla="*/ 531 h 646"/>
                <a:gd name="T6" fmla="*/ 0 w 186"/>
                <a:gd name="T7" fmla="*/ 646 h 646"/>
                <a:gd name="T8" fmla="*/ 0 w 186"/>
                <a:gd name="T9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646">
                  <a:moveTo>
                    <a:pt x="0" y="0"/>
                  </a:moveTo>
                  <a:lnTo>
                    <a:pt x="186" y="115"/>
                  </a:lnTo>
                  <a:lnTo>
                    <a:pt x="186" y="531"/>
                  </a:lnTo>
                  <a:lnTo>
                    <a:pt x="0" y="64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8D411850-0FE9-4138-A84C-A65980ABE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681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0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10906833-3A56-7B63-C319-D67BFF5A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97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F974DD25-2ECD-9728-23C2-905B2379F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0" y="2756"/>
              <a:ext cx="93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D2EBE723-5A38-490D-A6D3-C8D02FA3B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5" y="3096"/>
              <a:ext cx="163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9D0BC586-333B-E6EE-31A2-A13B2A705B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0" y="2756"/>
              <a:ext cx="0" cy="342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44F2A517-6638-AB86-FA98-DCC8EBD64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3096"/>
              <a:ext cx="109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723EC17-7A20-817D-09EA-6D9879FCAB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6" y="1962"/>
              <a:ext cx="1659" cy="62"/>
            </a:xfrm>
            <a:custGeom>
              <a:avLst/>
              <a:gdLst>
                <a:gd name="T0" fmla="*/ 0 w 16431"/>
                <a:gd name="T1" fmla="*/ 243 h 619"/>
                <a:gd name="T2" fmla="*/ 16299 w 16431"/>
                <a:gd name="T3" fmla="*/ 243 h 619"/>
                <a:gd name="T4" fmla="*/ 16299 w 16431"/>
                <a:gd name="T5" fmla="*/ 376 h 619"/>
                <a:gd name="T6" fmla="*/ 0 w 16431"/>
                <a:gd name="T7" fmla="*/ 376 h 619"/>
                <a:gd name="T8" fmla="*/ 0 w 16431"/>
                <a:gd name="T9" fmla="*/ 243 h 619"/>
                <a:gd name="T10" fmla="*/ 15932 w 16431"/>
                <a:gd name="T11" fmla="*/ 19 h 619"/>
                <a:gd name="T12" fmla="*/ 16431 w 16431"/>
                <a:gd name="T13" fmla="*/ 309 h 619"/>
                <a:gd name="T14" fmla="*/ 15932 w 16431"/>
                <a:gd name="T15" fmla="*/ 600 h 619"/>
                <a:gd name="T16" fmla="*/ 15841 w 16431"/>
                <a:gd name="T17" fmla="*/ 576 h 619"/>
                <a:gd name="T18" fmla="*/ 15865 w 16431"/>
                <a:gd name="T19" fmla="*/ 485 h 619"/>
                <a:gd name="T20" fmla="*/ 16265 w 16431"/>
                <a:gd name="T21" fmla="*/ 252 h 619"/>
                <a:gd name="T22" fmla="*/ 16265 w 16431"/>
                <a:gd name="T23" fmla="*/ 367 h 619"/>
                <a:gd name="T24" fmla="*/ 15865 w 16431"/>
                <a:gd name="T25" fmla="*/ 134 h 619"/>
                <a:gd name="T26" fmla="*/ 15841 w 16431"/>
                <a:gd name="T27" fmla="*/ 43 h 619"/>
                <a:gd name="T28" fmla="*/ 15932 w 16431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431" h="619">
                  <a:moveTo>
                    <a:pt x="0" y="243"/>
                  </a:moveTo>
                  <a:lnTo>
                    <a:pt x="16299" y="243"/>
                  </a:lnTo>
                  <a:lnTo>
                    <a:pt x="16299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15932" y="19"/>
                  </a:moveTo>
                  <a:lnTo>
                    <a:pt x="16431" y="309"/>
                  </a:lnTo>
                  <a:lnTo>
                    <a:pt x="15932" y="600"/>
                  </a:lnTo>
                  <a:cubicBezTo>
                    <a:pt x="15901" y="619"/>
                    <a:pt x="15860" y="608"/>
                    <a:pt x="15841" y="576"/>
                  </a:cubicBezTo>
                  <a:cubicBezTo>
                    <a:pt x="15823" y="545"/>
                    <a:pt x="15833" y="504"/>
                    <a:pt x="15865" y="485"/>
                  </a:cubicBezTo>
                  <a:lnTo>
                    <a:pt x="16265" y="252"/>
                  </a:lnTo>
                  <a:lnTo>
                    <a:pt x="16265" y="367"/>
                  </a:lnTo>
                  <a:lnTo>
                    <a:pt x="15865" y="134"/>
                  </a:lnTo>
                  <a:cubicBezTo>
                    <a:pt x="15833" y="115"/>
                    <a:pt x="15823" y="74"/>
                    <a:pt x="15841" y="43"/>
                  </a:cubicBezTo>
                  <a:cubicBezTo>
                    <a:pt x="15860" y="11"/>
                    <a:pt x="15901" y="0"/>
                    <a:pt x="15932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2F4FBF8F-E82B-1955-C5A6-6CA53474C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906"/>
              <a:ext cx="370" cy="284"/>
            </a:xfrm>
            <a:custGeom>
              <a:avLst/>
              <a:gdLst>
                <a:gd name="T0" fmla="*/ 0 w 3664"/>
                <a:gd name="T1" fmla="*/ 0 h 2832"/>
                <a:gd name="T2" fmla="*/ 1832 w 3664"/>
                <a:gd name="T3" fmla="*/ 0 h 2832"/>
                <a:gd name="T4" fmla="*/ 3664 w 3664"/>
                <a:gd name="T5" fmla="*/ 1416 h 2832"/>
                <a:gd name="T6" fmla="*/ 1832 w 3664"/>
                <a:gd name="T7" fmla="*/ 2832 h 2832"/>
                <a:gd name="T8" fmla="*/ 0 w 3664"/>
                <a:gd name="T9" fmla="*/ 2832 h 2832"/>
                <a:gd name="T10" fmla="*/ 0 w 3664"/>
                <a:gd name="T11" fmla="*/ 0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64" h="2832">
                  <a:moveTo>
                    <a:pt x="0" y="0"/>
                  </a:moveTo>
                  <a:lnTo>
                    <a:pt x="1832" y="0"/>
                  </a:lnTo>
                  <a:cubicBezTo>
                    <a:pt x="2844" y="0"/>
                    <a:pt x="3664" y="634"/>
                    <a:pt x="3664" y="1416"/>
                  </a:cubicBezTo>
                  <a:cubicBezTo>
                    <a:pt x="3664" y="2199"/>
                    <a:pt x="2844" y="2832"/>
                    <a:pt x="1832" y="2832"/>
                  </a:cubicBezTo>
                  <a:lnTo>
                    <a:pt x="0" y="28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7057023B-68DC-4036-EE76-3C4DD7D7A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343" cy="147"/>
            </a:xfrm>
            <a:custGeom>
              <a:avLst/>
              <a:gdLst>
                <a:gd name="T0" fmla="*/ 0 w 343"/>
                <a:gd name="T1" fmla="*/ 4 h 147"/>
                <a:gd name="T2" fmla="*/ 122 w 343"/>
                <a:gd name="T3" fmla="*/ 4 h 147"/>
                <a:gd name="T4" fmla="*/ 215 w 343"/>
                <a:gd name="T5" fmla="*/ 28 h 147"/>
                <a:gd name="T6" fmla="*/ 298 w 343"/>
                <a:gd name="T7" fmla="*/ 87 h 147"/>
                <a:gd name="T8" fmla="*/ 343 w 343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47">
                  <a:moveTo>
                    <a:pt x="0" y="4"/>
                  </a:moveTo>
                  <a:cubicBezTo>
                    <a:pt x="43" y="2"/>
                    <a:pt x="87" y="0"/>
                    <a:pt x="122" y="4"/>
                  </a:cubicBezTo>
                  <a:cubicBezTo>
                    <a:pt x="158" y="8"/>
                    <a:pt x="186" y="14"/>
                    <a:pt x="215" y="28"/>
                  </a:cubicBezTo>
                  <a:cubicBezTo>
                    <a:pt x="244" y="42"/>
                    <a:pt x="277" y="67"/>
                    <a:pt x="298" y="87"/>
                  </a:cubicBezTo>
                  <a:cubicBezTo>
                    <a:pt x="320" y="106"/>
                    <a:pt x="331" y="127"/>
                    <a:pt x="343" y="147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F1B9E21B-5176-5964-C220-299DD15B3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436"/>
              <a:ext cx="343" cy="137"/>
            </a:xfrm>
            <a:custGeom>
              <a:avLst/>
              <a:gdLst>
                <a:gd name="T0" fmla="*/ 0 w 343"/>
                <a:gd name="T1" fmla="*/ 133 h 137"/>
                <a:gd name="T2" fmla="*/ 122 w 343"/>
                <a:gd name="T3" fmla="*/ 133 h 137"/>
                <a:gd name="T4" fmla="*/ 215 w 343"/>
                <a:gd name="T5" fmla="*/ 111 h 137"/>
                <a:gd name="T6" fmla="*/ 298 w 343"/>
                <a:gd name="T7" fmla="*/ 57 h 137"/>
                <a:gd name="T8" fmla="*/ 343 w 343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3" h="137">
                  <a:moveTo>
                    <a:pt x="0" y="133"/>
                  </a:moveTo>
                  <a:cubicBezTo>
                    <a:pt x="43" y="135"/>
                    <a:pt x="87" y="137"/>
                    <a:pt x="122" y="133"/>
                  </a:cubicBezTo>
                  <a:cubicBezTo>
                    <a:pt x="158" y="129"/>
                    <a:pt x="186" y="124"/>
                    <a:pt x="215" y="111"/>
                  </a:cubicBezTo>
                  <a:cubicBezTo>
                    <a:pt x="244" y="98"/>
                    <a:pt x="277" y="75"/>
                    <a:pt x="298" y="57"/>
                  </a:cubicBezTo>
                  <a:cubicBezTo>
                    <a:pt x="320" y="38"/>
                    <a:pt x="331" y="20"/>
                    <a:pt x="343" y="0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53173BC8-C531-CC9B-A4D6-7775653C4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289"/>
              <a:ext cx="94" cy="284"/>
            </a:xfrm>
            <a:custGeom>
              <a:avLst/>
              <a:gdLst>
                <a:gd name="T0" fmla="*/ 3 w 94"/>
                <a:gd name="T1" fmla="*/ 0 h 284"/>
                <a:gd name="T2" fmla="*/ 94 w 94"/>
                <a:gd name="T3" fmla="*/ 146 h 284"/>
                <a:gd name="T4" fmla="*/ 0 w 94"/>
                <a:gd name="T5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" h="284">
                  <a:moveTo>
                    <a:pt x="3" y="0"/>
                  </a:moveTo>
                  <a:cubicBezTo>
                    <a:pt x="48" y="50"/>
                    <a:pt x="94" y="99"/>
                    <a:pt x="94" y="146"/>
                  </a:cubicBezTo>
                  <a:cubicBezTo>
                    <a:pt x="94" y="193"/>
                    <a:pt x="47" y="239"/>
                    <a:pt x="0" y="284"/>
                  </a:cubicBezTo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E95200E5-40CA-F4A0-3430-3A8655A56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2690"/>
              <a:ext cx="370" cy="295"/>
            </a:xfrm>
            <a:prstGeom prst="rect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06C17806-17A0-4D4E-7777-174B84F3C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752"/>
              <a:ext cx="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+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C7069C0E-DD70-817F-1CD6-9EBAD4CC03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3" y="2868"/>
              <a:ext cx="542" cy="62"/>
            </a:xfrm>
            <a:custGeom>
              <a:avLst/>
              <a:gdLst>
                <a:gd name="T0" fmla="*/ 0 w 5364"/>
                <a:gd name="T1" fmla="*/ 243 h 619"/>
                <a:gd name="T2" fmla="*/ 5232 w 5364"/>
                <a:gd name="T3" fmla="*/ 243 h 619"/>
                <a:gd name="T4" fmla="*/ 5232 w 5364"/>
                <a:gd name="T5" fmla="*/ 376 h 619"/>
                <a:gd name="T6" fmla="*/ 0 w 5364"/>
                <a:gd name="T7" fmla="*/ 376 h 619"/>
                <a:gd name="T8" fmla="*/ 0 w 5364"/>
                <a:gd name="T9" fmla="*/ 243 h 619"/>
                <a:gd name="T10" fmla="*/ 4866 w 5364"/>
                <a:gd name="T11" fmla="*/ 19 h 619"/>
                <a:gd name="T12" fmla="*/ 5364 w 5364"/>
                <a:gd name="T13" fmla="*/ 309 h 619"/>
                <a:gd name="T14" fmla="*/ 4866 w 5364"/>
                <a:gd name="T15" fmla="*/ 600 h 619"/>
                <a:gd name="T16" fmla="*/ 4774 w 5364"/>
                <a:gd name="T17" fmla="*/ 576 h 619"/>
                <a:gd name="T18" fmla="*/ 4798 w 5364"/>
                <a:gd name="T19" fmla="*/ 485 h 619"/>
                <a:gd name="T20" fmla="*/ 5198 w 5364"/>
                <a:gd name="T21" fmla="*/ 252 h 619"/>
                <a:gd name="T22" fmla="*/ 5198 w 5364"/>
                <a:gd name="T23" fmla="*/ 367 h 619"/>
                <a:gd name="T24" fmla="*/ 4798 w 5364"/>
                <a:gd name="T25" fmla="*/ 134 h 619"/>
                <a:gd name="T26" fmla="*/ 4774 w 5364"/>
                <a:gd name="T27" fmla="*/ 43 h 619"/>
                <a:gd name="T28" fmla="*/ 4866 w 5364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64" h="619">
                  <a:moveTo>
                    <a:pt x="0" y="243"/>
                  </a:moveTo>
                  <a:lnTo>
                    <a:pt x="5232" y="243"/>
                  </a:lnTo>
                  <a:lnTo>
                    <a:pt x="5232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4866" y="19"/>
                  </a:moveTo>
                  <a:lnTo>
                    <a:pt x="5364" y="309"/>
                  </a:lnTo>
                  <a:lnTo>
                    <a:pt x="4866" y="600"/>
                  </a:lnTo>
                  <a:cubicBezTo>
                    <a:pt x="4834" y="619"/>
                    <a:pt x="4793" y="608"/>
                    <a:pt x="4774" y="576"/>
                  </a:cubicBezTo>
                  <a:cubicBezTo>
                    <a:pt x="4756" y="545"/>
                    <a:pt x="4767" y="504"/>
                    <a:pt x="4798" y="485"/>
                  </a:cubicBezTo>
                  <a:lnTo>
                    <a:pt x="5198" y="252"/>
                  </a:lnTo>
                  <a:lnTo>
                    <a:pt x="5198" y="367"/>
                  </a:lnTo>
                  <a:lnTo>
                    <a:pt x="4798" y="134"/>
                  </a:lnTo>
                  <a:cubicBezTo>
                    <a:pt x="4767" y="115"/>
                    <a:pt x="4756" y="74"/>
                    <a:pt x="4774" y="43"/>
                  </a:cubicBezTo>
                  <a:cubicBezTo>
                    <a:pt x="4793" y="11"/>
                    <a:pt x="4834" y="0"/>
                    <a:pt x="4866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0F832A88-7AC5-B5BC-DDF0-6445CE235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1816"/>
              <a:ext cx="255" cy="1406"/>
            </a:xfrm>
            <a:custGeom>
              <a:avLst/>
              <a:gdLst>
                <a:gd name="T0" fmla="*/ 0 w 255"/>
                <a:gd name="T1" fmla="*/ 0 h 1406"/>
                <a:gd name="T2" fmla="*/ 255 w 255"/>
                <a:gd name="T3" fmla="*/ 297 h 1406"/>
                <a:gd name="T4" fmla="*/ 255 w 255"/>
                <a:gd name="T5" fmla="*/ 1108 h 1406"/>
                <a:gd name="T6" fmla="*/ 0 w 255"/>
                <a:gd name="T7" fmla="*/ 1406 h 1406"/>
                <a:gd name="T8" fmla="*/ 0 w 255"/>
                <a:gd name="T9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1406">
                  <a:moveTo>
                    <a:pt x="0" y="0"/>
                  </a:moveTo>
                  <a:lnTo>
                    <a:pt x="255" y="297"/>
                  </a:lnTo>
                  <a:lnTo>
                    <a:pt x="255" y="1108"/>
                  </a:lnTo>
                  <a:lnTo>
                    <a:pt x="0" y="140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E1A406D0-2C12-46ED-1546-4098D8A18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1948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0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EF01B3E0-3B59-6920-49A0-4FA55BA2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38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A29296EA-C201-F38A-D921-1AD3DA50B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815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2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419624D5-EE27-4F79-5B00-5251455981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5" y="1993"/>
              <a:ext cx="0" cy="77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1739CFC2-9D9A-764F-7CAF-DAC3DCEF8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2" name="Oval 29">
              <a:extLst>
                <a:ext uri="{FF2B5EF4-FFF2-40B4-BE49-F238E27FC236}">
                  <a16:creationId xmlns:a16="http://schemas.microsoft.com/office/drawing/2014/main" id="{160F9F30-9EFA-E0FF-1C39-C3AFCC63E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80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" name="Oval 30">
              <a:extLst>
                <a:ext uri="{FF2B5EF4-FFF2-40B4-BE49-F238E27FC236}">
                  <a16:creationId xmlns:a16="http://schemas.microsoft.com/office/drawing/2014/main" id="{22D3A880-F7DE-FC1A-0E56-8A73F68E7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743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4" name="Oval 31">
              <a:extLst>
                <a:ext uri="{FF2B5EF4-FFF2-40B4-BE49-F238E27FC236}">
                  <a16:creationId xmlns:a16="http://schemas.microsoft.com/office/drawing/2014/main" id="{C4DD0710-9A42-68E6-4D78-F27FE94AE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743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9644FBF1-2D78-32C8-B7AF-17490BA87C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332"/>
              <a:ext cx="468" cy="62"/>
            </a:xfrm>
            <a:custGeom>
              <a:avLst/>
              <a:gdLst>
                <a:gd name="T0" fmla="*/ 0 w 4633"/>
                <a:gd name="T1" fmla="*/ 243 h 619"/>
                <a:gd name="T2" fmla="*/ 4500 w 4633"/>
                <a:gd name="T3" fmla="*/ 243 h 619"/>
                <a:gd name="T4" fmla="*/ 4500 w 4633"/>
                <a:gd name="T5" fmla="*/ 376 h 619"/>
                <a:gd name="T6" fmla="*/ 0 w 4633"/>
                <a:gd name="T7" fmla="*/ 376 h 619"/>
                <a:gd name="T8" fmla="*/ 0 w 4633"/>
                <a:gd name="T9" fmla="*/ 243 h 619"/>
                <a:gd name="T10" fmla="*/ 4134 w 4633"/>
                <a:gd name="T11" fmla="*/ 19 h 619"/>
                <a:gd name="T12" fmla="*/ 4633 w 4633"/>
                <a:gd name="T13" fmla="*/ 309 h 619"/>
                <a:gd name="T14" fmla="*/ 4134 w 4633"/>
                <a:gd name="T15" fmla="*/ 600 h 619"/>
                <a:gd name="T16" fmla="*/ 4043 w 4633"/>
                <a:gd name="T17" fmla="*/ 576 h 619"/>
                <a:gd name="T18" fmla="*/ 4067 w 4633"/>
                <a:gd name="T19" fmla="*/ 485 h 619"/>
                <a:gd name="T20" fmla="*/ 4467 w 4633"/>
                <a:gd name="T21" fmla="*/ 252 h 619"/>
                <a:gd name="T22" fmla="*/ 4467 w 4633"/>
                <a:gd name="T23" fmla="*/ 367 h 619"/>
                <a:gd name="T24" fmla="*/ 4067 w 4633"/>
                <a:gd name="T25" fmla="*/ 134 h 619"/>
                <a:gd name="T26" fmla="*/ 4043 w 4633"/>
                <a:gd name="T27" fmla="*/ 43 h 619"/>
                <a:gd name="T28" fmla="*/ 4134 w 4633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33" h="619">
                  <a:moveTo>
                    <a:pt x="0" y="243"/>
                  </a:moveTo>
                  <a:lnTo>
                    <a:pt x="4500" y="243"/>
                  </a:lnTo>
                  <a:lnTo>
                    <a:pt x="4500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4134" y="19"/>
                  </a:moveTo>
                  <a:lnTo>
                    <a:pt x="4633" y="309"/>
                  </a:lnTo>
                  <a:lnTo>
                    <a:pt x="4134" y="600"/>
                  </a:lnTo>
                  <a:cubicBezTo>
                    <a:pt x="4102" y="619"/>
                    <a:pt x="4061" y="608"/>
                    <a:pt x="4043" y="576"/>
                  </a:cubicBezTo>
                  <a:cubicBezTo>
                    <a:pt x="4024" y="545"/>
                    <a:pt x="4035" y="504"/>
                    <a:pt x="4067" y="485"/>
                  </a:cubicBezTo>
                  <a:lnTo>
                    <a:pt x="4467" y="252"/>
                  </a:lnTo>
                  <a:lnTo>
                    <a:pt x="4467" y="367"/>
                  </a:lnTo>
                  <a:lnTo>
                    <a:pt x="4067" y="134"/>
                  </a:lnTo>
                  <a:cubicBezTo>
                    <a:pt x="4035" y="115"/>
                    <a:pt x="4024" y="74"/>
                    <a:pt x="4043" y="43"/>
                  </a:cubicBezTo>
                  <a:cubicBezTo>
                    <a:pt x="4061" y="11"/>
                    <a:pt x="4102" y="0"/>
                    <a:pt x="4134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BDD6D2F6-F8E3-BAA3-7381-E7B9566AD2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736"/>
              <a:ext cx="400" cy="62"/>
            </a:xfrm>
            <a:custGeom>
              <a:avLst/>
              <a:gdLst>
                <a:gd name="T0" fmla="*/ 0 w 3958"/>
                <a:gd name="T1" fmla="*/ 243 h 619"/>
                <a:gd name="T2" fmla="*/ 3825 w 3958"/>
                <a:gd name="T3" fmla="*/ 243 h 619"/>
                <a:gd name="T4" fmla="*/ 3825 w 3958"/>
                <a:gd name="T5" fmla="*/ 376 h 619"/>
                <a:gd name="T6" fmla="*/ 0 w 3958"/>
                <a:gd name="T7" fmla="*/ 376 h 619"/>
                <a:gd name="T8" fmla="*/ 0 w 3958"/>
                <a:gd name="T9" fmla="*/ 243 h 619"/>
                <a:gd name="T10" fmla="*/ 3459 w 3958"/>
                <a:gd name="T11" fmla="*/ 19 h 619"/>
                <a:gd name="T12" fmla="*/ 3958 w 3958"/>
                <a:gd name="T13" fmla="*/ 309 h 619"/>
                <a:gd name="T14" fmla="*/ 3459 w 3958"/>
                <a:gd name="T15" fmla="*/ 600 h 619"/>
                <a:gd name="T16" fmla="*/ 3368 w 3958"/>
                <a:gd name="T17" fmla="*/ 576 h 619"/>
                <a:gd name="T18" fmla="*/ 3392 w 3958"/>
                <a:gd name="T19" fmla="*/ 485 h 619"/>
                <a:gd name="T20" fmla="*/ 3792 w 3958"/>
                <a:gd name="T21" fmla="*/ 252 h 619"/>
                <a:gd name="T22" fmla="*/ 3792 w 3958"/>
                <a:gd name="T23" fmla="*/ 367 h 619"/>
                <a:gd name="T24" fmla="*/ 3392 w 3958"/>
                <a:gd name="T25" fmla="*/ 134 h 619"/>
                <a:gd name="T26" fmla="*/ 3368 w 3958"/>
                <a:gd name="T27" fmla="*/ 43 h 619"/>
                <a:gd name="T28" fmla="*/ 3459 w 3958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58" h="619">
                  <a:moveTo>
                    <a:pt x="0" y="243"/>
                  </a:moveTo>
                  <a:lnTo>
                    <a:pt x="3825" y="243"/>
                  </a:lnTo>
                  <a:lnTo>
                    <a:pt x="3825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3459" y="19"/>
                  </a:moveTo>
                  <a:lnTo>
                    <a:pt x="3958" y="309"/>
                  </a:lnTo>
                  <a:lnTo>
                    <a:pt x="3459" y="600"/>
                  </a:lnTo>
                  <a:cubicBezTo>
                    <a:pt x="3427" y="619"/>
                    <a:pt x="3386" y="608"/>
                    <a:pt x="3368" y="576"/>
                  </a:cubicBezTo>
                  <a:cubicBezTo>
                    <a:pt x="3349" y="545"/>
                    <a:pt x="3360" y="504"/>
                    <a:pt x="3392" y="485"/>
                  </a:cubicBezTo>
                  <a:lnTo>
                    <a:pt x="3792" y="252"/>
                  </a:lnTo>
                  <a:lnTo>
                    <a:pt x="3792" y="367"/>
                  </a:lnTo>
                  <a:lnTo>
                    <a:pt x="3392" y="134"/>
                  </a:lnTo>
                  <a:cubicBezTo>
                    <a:pt x="3360" y="115"/>
                    <a:pt x="3349" y="74"/>
                    <a:pt x="3368" y="43"/>
                  </a:cubicBezTo>
                  <a:cubicBezTo>
                    <a:pt x="3386" y="11"/>
                    <a:pt x="3427" y="0"/>
                    <a:pt x="3459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7" name="Oval 34">
              <a:extLst>
                <a:ext uri="{FF2B5EF4-FFF2-40B4-BE49-F238E27FC236}">
                  <a16:creationId xmlns:a16="http://schemas.microsoft.com/office/drawing/2014/main" id="{D9793A47-5075-16EB-99B8-50CC65FC6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8" name="Oval 35">
              <a:extLst>
                <a:ext uri="{FF2B5EF4-FFF2-40B4-BE49-F238E27FC236}">
                  <a16:creationId xmlns:a16="http://schemas.microsoft.com/office/drawing/2014/main" id="{1314E427-4CE3-3217-6877-F8FA38C21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7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A2F3D550-15FA-AD47-BDB3-C4F4C299F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8" y="2124"/>
              <a:ext cx="0" cy="77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0" name="Oval 37">
              <a:extLst>
                <a:ext uri="{FF2B5EF4-FFF2-40B4-BE49-F238E27FC236}">
                  <a16:creationId xmlns:a16="http://schemas.microsoft.com/office/drawing/2014/main" id="{31AC74C4-3E6D-3D64-17C7-79C378D80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2887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1" name="Oval 38">
              <a:extLst>
                <a:ext uri="{FF2B5EF4-FFF2-40B4-BE49-F238E27FC236}">
                  <a16:creationId xmlns:a16="http://schemas.microsoft.com/office/drawing/2014/main" id="{3E9A4B6C-DFF1-8465-B98C-3D28DA8C7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2887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9BF4187B-8A59-BB78-F4D0-4B2F52BE53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093"/>
              <a:ext cx="277" cy="62"/>
            </a:xfrm>
            <a:custGeom>
              <a:avLst/>
              <a:gdLst>
                <a:gd name="T0" fmla="*/ 0 w 2739"/>
                <a:gd name="T1" fmla="*/ 243 h 619"/>
                <a:gd name="T2" fmla="*/ 2607 w 2739"/>
                <a:gd name="T3" fmla="*/ 243 h 619"/>
                <a:gd name="T4" fmla="*/ 2607 w 2739"/>
                <a:gd name="T5" fmla="*/ 376 h 619"/>
                <a:gd name="T6" fmla="*/ 0 w 2739"/>
                <a:gd name="T7" fmla="*/ 376 h 619"/>
                <a:gd name="T8" fmla="*/ 0 w 2739"/>
                <a:gd name="T9" fmla="*/ 243 h 619"/>
                <a:gd name="T10" fmla="*/ 2241 w 2739"/>
                <a:gd name="T11" fmla="*/ 19 h 619"/>
                <a:gd name="T12" fmla="*/ 2739 w 2739"/>
                <a:gd name="T13" fmla="*/ 309 h 619"/>
                <a:gd name="T14" fmla="*/ 2241 w 2739"/>
                <a:gd name="T15" fmla="*/ 600 h 619"/>
                <a:gd name="T16" fmla="*/ 2150 w 2739"/>
                <a:gd name="T17" fmla="*/ 576 h 619"/>
                <a:gd name="T18" fmla="*/ 2174 w 2739"/>
                <a:gd name="T19" fmla="*/ 485 h 619"/>
                <a:gd name="T20" fmla="*/ 2174 w 2739"/>
                <a:gd name="T21" fmla="*/ 485 h 619"/>
                <a:gd name="T22" fmla="*/ 2574 w 2739"/>
                <a:gd name="T23" fmla="*/ 252 h 619"/>
                <a:gd name="T24" fmla="*/ 2574 w 2739"/>
                <a:gd name="T25" fmla="*/ 367 h 619"/>
                <a:gd name="T26" fmla="*/ 2174 w 2739"/>
                <a:gd name="T27" fmla="*/ 134 h 619"/>
                <a:gd name="T28" fmla="*/ 2150 w 2739"/>
                <a:gd name="T29" fmla="*/ 43 h 619"/>
                <a:gd name="T30" fmla="*/ 2241 w 2739"/>
                <a:gd name="T31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39" h="619">
                  <a:moveTo>
                    <a:pt x="0" y="243"/>
                  </a:moveTo>
                  <a:lnTo>
                    <a:pt x="2607" y="243"/>
                  </a:lnTo>
                  <a:lnTo>
                    <a:pt x="2607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241" y="19"/>
                  </a:moveTo>
                  <a:lnTo>
                    <a:pt x="2739" y="309"/>
                  </a:lnTo>
                  <a:lnTo>
                    <a:pt x="2241" y="600"/>
                  </a:lnTo>
                  <a:cubicBezTo>
                    <a:pt x="2209" y="619"/>
                    <a:pt x="2168" y="608"/>
                    <a:pt x="2150" y="576"/>
                  </a:cubicBezTo>
                  <a:cubicBezTo>
                    <a:pt x="2131" y="545"/>
                    <a:pt x="2142" y="504"/>
                    <a:pt x="2174" y="485"/>
                  </a:cubicBezTo>
                  <a:lnTo>
                    <a:pt x="2174" y="485"/>
                  </a:lnTo>
                  <a:lnTo>
                    <a:pt x="2574" y="252"/>
                  </a:lnTo>
                  <a:lnTo>
                    <a:pt x="2574" y="367"/>
                  </a:lnTo>
                  <a:lnTo>
                    <a:pt x="2174" y="134"/>
                  </a:lnTo>
                  <a:cubicBezTo>
                    <a:pt x="2142" y="115"/>
                    <a:pt x="2131" y="74"/>
                    <a:pt x="2150" y="43"/>
                  </a:cubicBezTo>
                  <a:cubicBezTo>
                    <a:pt x="2168" y="11"/>
                    <a:pt x="2209" y="0"/>
                    <a:pt x="2241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E5D916EE-DBD7-D493-0365-1AE723444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" y="2474"/>
              <a:ext cx="345" cy="62"/>
            </a:xfrm>
            <a:custGeom>
              <a:avLst/>
              <a:gdLst>
                <a:gd name="T0" fmla="*/ 0 w 3415"/>
                <a:gd name="T1" fmla="*/ 243 h 619"/>
                <a:gd name="T2" fmla="*/ 3282 w 3415"/>
                <a:gd name="T3" fmla="*/ 243 h 619"/>
                <a:gd name="T4" fmla="*/ 3282 w 3415"/>
                <a:gd name="T5" fmla="*/ 376 h 619"/>
                <a:gd name="T6" fmla="*/ 0 w 3415"/>
                <a:gd name="T7" fmla="*/ 376 h 619"/>
                <a:gd name="T8" fmla="*/ 0 w 3415"/>
                <a:gd name="T9" fmla="*/ 243 h 619"/>
                <a:gd name="T10" fmla="*/ 2916 w 3415"/>
                <a:gd name="T11" fmla="*/ 19 h 619"/>
                <a:gd name="T12" fmla="*/ 3415 w 3415"/>
                <a:gd name="T13" fmla="*/ 309 h 619"/>
                <a:gd name="T14" fmla="*/ 2916 w 3415"/>
                <a:gd name="T15" fmla="*/ 600 h 619"/>
                <a:gd name="T16" fmla="*/ 2825 w 3415"/>
                <a:gd name="T17" fmla="*/ 576 h 619"/>
                <a:gd name="T18" fmla="*/ 2849 w 3415"/>
                <a:gd name="T19" fmla="*/ 485 h 619"/>
                <a:gd name="T20" fmla="*/ 3249 w 3415"/>
                <a:gd name="T21" fmla="*/ 252 h 619"/>
                <a:gd name="T22" fmla="*/ 3249 w 3415"/>
                <a:gd name="T23" fmla="*/ 367 h 619"/>
                <a:gd name="T24" fmla="*/ 2849 w 3415"/>
                <a:gd name="T25" fmla="*/ 134 h 619"/>
                <a:gd name="T26" fmla="*/ 2825 w 3415"/>
                <a:gd name="T27" fmla="*/ 43 h 619"/>
                <a:gd name="T28" fmla="*/ 2916 w 3415"/>
                <a:gd name="T29" fmla="*/ 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15" h="619">
                  <a:moveTo>
                    <a:pt x="0" y="243"/>
                  </a:moveTo>
                  <a:lnTo>
                    <a:pt x="3282" y="243"/>
                  </a:lnTo>
                  <a:lnTo>
                    <a:pt x="3282" y="376"/>
                  </a:lnTo>
                  <a:lnTo>
                    <a:pt x="0" y="376"/>
                  </a:lnTo>
                  <a:lnTo>
                    <a:pt x="0" y="243"/>
                  </a:lnTo>
                  <a:close/>
                  <a:moveTo>
                    <a:pt x="2916" y="19"/>
                  </a:moveTo>
                  <a:lnTo>
                    <a:pt x="3415" y="309"/>
                  </a:lnTo>
                  <a:lnTo>
                    <a:pt x="2916" y="600"/>
                  </a:lnTo>
                  <a:cubicBezTo>
                    <a:pt x="2884" y="619"/>
                    <a:pt x="2843" y="608"/>
                    <a:pt x="2825" y="576"/>
                  </a:cubicBezTo>
                  <a:cubicBezTo>
                    <a:pt x="2806" y="545"/>
                    <a:pt x="2817" y="504"/>
                    <a:pt x="2849" y="485"/>
                  </a:cubicBezTo>
                  <a:lnTo>
                    <a:pt x="3249" y="252"/>
                  </a:lnTo>
                  <a:lnTo>
                    <a:pt x="3249" y="367"/>
                  </a:lnTo>
                  <a:lnTo>
                    <a:pt x="2849" y="134"/>
                  </a:lnTo>
                  <a:cubicBezTo>
                    <a:pt x="2817" y="115"/>
                    <a:pt x="2806" y="74"/>
                    <a:pt x="2825" y="43"/>
                  </a:cubicBezTo>
                  <a:cubicBezTo>
                    <a:pt x="2843" y="11"/>
                    <a:pt x="2884" y="0"/>
                    <a:pt x="2916" y="1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8386E430-649C-3C53-A049-EB6BB339F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048"/>
              <a:ext cx="22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282366D7-9C0B-2122-D46F-92D558309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8" y="2429"/>
              <a:ext cx="257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03EA8E8C-473F-A7E9-04E2-FEEDA6A32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843"/>
              <a:ext cx="222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DC52795D-12A4-21DC-A2BF-5650151B2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0" y="1645"/>
              <a:ext cx="0" cy="98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27AAEC7C-EEE0-FF05-D137-C83BF790C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1483"/>
              <a:ext cx="37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Binvert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5E6DA754-EAB6-A3D4-FD5A-5EF0D6D6E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417"/>
              <a:ext cx="623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Operatio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0B3DD144-E0A7-5233-1648-243F863795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" y="1591"/>
              <a:ext cx="0" cy="365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2AD4B7FC-DEFD-C661-7592-B5A1A0336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9" y="2487"/>
              <a:ext cx="356" cy="62"/>
            </a:xfrm>
            <a:custGeom>
              <a:avLst/>
              <a:gdLst>
                <a:gd name="T0" fmla="*/ 0 w 1763"/>
                <a:gd name="T1" fmla="*/ 121 h 309"/>
                <a:gd name="T2" fmla="*/ 1697 w 1763"/>
                <a:gd name="T3" fmla="*/ 121 h 309"/>
                <a:gd name="T4" fmla="*/ 1697 w 1763"/>
                <a:gd name="T5" fmla="*/ 188 h 309"/>
                <a:gd name="T6" fmla="*/ 0 w 1763"/>
                <a:gd name="T7" fmla="*/ 188 h 309"/>
                <a:gd name="T8" fmla="*/ 0 w 1763"/>
                <a:gd name="T9" fmla="*/ 121 h 309"/>
                <a:gd name="T10" fmla="*/ 1514 w 1763"/>
                <a:gd name="T11" fmla="*/ 9 h 309"/>
                <a:gd name="T12" fmla="*/ 1763 w 1763"/>
                <a:gd name="T13" fmla="*/ 154 h 309"/>
                <a:gd name="T14" fmla="*/ 1514 w 1763"/>
                <a:gd name="T15" fmla="*/ 300 h 309"/>
                <a:gd name="T16" fmla="*/ 1468 w 1763"/>
                <a:gd name="T17" fmla="*/ 288 h 309"/>
                <a:gd name="T18" fmla="*/ 1480 w 1763"/>
                <a:gd name="T19" fmla="*/ 242 h 309"/>
                <a:gd name="T20" fmla="*/ 1680 w 1763"/>
                <a:gd name="T21" fmla="*/ 126 h 309"/>
                <a:gd name="T22" fmla="*/ 1680 w 1763"/>
                <a:gd name="T23" fmla="*/ 183 h 309"/>
                <a:gd name="T24" fmla="*/ 1480 w 1763"/>
                <a:gd name="T25" fmla="*/ 67 h 309"/>
                <a:gd name="T26" fmla="*/ 1468 w 1763"/>
                <a:gd name="T27" fmla="*/ 21 h 309"/>
                <a:gd name="T28" fmla="*/ 1514 w 1763"/>
                <a:gd name="T29" fmla="*/ 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63" h="309">
                  <a:moveTo>
                    <a:pt x="0" y="121"/>
                  </a:moveTo>
                  <a:lnTo>
                    <a:pt x="1697" y="121"/>
                  </a:lnTo>
                  <a:lnTo>
                    <a:pt x="1697" y="188"/>
                  </a:lnTo>
                  <a:lnTo>
                    <a:pt x="0" y="188"/>
                  </a:lnTo>
                  <a:lnTo>
                    <a:pt x="0" y="121"/>
                  </a:lnTo>
                  <a:close/>
                  <a:moveTo>
                    <a:pt x="1514" y="9"/>
                  </a:moveTo>
                  <a:lnTo>
                    <a:pt x="1763" y="154"/>
                  </a:lnTo>
                  <a:lnTo>
                    <a:pt x="1514" y="300"/>
                  </a:lnTo>
                  <a:cubicBezTo>
                    <a:pt x="1498" y="309"/>
                    <a:pt x="1478" y="304"/>
                    <a:pt x="1468" y="288"/>
                  </a:cubicBezTo>
                  <a:cubicBezTo>
                    <a:pt x="1459" y="272"/>
                    <a:pt x="1464" y="252"/>
                    <a:pt x="1480" y="242"/>
                  </a:cubicBezTo>
                  <a:lnTo>
                    <a:pt x="1680" y="126"/>
                  </a:lnTo>
                  <a:lnTo>
                    <a:pt x="1680" y="183"/>
                  </a:lnTo>
                  <a:lnTo>
                    <a:pt x="1480" y="67"/>
                  </a:lnTo>
                  <a:cubicBezTo>
                    <a:pt x="1464" y="57"/>
                    <a:pt x="1459" y="37"/>
                    <a:pt x="1468" y="21"/>
                  </a:cubicBezTo>
                  <a:cubicBezTo>
                    <a:pt x="1478" y="5"/>
                    <a:pt x="1498" y="0"/>
                    <a:pt x="1514" y="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46C78682-857F-EC5D-4C41-48C25044B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2340"/>
              <a:ext cx="34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Result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4" name="Rectangle 51">
              <a:extLst>
                <a:ext uri="{FF2B5EF4-FFF2-40B4-BE49-F238E27FC236}">
                  <a16:creationId xmlns:a16="http://schemas.microsoft.com/office/drawing/2014/main" id="{4CBA641D-3AC7-DD29-833B-EECD14256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" y="1915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a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id="{8304D733-EBED-3C5E-23B1-9A416E358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2669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b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6" name="Oval 53">
              <a:extLst>
                <a:ext uri="{FF2B5EF4-FFF2-40B4-BE49-F238E27FC236}">
                  <a16:creationId xmlns:a16="http://schemas.microsoft.com/office/drawing/2014/main" id="{78BAD64A-DA80-1232-492D-FF398AD8B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7" name="Oval 54">
              <a:extLst>
                <a:ext uri="{FF2B5EF4-FFF2-40B4-BE49-F238E27FC236}">
                  <a16:creationId xmlns:a16="http://schemas.microsoft.com/office/drawing/2014/main" id="{0BA1ED0B-5C2C-4FB1-12B8-15F08DF7D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493"/>
              <a:ext cx="24" cy="24"/>
            </a:xfrm>
            <a:prstGeom prst="ellips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D8FAA52D-2394-E4B6-C3E8-F567DA085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" y="1568"/>
              <a:ext cx="0" cy="1008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53F266B9-9153-2924-4F3D-4D0CF1569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2573"/>
              <a:ext cx="163" cy="0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89191711-414E-F729-9F3C-0CE2E3DD2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1" y="2570"/>
              <a:ext cx="0" cy="116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1" name="Rectangle 58">
              <a:extLst>
                <a:ext uri="{FF2B5EF4-FFF2-40B4-BE49-F238E27FC236}">
                  <a16:creationId xmlns:a16="http://schemas.microsoft.com/office/drawing/2014/main" id="{3EA16104-869A-71CE-838B-0855F0F78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1428"/>
              <a:ext cx="39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CarryIn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75AF0E54-3476-99FF-C5E8-CFBB1FCF3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2985"/>
              <a:ext cx="0" cy="439"/>
            </a:xfrm>
            <a:prstGeom prst="line">
              <a:avLst/>
            </a:prstGeom>
            <a:noFill/>
            <a:ln w="2063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3" name="Rectangle 60">
              <a:extLst>
                <a:ext uri="{FF2B5EF4-FFF2-40B4-BE49-F238E27FC236}">
                  <a16:creationId xmlns:a16="http://schemas.microsoft.com/office/drawing/2014/main" id="{566E604F-CA1F-2994-B033-15E998EA2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" y="3424"/>
              <a:ext cx="492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SimHei" panose="02010609060101010101" pitchFamily="49" charset="-122"/>
                </a:rPr>
                <a:t>CarryOut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57431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5AB50-25D7-45D9-9CA5-C7ECBC80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位加法器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1AAF7-2D1D-4795-B487-5C802803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E5BB2C-F62E-426C-B9A4-49457CCD7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204354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a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1FD324E-580D-459E-A32A-B4BB40A34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242454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b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F37911-6005-4598-88D8-AA54ED6C2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213402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868CBE6-2DE4-4047-AC4D-D20507940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142" y="2226616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24F0776A-050A-4452-A848-0E6FEE7CC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9900" y="239798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1B045D68-C500-4996-9A6C-7E71F6D2F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227372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E63330B8-CECD-4CC5-B059-5B543653F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250232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FDF759F-DB59-4695-ABA1-D31FFEFD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225" y="2195940"/>
            <a:ext cx="7181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Sum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ED7D02F0-5955-4CE5-BCD7-E4D101F46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174032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59E8D28-29E1-4996-B7AF-7CA231855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969" y="2081318"/>
            <a:ext cx="86882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dirty="0">
                <a:latin typeface="Arial" panose="020B0604020202020204" pitchFamily="34" charset="0"/>
                <a:ea typeface="PMingLiU" pitchFamily="18" charset="-120"/>
              </a:rPr>
              <a:t>CarryIn</a:t>
            </a:r>
            <a:r>
              <a:rPr kumimoji="1" lang="en-US" altLang="zh-TW" sz="14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181C37D6-7577-4FB4-BE57-305E78E9E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295794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a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83577279-95CF-43A5-B6DE-B925CFA71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333894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b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75C7BDF6-9041-42C6-B2E4-FE8B708E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304842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49F6EB1E-363D-4C8A-BCC9-AC7493668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9900" y="330242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BAFEC107-25EB-472C-ADFA-7E9B007C4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318812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A521BCE8-5F2D-4E60-8746-D3224CEC0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341672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5971536D-52C5-41B6-A913-AABB7C60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225" y="3110340"/>
            <a:ext cx="7181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Sum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8BF9C2BB-B16A-4133-8F70-77F35BB6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265472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0C414DF5-6A7C-4851-8A9C-898C90DE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387234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a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2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24E0512E-7059-484A-AAB3-854BC0516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425334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b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2</a:t>
            </a: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D90BCE60-966A-44E0-8265-F4FCB4EDF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396282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FEFA6AE9-057E-47EF-8586-1B55874C7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9900" y="421682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8CD391ED-5479-4D92-896C-D2B1E415B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410252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34A558D1-29D2-4436-94A7-523408A37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433112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0AC11507-FD22-420A-8DDF-A95F6B7E9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225" y="4024740"/>
            <a:ext cx="7181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Sum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2</a:t>
            </a: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3AFABD7C-FDD2-4D1B-894B-4B95B453E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356912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CE0551A2-37BA-4DEC-A597-C365E1D93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55" y="4827135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a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31</a:t>
            </a:r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3B1A0900-F03E-4949-97A8-9902EA1F1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55" y="5197925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b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31</a:t>
            </a:r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EFDAA348-B7C9-4509-B222-BDAA25E6D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487722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2AB35612-231B-4427-AC76-771E027A2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9900" y="513122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28722EEB-DE52-4042-8038-02486FD21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501692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EE1D00BB-761E-473E-88F4-6707D3986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524552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2" name="Rectangle 39">
            <a:extLst>
              <a:ext uri="{FF2B5EF4-FFF2-40B4-BE49-F238E27FC236}">
                <a16:creationId xmlns:a16="http://schemas.microsoft.com/office/drawing/2014/main" id="{FF9EF737-D1A9-43EA-AC2F-E40A66B42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225" y="4939140"/>
            <a:ext cx="8319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Sum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31</a:t>
            </a:r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D1A664AF-7A6D-46F0-BEEB-A5C807D51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448352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211416D8-E0A6-43A5-BA20-182D658DD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539792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8" name="Rectangle 45">
            <a:extLst>
              <a:ext uri="{FF2B5EF4-FFF2-40B4-BE49-F238E27FC236}">
                <a16:creationId xmlns:a16="http://schemas.microsoft.com/office/drawing/2014/main" id="{F31A3C18-184B-4FC2-B494-204D7D7B6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819" y="2369560"/>
            <a:ext cx="104035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dirty="0">
                <a:latin typeface="Arial" panose="020B0604020202020204" pitchFamily="34" charset="0"/>
                <a:ea typeface="PMingLiU" pitchFamily="18" charset="-120"/>
              </a:rPr>
              <a:t>CarryOut0</a:t>
            </a:r>
            <a:endParaRPr kumimoji="1" lang="en-US" altLang="zh-TW" sz="14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55" name="Line 40">
            <a:extLst>
              <a:ext uri="{FF2B5EF4-FFF2-40B4-BE49-F238E27FC236}">
                <a16:creationId xmlns:a16="http://schemas.microsoft.com/office/drawing/2014/main" id="{C51FD45B-98D8-4127-BDD6-E568779FF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4762" y="4558140"/>
            <a:ext cx="0" cy="31908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56" name="Rectangle 50">
            <a:extLst>
              <a:ext uri="{FF2B5EF4-FFF2-40B4-BE49-F238E27FC236}">
                <a16:creationId xmlns:a16="http://schemas.microsoft.com/office/drawing/2014/main" id="{8395FB0F-1269-423D-A9B9-0CBB756E0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0" y="2074456"/>
            <a:ext cx="4146550" cy="1077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/>
            <a:r>
              <a:rPr lang="zh-CN" altLang="en-US" sz="3200" dirty="0">
                <a:latin typeface="Arial" panose="020B0604020202020204" pitchFamily="34" charset="0"/>
                <a:ea typeface="SimHei" panose="02010609060101010101" pitchFamily="49" charset="-122"/>
              </a:rPr>
              <a:t>行波进位加法器</a:t>
            </a:r>
          </a:p>
          <a:p>
            <a:pPr algn="l"/>
            <a:r>
              <a:rPr lang="en-US" altLang="zh-CN" sz="3200" dirty="0">
                <a:latin typeface="Arial" panose="020B0604020202020204" pitchFamily="34" charset="0"/>
                <a:ea typeface="SimHei" panose="02010609060101010101" pitchFamily="49" charset="-122"/>
              </a:rPr>
              <a:t>(r</a:t>
            </a:r>
            <a:r>
              <a:rPr lang="en-US" altLang="zh-TW" sz="3200" dirty="0">
                <a:latin typeface="Arial" panose="020B0604020202020204" pitchFamily="34" charset="0"/>
                <a:ea typeface="SimHei" panose="02010609060101010101" pitchFamily="49" charset="-122"/>
              </a:rPr>
              <a:t>ipple</a:t>
            </a:r>
            <a:r>
              <a:rPr lang="en-US" altLang="zh-CN" sz="3200" dirty="0">
                <a:latin typeface="Arial" panose="020B0604020202020204" pitchFamily="34" charset="0"/>
                <a:ea typeface="SimHei" panose="02010609060101010101" pitchFamily="49" charset="-122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SimHei" panose="02010609060101010101" pitchFamily="49" charset="-122"/>
              </a:rPr>
              <a:t>carry adder</a:t>
            </a:r>
            <a:r>
              <a:rPr lang="en-US" altLang="zh-CN" sz="3200" dirty="0">
                <a:latin typeface="Arial" panose="020B0604020202020204" pitchFamily="34" charset="0"/>
                <a:ea typeface="SimHei" panose="02010609060101010101" pitchFamily="49" charset="-122"/>
              </a:rPr>
              <a:t>)</a:t>
            </a:r>
          </a:p>
        </p:txBody>
      </p:sp>
      <p:sp>
        <p:nvSpPr>
          <p:cNvPr id="57" name="Text Box 51">
            <a:extLst>
              <a:ext uri="{FF2B5EF4-FFF2-40B4-BE49-F238E27FC236}">
                <a16:creationId xmlns:a16="http://schemas.microsoft.com/office/drawing/2014/main" id="{1A98D9C2-9023-4396-B3E6-9B331768E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3709581"/>
            <a:ext cx="4002087" cy="107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185738" indent="-18573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dirty="0">
                <a:latin typeface="Arial" panose="020B0604020202020204" pitchFamily="34" charset="0"/>
                <a:ea typeface="SimHei" panose="02010609060101010101" pitchFamily="49" charset="-122"/>
              </a:rPr>
              <a:t>大多数</a:t>
            </a:r>
            <a:r>
              <a:rPr lang="en-US" altLang="zh-CN" sz="2800" dirty="0">
                <a:latin typeface="Arial" panose="020B0604020202020204" pitchFamily="34" charset="0"/>
                <a:ea typeface="SimHei" panose="02010609060101010101" pitchFamily="49" charset="-122"/>
              </a:rPr>
              <a:t>MIPS</a:t>
            </a:r>
            <a:r>
              <a:rPr lang="zh-CN" altLang="en-US" sz="2800" dirty="0">
                <a:latin typeface="Arial" panose="020B0604020202020204" pitchFamily="34" charset="0"/>
                <a:ea typeface="SimHei" panose="02010609060101010101" pitchFamily="49" charset="-122"/>
              </a:rPr>
              <a:t>指令都可以用这个</a:t>
            </a:r>
            <a:r>
              <a:rPr lang="en-US" altLang="zh-CN" sz="2800" dirty="0">
                <a:latin typeface="Arial" panose="020B0604020202020204" pitchFamily="34" charset="0"/>
                <a:ea typeface="SimHei" panose="02010609060101010101" pitchFamily="49" charset="-122"/>
              </a:rPr>
              <a:t>ALU</a:t>
            </a:r>
            <a:r>
              <a:rPr lang="zh-CN" altLang="en-US" sz="2800" dirty="0">
                <a:latin typeface="Arial" panose="020B0604020202020204" pitchFamily="34" charset="0"/>
                <a:ea typeface="SimHei" panose="02010609060101010101" pitchFamily="49" charset="-122"/>
              </a:rPr>
              <a:t>实现</a:t>
            </a:r>
          </a:p>
        </p:txBody>
      </p:sp>
      <p:sp>
        <p:nvSpPr>
          <p:cNvPr id="59" name="Rectangle 5">
            <a:extLst>
              <a:ext uri="{FF2B5EF4-FFF2-40B4-BE49-F238E27FC236}">
                <a16:creationId xmlns:a16="http://schemas.microsoft.com/office/drawing/2014/main" id="{ECBC15D6-01A0-4594-84FE-77EB0A9BA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997" y="3147739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0" name="Rectangle 11">
            <a:extLst>
              <a:ext uri="{FF2B5EF4-FFF2-40B4-BE49-F238E27FC236}">
                <a16:creationId xmlns:a16="http://schemas.microsoft.com/office/drawing/2014/main" id="{8AE12389-708D-43A7-B5D0-F3A132B13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8824" y="3002441"/>
            <a:ext cx="86882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dirty="0">
                <a:latin typeface="Arial" panose="020B0604020202020204" pitchFamily="34" charset="0"/>
                <a:ea typeface="PMingLiU" pitchFamily="18" charset="-120"/>
              </a:rPr>
              <a:t>CarryIn1</a:t>
            </a:r>
            <a:endParaRPr kumimoji="1" lang="en-US" altLang="zh-TW" sz="14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" name="Rectangle 45">
            <a:extLst>
              <a:ext uri="{FF2B5EF4-FFF2-40B4-BE49-F238E27FC236}">
                <a16:creationId xmlns:a16="http://schemas.microsoft.com/office/drawing/2014/main" id="{1D7041C1-0429-48F8-91E2-D52BFAAF4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674" y="3290683"/>
            <a:ext cx="104035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dirty="0">
                <a:latin typeface="Arial" panose="020B0604020202020204" pitchFamily="34" charset="0"/>
                <a:ea typeface="PMingLiU" pitchFamily="18" charset="-120"/>
              </a:rPr>
              <a:t>CarryOut1</a:t>
            </a:r>
            <a:endParaRPr kumimoji="1" lang="en-US" altLang="zh-TW" sz="14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5" name="Rectangle 5">
            <a:extLst>
              <a:ext uri="{FF2B5EF4-FFF2-40B4-BE49-F238E27FC236}">
                <a16:creationId xmlns:a16="http://schemas.microsoft.com/office/drawing/2014/main" id="{4ADC60C0-94CD-4DC9-8E97-3E6D404A5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329" y="4063120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6" name="Rectangle 11">
            <a:extLst>
              <a:ext uri="{FF2B5EF4-FFF2-40B4-BE49-F238E27FC236}">
                <a16:creationId xmlns:a16="http://schemas.microsoft.com/office/drawing/2014/main" id="{E5A474FE-2575-4172-BA38-56223C77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156" y="3917822"/>
            <a:ext cx="86882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dirty="0">
                <a:latin typeface="Arial" panose="020B0604020202020204" pitchFamily="34" charset="0"/>
                <a:ea typeface="PMingLiU" pitchFamily="18" charset="-120"/>
              </a:rPr>
              <a:t>CarryIn2</a:t>
            </a:r>
            <a:endParaRPr kumimoji="1" lang="en-US" altLang="zh-TW" sz="14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7" name="Rectangle 45">
            <a:extLst>
              <a:ext uri="{FF2B5EF4-FFF2-40B4-BE49-F238E27FC236}">
                <a16:creationId xmlns:a16="http://schemas.microsoft.com/office/drawing/2014/main" id="{78B7E01B-F34C-47EC-96BF-097BABE7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006" y="4206064"/>
            <a:ext cx="104035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dirty="0">
                <a:latin typeface="Arial" panose="020B0604020202020204" pitchFamily="34" charset="0"/>
                <a:ea typeface="PMingLiU" pitchFamily="18" charset="-120"/>
              </a:rPr>
              <a:t>CarryOut2</a:t>
            </a:r>
            <a:endParaRPr kumimoji="1" lang="en-US" altLang="zh-TW" sz="14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DC33E90F-C72B-438F-A1F2-D74486C84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644" y="4969225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72" name="Rectangle 11">
            <a:extLst>
              <a:ext uri="{FF2B5EF4-FFF2-40B4-BE49-F238E27FC236}">
                <a16:creationId xmlns:a16="http://schemas.microsoft.com/office/drawing/2014/main" id="{C0C04E57-8C4A-4E5A-A0B8-783B91940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471" y="4823927"/>
            <a:ext cx="100187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dirty="0">
                <a:latin typeface="Arial" panose="020B0604020202020204" pitchFamily="34" charset="0"/>
                <a:ea typeface="PMingLiU" pitchFamily="18" charset="-120"/>
              </a:rPr>
              <a:t>CarryIn31</a:t>
            </a:r>
            <a:endParaRPr kumimoji="1" lang="en-US" altLang="zh-TW" sz="14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73" name="Rectangle 45">
            <a:extLst>
              <a:ext uri="{FF2B5EF4-FFF2-40B4-BE49-F238E27FC236}">
                <a16:creationId xmlns:a16="http://schemas.microsoft.com/office/drawing/2014/main" id="{7664E77C-8CBC-4D2D-B1E9-56C1E96B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934" y="5110592"/>
            <a:ext cx="113011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dirty="0">
                <a:latin typeface="Arial" panose="020B0604020202020204" pitchFamily="34" charset="0"/>
                <a:ea typeface="PMingLiU" pitchFamily="18" charset="-120"/>
              </a:rPr>
              <a:t>CarryOut31</a:t>
            </a:r>
            <a:endParaRPr kumimoji="1" lang="en-US" altLang="zh-TW" sz="1400" dirty="0">
              <a:latin typeface="Arial" panose="020B0604020202020204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5033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049D-8B91-4FB8-A396-5A5E5D2A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32-bit ALU</a:t>
            </a:r>
            <a:r>
              <a:rPr lang="zh-CN" altLang="en-US" dirty="0"/>
              <a:t>：溢出检测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4F960-93B2-4EC9-A6FF-D82ACAAD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FB0626-6571-4C6A-BD6B-A18BF05EE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435" y="1669437"/>
            <a:ext cx="7772400" cy="1640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b="0" kern="0" dirty="0">
                <a:ea typeface="SimHei" panose="02010609060101010101" pitchFamily="49" charset="-122"/>
              </a:rPr>
              <a:t>Add, Sub </a:t>
            </a:r>
            <a:r>
              <a:rPr lang="zh-CN" altLang="en-US" b="0" kern="0" dirty="0">
                <a:ea typeface="SimHei" panose="02010609060101010101" pitchFamily="49" charset="-122"/>
              </a:rPr>
              <a:t>应支持溢出检测</a:t>
            </a:r>
            <a:endParaRPr lang="en-US" altLang="zh-CN" b="0" kern="0" dirty="0">
              <a:ea typeface="SimHei" panose="02010609060101010101" pitchFamily="49" charset="-122"/>
            </a:endParaRPr>
          </a:p>
          <a:p>
            <a:r>
              <a:rPr lang="zh-CN" altLang="en-US" b="0" kern="0" dirty="0">
                <a:ea typeface="SimHei" panose="02010609060101010101" pitchFamily="49" charset="-122"/>
              </a:rPr>
              <a:t>溢出可以用如下方法检测</a:t>
            </a:r>
            <a:r>
              <a:rPr lang="en-US" altLang="zh-CN" b="0" kern="0" dirty="0">
                <a:ea typeface="SimHei" panose="02010609060101010101" pitchFamily="49" charset="-122"/>
              </a:rPr>
              <a:t>:</a:t>
            </a:r>
          </a:p>
          <a:p>
            <a:pPr lvl="1">
              <a:buFont typeface="Wingdings" pitchFamily="2" charset="2"/>
              <a:buNone/>
            </a:pPr>
            <a:r>
              <a:rPr lang="zh-CN" altLang="en-US" b="0" kern="0" dirty="0">
                <a:ea typeface="SimHei" panose="02010609060101010101" pitchFamily="49" charset="-122"/>
              </a:rPr>
              <a:t>输入到最高位的进位</a:t>
            </a:r>
            <a:r>
              <a:rPr lang="en-US" altLang="zh-CN" b="0" kern="0" dirty="0">
                <a:ea typeface="SimHei" panose="02010609060101010101" pitchFamily="49" charset="-122"/>
              </a:rPr>
              <a:t> != </a:t>
            </a:r>
            <a:r>
              <a:rPr lang="zh-CN" altLang="en-US" b="0" kern="0" dirty="0">
                <a:ea typeface="SimHei" panose="02010609060101010101" pitchFamily="49" charset="-122"/>
              </a:rPr>
              <a:t>从最高位输出的进位（</a:t>
            </a:r>
            <a:r>
              <a:rPr lang="en-US" altLang="zh-CN" b="0" kern="0" dirty="0">
                <a:ea typeface="SimHei" panose="02010609060101010101" pitchFamily="49" charset="-122"/>
              </a:rPr>
              <a:t>Carry into MSB != Carry out of MSB </a:t>
            </a:r>
            <a:r>
              <a:rPr lang="zh-CN" altLang="en-US" b="0" kern="0" dirty="0">
                <a:ea typeface="SimHei" panose="02010609060101010101" pitchFamily="49" charset="-122"/>
              </a:rPr>
              <a:t>）</a:t>
            </a:r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1F2905FE-47E1-4155-A090-1EF2B0C15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7435" y="4945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55" name="Rectangle 6">
            <a:extLst>
              <a:ext uri="{FF2B5EF4-FFF2-40B4-BE49-F238E27FC236}">
                <a16:creationId xmlns:a16="http://schemas.microsoft.com/office/drawing/2014/main" id="{CA5B5933-E067-4050-9264-D45AB71D8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035" y="4945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56" name="Rectangle 7">
            <a:extLst>
              <a:ext uri="{FF2B5EF4-FFF2-40B4-BE49-F238E27FC236}">
                <a16:creationId xmlns:a16="http://schemas.microsoft.com/office/drawing/2014/main" id="{78DC8A95-EA56-4144-AF99-49069C48F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6635" y="4945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57" name="Rectangle 8">
            <a:extLst>
              <a:ext uri="{FF2B5EF4-FFF2-40B4-BE49-F238E27FC236}">
                <a16:creationId xmlns:a16="http://schemas.microsoft.com/office/drawing/2014/main" id="{7DEDEFFA-7FC7-458A-8F14-6EF05E51C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235" y="4945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58" name="Rectangle 9">
            <a:extLst>
              <a:ext uri="{FF2B5EF4-FFF2-40B4-BE49-F238E27FC236}">
                <a16:creationId xmlns:a16="http://schemas.microsoft.com/office/drawing/2014/main" id="{7FF30391-9489-42CA-A65D-0C00F194F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7435" y="5326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59" name="Rectangle 10">
            <a:extLst>
              <a:ext uri="{FF2B5EF4-FFF2-40B4-BE49-F238E27FC236}">
                <a16:creationId xmlns:a16="http://schemas.microsoft.com/office/drawing/2014/main" id="{95A20EF9-3DBC-491B-AE8C-DC6433992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035" y="5326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60" name="Rectangle 11">
            <a:extLst>
              <a:ext uri="{FF2B5EF4-FFF2-40B4-BE49-F238E27FC236}">
                <a16:creationId xmlns:a16="http://schemas.microsoft.com/office/drawing/2014/main" id="{C1DEA6B1-4C07-46E2-AE2E-3E6070B01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6635" y="5326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61" name="Rectangle 12">
            <a:extLst>
              <a:ext uri="{FF2B5EF4-FFF2-40B4-BE49-F238E27FC236}">
                <a16:creationId xmlns:a16="http://schemas.microsoft.com/office/drawing/2014/main" id="{6FF6D19D-131C-405B-8C03-1F4EC0E53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235" y="5326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62" name="Rectangle 13">
            <a:extLst>
              <a:ext uri="{FF2B5EF4-FFF2-40B4-BE49-F238E27FC236}">
                <a16:creationId xmlns:a16="http://schemas.microsoft.com/office/drawing/2014/main" id="{9787D73F-1622-4962-92E8-EA22AEEAA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35" y="5326833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</a:p>
        </p:txBody>
      </p:sp>
      <p:sp>
        <p:nvSpPr>
          <p:cNvPr id="63" name="Line 14">
            <a:extLst>
              <a:ext uri="{FF2B5EF4-FFF2-40B4-BE49-F238E27FC236}">
                <a16:creationId xmlns:a16="http://schemas.microsoft.com/office/drawing/2014/main" id="{0BEB2560-B408-4A96-BE28-4A846E959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310" y="5633220"/>
            <a:ext cx="281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4" name="Rectangle 15">
            <a:extLst>
              <a:ext uri="{FF2B5EF4-FFF2-40B4-BE49-F238E27FC236}">
                <a16:creationId xmlns:a16="http://schemas.microsoft.com/office/drawing/2014/main" id="{EC3C2BB9-632D-4890-9642-20AAF7A56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7435" y="5707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65" name="Rectangle 16">
            <a:extLst>
              <a:ext uri="{FF2B5EF4-FFF2-40B4-BE49-F238E27FC236}">
                <a16:creationId xmlns:a16="http://schemas.microsoft.com/office/drawing/2014/main" id="{4ECD3BA9-D994-4882-99D0-D67288F47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035" y="5707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66" name="Rectangle 17">
            <a:extLst>
              <a:ext uri="{FF2B5EF4-FFF2-40B4-BE49-F238E27FC236}">
                <a16:creationId xmlns:a16="http://schemas.microsoft.com/office/drawing/2014/main" id="{6D8A8ADF-E768-4B80-A92A-BC5FA126A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6635" y="5707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67" name="Rectangle 18">
            <a:extLst>
              <a:ext uri="{FF2B5EF4-FFF2-40B4-BE49-F238E27FC236}">
                <a16:creationId xmlns:a16="http://schemas.microsoft.com/office/drawing/2014/main" id="{789567C6-CBF4-4496-99E4-3FC7FE0A9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235" y="5707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68" name="Line 19">
            <a:extLst>
              <a:ext uri="{FF2B5EF4-FFF2-40B4-BE49-F238E27FC236}">
                <a16:creationId xmlns:a16="http://schemas.microsoft.com/office/drawing/2014/main" id="{15343601-E50D-4F65-970D-E73AE1662F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1510" y="4795020"/>
            <a:ext cx="3810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9" name="Rectangle 20">
            <a:extLst>
              <a:ext uri="{FF2B5EF4-FFF2-40B4-BE49-F238E27FC236}">
                <a16:creationId xmlns:a16="http://schemas.microsoft.com/office/drawing/2014/main" id="{0A25BB72-A23A-42CB-BFAF-D7F0EF1E5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035" y="4564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70" name="Rectangle 21">
            <a:extLst>
              <a:ext uri="{FF2B5EF4-FFF2-40B4-BE49-F238E27FC236}">
                <a16:creationId xmlns:a16="http://schemas.microsoft.com/office/drawing/2014/main" id="{B1527D64-9112-47E5-9347-6C65830E2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335" y="4931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71" name="Rectangle 22">
            <a:extLst>
              <a:ext uri="{FF2B5EF4-FFF2-40B4-BE49-F238E27FC236}">
                <a16:creationId xmlns:a16="http://schemas.microsoft.com/office/drawing/2014/main" id="{845FEB1A-8FAB-4395-8947-3A433693D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935" y="4931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72" name="Rectangle 23">
            <a:extLst>
              <a:ext uri="{FF2B5EF4-FFF2-40B4-BE49-F238E27FC236}">
                <a16:creationId xmlns:a16="http://schemas.microsoft.com/office/drawing/2014/main" id="{7F3268B5-499D-4480-9B03-DA5BC4EE8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2535" y="4931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73" name="Rectangle 24">
            <a:extLst>
              <a:ext uri="{FF2B5EF4-FFF2-40B4-BE49-F238E27FC236}">
                <a16:creationId xmlns:a16="http://schemas.microsoft.com/office/drawing/2014/main" id="{565760ED-A23F-4D89-A92A-C3D46CF24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135" y="4931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74" name="Rectangle 25">
            <a:extLst>
              <a:ext uri="{FF2B5EF4-FFF2-40B4-BE49-F238E27FC236}">
                <a16:creationId xmlns:a16="http://schemas.microsoft.com/office/drawing/2014/main" id="{ED34FD9E-1C3A-4CBD-953D-9838EDAAA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335" y="5312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75" name="Rectangle 26">
            <a:extLst>
              <a:ext uri="{FF2B5EF4-FFF2-40B4-BE49-F238E27FC236}">
                <a16:creationId xmlns:a16="http://schemas.microsoft.com/office/drawing/2014/main" id="{A4E6E18F-4E4E-4B15-B1DE-47ACDBCF5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935" y="5312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76" name="Rectangle 27">
            <a:extLst>
              <a:ext uri="{FF2B5EF4-FFF2-40B4-BE49-F238E27FC236}">
                <a16:creationId xmlns:a16="http://schemas.microsoft.com/office/drawing/2014/main" id="{79A0EF7B-B962-4A39-87D8-C9E2ADE0C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2535" y="5312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77" name="Rectangle 28">
            <a:extLst>
              <a:ext uri="{FF2B5EF4-FFF2-40B4-BE49-F238E27FC236}">
                <a16:creationId xmlns:a16="http://schemas.microsoft.com/office/drawing/2014/main" id="{802DCBA1-D344-4BA9-8802-73E9D2CE4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135" y="5312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78" name="Rectangle 29">
            <a:extLst>
              <a:ext uri="{FF2B5EF4-FFF2-40B4-BE49-F238E27FC236}">
                <a16:creationId xmlns:a16="http://schemas.microsoft.com/office/drawing/2014/main" id="{275D12D7-1404-4599-8539-9F8891C60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7535" y="5312545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</a:p>
        </p:txBody>
      </p:sp>
      <p:sp>
        <p:nvSpPr>
          <p:cNvPr id="79" name="Line 30">
            <a:extLst>
              <a:ext uri="{FF2B5EF4-FFF2-40B4-BE49-F238E27FC236}">
                <a16:creationId xmlns:a16="http://schemas.microsoft.com/office/drawing/2014/main" id="{E898BFB1-1977-4ED3-A7FA-02A25E6E2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3410" y="5618933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80" name="Rectangle 31">
            <a:extLst>
              <a:ext uri="{FF2B5EF4-FFF2-40B4-BE49-F238E27FC236}">
                <a16:creationId xmlns:a16="http://schemas.microsoft.com/office/drawing/2014/main" id="{900388AF-49EF-4550-B242-11DF32037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335" y="5693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81" name="Rectangle 32">
            <a:extLst>
              <a:ext uri="{FF2B5EF4-FFF2-40B4-BE49-F238E27FC236}">
                <a16:creationId xmlns:a16="http://schemas.microsoft.com/office/drawing/2014/main" id="{6CE90306-7712-4581-BCE8-7DDC4F55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935" y="5693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82" name="Rectangle 33">
            <a:extLst>
              <a:ext uri="{FF2B5EF4-FFF2-40B4-BE49-F238E27FC236}">
                <a16:creationId xmlns:a16="http://schemas.microsoft.com/office/drawing/2014/main" id="{B1C21962-3B40-467C-A25C-44E879CF9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2535" y="5693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83" name="Rectangle 34">
            <a:extLst>
              <a:ext uri="{FF2B5EF4-FFF2-40B4-BE49-F238E27FC236}">
                <a16:creationId xmlns:a16="http://schemas.microsoft.com/office/drawing/2014/main" id="{4AB2982F-66D6-4C32-ABD0-D5059AEA9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135" y="5693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84" name="Line 35">
            <a:extLst>
              <a:ext uri="{FF2B5EF4-FFF2-40B4-BE49-F238E27FC236}">
                <a16:creationId xmlns:a16="http://schemas.microsoft.com/office/drawing/2014/main" id="{AF355F0D-3D85-45C9-BCD4-3EB5FBF5BF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68210" y="4780733"/>
            <a:ext cx="3810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85" name="Rectangle 36">
            <a:extLst>
              <a:ext uri="{FF2B5EF4-FFF2-40B4-BE49-F238E27FC236}">
                <a16:creationId xmlns:a16="http://schemas.microsoft.com/office/drawing/2014/main" id="{A73C8B03-17A1-4793-B1FA-63EA4B4F0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735" y="4550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solidFill>
                  <a:srgbClr val="FF3300"/>
                </a:solidFill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86" name="Rectangle 37">
            <a:extLst>
              <a:ext uri="{FF2B5EF4-FFF2-40B4-BE49-F238E27FC236}">
                <a16:creationId xmlns:a16="http://schemas.microsoft.com/office/drawing/2014/main" id="{1EF3C333-DE24-4591-B604-667CD01CB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7435" y="4564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solidFill>
                  <a:srgbClr val="FF3300"/>
                </a:solidFill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87" name="Line 38">
            <a:extLst>
              <a:ext uri="{FF2B5EF4-FFF2-40B4-BE49-F238E27FC236}">
                <a16:creationId xmlns:a16="http://schemas.microsoft.com/office/drawing/2014/main" id="{1AF3A2DF-AEBD-4CB8-A70A-8908BAF1362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51910" y="4795020"/>
            <a:ext cx="3810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88" name="Rectangle 39">
            <a:extLst>
              <a:ext uri="{FF2B5EF4-FFF2-40B4-BE49-F238E27FC236}">
                <a16:creationId xmlns:a16="http://schemas.microsoft.com/office/drawing/2014/main" id="{617001DB-4045-4692-91E1-8EB25E252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597" y="457118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solidFill>
                  <a:srgbClr val="FF3300"/>
                </a:solidFill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89" name="Line 40">
            <a:extLst>
              <a:ext uri="{FF2B5EF4-FFF2-40B4-BE49-F238E27FC236}">
                <a16:creationId xmlns:a16="http://schemas.microsoft.com/office/drawing/2014/main" id="{74A5C4D9-4078-4829-A266-6865F57631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42310" y="4795020"/>
            <a:ext cx="3810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90" name="Rectangle 41">
            <a:extLst>
              <a:ext uri="{FF2B5EF4-FFF2-40B4-BE49-F238E27FC236}">
                <a16:creationId xmlns:a16="http://schemas.microsoft.com/office/drawing/2014/main" id="{24CFD2D1-D5F5-4C11-A45C-6D23F214D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3435" y="4945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7</a:t>
            </a:r>
          </a:p>
        </p:txBody>
      </p:sp>
      <p:sp>
        <p:nvSpPr>
          <p:cNvPr id="91" name="Rectangle 42">
            <a:extLst>
              <a:ext uri="{FF2B5EF4-FFF2-40B4-BE49-F238E27FC236}">
                <a16:creationId xmlns:a16="http://schemas.microsoft.com/office/drawing/2014/main" id="{53F4D852-6AB6-46E4-A532-D263BE8A3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3435" y="52506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3</a:t>
            </a:r>
          </a:p>
        </p:txBody>
      </p:sp>
      <p:sp>
        <p:nvSpPr>
          <p:cNvPr id="92" name="Rectangle 43">
            <a:extLst>
              <a:ext uri="{FF2B5EF4-FFF2-40B4-BE49-F238E27FC236}">
                <a16:creationId xmlns:a16="http://schemas.microsoft.com/office/drawing/2014/main" id="{E834335C-5564-429A-BE82-2E1C6559B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6635" y="456483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93" name="Line 44">
            <a:extLst>
              <a:ext uri="{FF2B5EF4-FFF2-40B4-BE49-F238E27FC236}">
                <a16:creationId xmlns:a16="http://schemas.microsoft.com/office/drawing/2014/main" id="{C6AED9F2-F6EE-4248-A515-577380C6091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1110" y="4795020"/>
            <a:ext cx="3810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94" name="Rectangle 45">
            <a:extLst>
              <a:ext uri="{FF2B5EF4-FFF2-40B4-BE49-F238E27FC236}">
                <a16:creationId xmlns:a16="http://schemas.microsoft.com/office/drawing/2014/main" id="{69F83659-EF15-4314-A375-D56178321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447" y="5723708"/>
            <a:ext cx="498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dirty="0">
                <a:solidFill>
                  <a:schemeClr val="hlink"/>
                </a:solidFill>
                <a:latin typeface="Arial" pitchFamily="34" charset="0"/>
                <a:ea typeface="PMingLiU" pitchFamily="18" charset="-120"/>
              </a:rPr>
              <a:t>– 6</a:t>
            </a:r>
          </a:p>
        </p:txBody>
      </p:sp>
      <p:sp>
        <p:nvSpPr>
          <p:cNvPr id="95" name="Rectangle 46">
            <a:extLst>
              <a:ext uri="{FF2B5EF4-FFF2-40B4-BE49-F238E27FC236}">
                <a16:creationId xmlns:a16="http://schemas.microsoft.com/office/drawing/2014/main" id="{E64B5CD4-2605-4CF7-876D-55CE42CDC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9335" y="493154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b="1" dirty="0">
                <a:latin typeface="Arial" pitchFamily="34" charset="0"/>
                <a:ea typeface="PMingLiU" pitchFamily="18" charset="-120"/>
              </a:rPr>
              <a:t>–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4</a:t>
            </a:r>
          </a:p>
        </p:txBody>
      </p:sp>
      <p:sp>
        <p:nvSpPr>
          <p:cNvPr id="96" name="Rectangle 47">
            <a:extLst>
              <a:ext uri="{FF2B5EF4-FFF2-40B4-BE49-F238E27FC236}">
                <a16:creationId xmlns:a16="http://schemas.microsoft.com/office/drawing/2014/main" id="{4C98A985-AE37-411A-AD3E-EB3DBEE10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9335" y="5236345"/>
            <a:ext cx="46807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b="1" dirty="0">
                <a:latin typeface="Arial" pitchFamily="34" charset="0"/>
                <a:ea typeface="PMingLiU" pitchFamily="18" charset="-120"/>
              </a:rPr>
              <a:t>–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 5</a:t>
            </a:r>
          </a:p>
        </p:txBody>
      </p:sp>
      <p:sp>
        <p:nvSpPr>
          <p:cNvPr id="97" name="Rectangle 48">
            <a:extLst>
              <a:ext uri="{FF2B5EF4-FFF2-40B4-BE49-F238E27FC236}">
                <a16:creationId xmlns:a16="http://schemas.microsoft.com/office/drawing/2014/main" id="{84A982DC-40A9-46AF-B523-02474A743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5535" y="5693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solidFill>
                  <a:schemeClr val="hlink"/>
                </a:solidFill>
                <a:latin typeface="Arial" panose="020B0604020202020204" pitchFamily="34" charset="0"/>
                <a:ea typeface="PMingLiU" pitchFamily="18" charset="-120"/>
              </a:rPr>
              <a:t>7</a:t>
            </a:r>
          </a:p>
        </p:txBody>
      </p:sp>
      <p:sp>
        <p:nvSpPr>
          <p:cNvPr id="98" name="Rectangle 49">
            <a:extLst>
              <a:ext uri="{FF2B5EF4-FFF2-40B4-BE49-F238E27FC236}">
                <a16:creationId xmlns:a16="http://schemas.microsoft.com/office/drawing/2014/main" id="{6D3E4BF9-31AB-47BA-A6E7-EB8BC158F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335" y="455054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dirty="0">
                <a:solidFill>
                  <a:srgbClr val="FF3300"/>
                </a:solidFill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99" name="Line 50">
            <a:extLst>
              <a:ext uri="{FF2B5EF4-FFF2-40B4-BE49-F238E27FC236}">
                <a16:creationId xmlns:a16="http://schemas.microsoft.com/office/drawing/2014/main" id="{8A753A71-3733-4643-9B7F-B1C2240D39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77810" y="4780733"/>
            <a:ext cx="3810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0" name="Rectangle 51">
            <a:extLst>
              <a:ext uri="{FF2B5EF4-FFF2-40B4-BE49-F238E27FC236}">
                <a16:creationId xmlns:a16="http://schemas.microsoft.com/office/drawing/2014/main" id="{D9DEEF66-FA7A-41FF-B486-DD4482058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10" y="4553720"/>
            <a:ext cx="889000" cy="35560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1" name="Rectangle 52">
            <a:extLst>
              <a:ext uri="{FF2B5EF4-FFF2-40B4-BE49-F238E27FC236}">
                <a16:creationId xmlns:a16="http://schemas.microsoft.com/office/drawing/2014/main" id="{DCCB0623-C1C9-43A7-A449-1F07FDBC4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2310" y="4539433"/>
            <a:ext cx="889000" cy="35560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64513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049D-8B91-4FB8-A396-5A5E5D2A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32-bit ALU</a:t>
            </a:r>
            <a:r>
              <a:rPr lang="zh-CN" altLang="en-US" dirty="0"/>
              <a:t>：溢出检测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4F960-93B2-4EC9-A6FF-D82ACAAD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53" name="Rectangle 4">
            <a:extLst>
              <a:ext uri="{FF2B5EF4-FFF2-40B4-BE49-F238E27FC236}">
                <a16:creationId xmlns:a16="http://schemas.microsoft.com/office/drawing/2014/main" id="{1259C47B-350D-435B-9638-58464E223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558175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sz="3600" b="0" kern="0" dirty="0">
                <a:ea typeface="SimHei" panose="02010609060101010101" pitchFamily="49" charset="-122"/>
              </a:rPr>
              <a:t>溢出检测逻辑</a:t>
            </a:r>
          </a:p>
        </p:txBody>
      </p:sp>
      <p:sp>
        <p:nvSpPr>
          <p:cNvPr id="102" name="Rectangle 5">
            <a:extLst>
              <a:ext uri="{FF2B5EF4-FFF2-40B4-BE49-F238E27FC236}">
                <a16:creationId xmlns:a16="http://schemas.microsoft.com/office/drawing/2014/main" id="{6E833402-CAFE-451C-9A2B-FF2372A3B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260116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a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103" name="Rectangle 6">
            <a:extLst>
              <a:ext uri="{FF2B5EF4-FFF2-40B4-BE49-F238E27FC236}">
                <a16:creationId xmlns:a16="http://schemas.microsoft.com/office/drawing/2014/main" id="{AFB6105C-704F-468C-955E-7B8B8089C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298216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b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104" name="Rectangle 7">
            <a:extLst>
              <a:ext uri="{FF2B5EF4-FFF2-40B4-BE49-F238E27FC236}">
                <a16:creationId xmlns:a16="http://schemas.microsoft.com/office/drawing/2014/main" id="{87B846E7-9037-4051-B574-70A9246D9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691650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5" name="Rectangle 8">
            <a:extLst>
              <a:ext uri="{FF2B5EF4-FFF2-40B4-BE49-F238E27FC236}">
                <a16:creationId xmlns:a16="http://schemas.microsoft.com/office/drawing/2014/main" id="{15FB5762-9A2B-4073-932F-4F9F658D9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796425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06" name="Line 9">
            <a:extLst>
              <a:ext uri="{FF2B5EF4-FFF2-40B4-BE49-F238E27FC236}">
                <a16:creationId xmlns:a16="http://schemas.microsoft.com/office/drawing/2014/main" id="{18B88B1E-0789-4A57-82C2-7A5A55EDB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838" y="290755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7" name="Line 10">
            <a:extLst>
              <a:ext uri="{FF2B5EF4-FFF2-40B4-BE49-F238E27FC236}">
                <a16:creationId xmlns:a16="http://schemas.microsoft.com/office/drawing/2014/main" id="{9AD86185-DD13-4761-B1F8-BAA185FFC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638" y="28313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8" name="Line 11">
            <a:extLst>
              <a:ext uri="{FF2B5EF4-FFF2-40B4-BE49-F238E27FC236}">
                <a16:creationId xmlns:a16="http://schemas.microsoft.com/office/drawing/2014/main" id="{757CCC30-AA4D-4C60-A2E7-4810419B9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638" y="30599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9" name="Rectangle 12">
            <a:extLst>
              <a:ext uri="{FF2B5EF4-FFF2-40B4-BE49-F238E27FC236}">
                <a16:creationId xmlns:a16="http://schemas.microsoft.com/office/drawing/2014/main" id="{A45D6F8D-D712-4FB2-9516-716F3567B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2753562"/>
            <a:ext cx="7181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+mj-lt"/>
                <a:ea typeface="PMingLiU" pitchFamily="18" charset="-120"/>
                <a:cs typeface="Arial" panose="020B0604020202020204" pitchFamily="34" charset="0"/>
              </a:rPr>
              <a:t>Sum0</a:t>
            </a:r>
            <a:endParaRPr kumimoji="1" lang="en-US" altLang="zh-TW" sz="1600" dirty="0">
              <a:latin typeface="+mj-lt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110" name="Line 13">
            <a:extLst>
              <a:ext uri="{FF2B5EF4-FFF2-40B4-BE49-F238E27FC236}">
                <a16:creationId xmlns:a16="http://schemas.microsoft.com/office/drawing/2014/main" id="{9388745D-4A1E-442B-A17C-E61CD2D22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7438" y="229795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11" name="Rectangle 14">
            <a:extLst>
              <a:ext uri="{FF2B5EF4-FFF2-40B4-BE49-F238E27FC236}">
                <a16:creationId xmlns:a16="http://schemas.microsoft.com/office/drawing/2014/main" id="{1EE8D24E-DF2B-4C55-91A3-ACC43C3EE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200" y="2143962"/>
            <a:ext cx="5578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cin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0</a:t>
            </a:r>
          </a:p>
        </p:txBody>
      </p:sp>
      <p:sp>
        <p:nvSpPr>
          <p:cNvPr id="112" name="Rectangle 15">
            <a:extLst>
              <a:ext uri="{FF2B5EF4-FFF2-40B4-BE49-F238E27FC236}">
                <a16:creationId xmlns:a16="http://schemas.microsoft.com/office/drawing/2014/main" id="{B3627933-84C5-45B0-97D6-3F4282AD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351556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a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113" name="Rectangle 16">
            <a:extLst>
              <a:ext uri="{FF2B5EF4-FFF2-40B4-BE49-F238E27FC236}">
                <a16:creationId xmlns:a16="http://schemas.microsoft.com/office/drawing/2014/main" id="{95A31E4D-934A-44A7-BA1A-29BF74159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389656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b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114" name="Rectangle 17">
            <a:extLst>
              <a:ext uri="{FF2B5EF4-FFF2-40B4-BE49-F238E27FC236}">
                <a16:creationId xmlns:a16="http://schemas.microsoft.com/office/drawing/2014/main" id="{EA77297A-A8C1-4D3A-90B6-8C1339323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606050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15" name="Rectangle 18">
            <a:extLst>
              <a:ext uri="{FF2B5EF4-FFF2-40B4-BE49-F238E27FC236}">
                <a16:creationId xmlns:a16="http://schemas.microsoft.com/office/drawing/2014/main" id="{73276AD3-1B49-4291-823E-F11F7AE5A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706062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16" name="Line 19">
            <a:extLst>
              <a:ext uri="{FF2B5EF4-FFF2-40B4-BE49-F238E27FC236}">
                <a16:creationId xmlns:a16="http://schemas.microsoft.com/office/drawing/2014/main" id="{8CE413F1-EDAB-487A-A3E3-4D19A740C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838" y="382195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17" name="Line 20">
            <a:extLst>
              <a:ext uri="{FF2B5EF4-FFF2-40B4-BE49-F238E27FC236}">
                <a16:creationId xmlns:a16="http://schemas.microsoft.com/office/drawing/2014/main" id="{F3A524DC-2AAE-404D-A7CA-C09C6C486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638" y="37457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18" name="Line 21">
            <a:extLst>
              <a:ext uri="{FF2B5EF4-FFF2-40B4-BE49-F238E27FC236}">
                <a16:creationId xmlns:a16="http://schemas.microsoft.com/office/drawing/2014/main" id="{8A1D9B8A-B023-41B9-A01F-CD2A6A485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638" y="39743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19" name="Rectangle 22">
            <a:extLst>
              <a:ext uri="{FF2B5EF4-FFF2-40B4-BE49-F238E27FC236}">
                <a16:creationId xmlns:a16="http://schemas.microsoft.com/office/drawing/2014/main" id="{C3A40AC3-E314-4EEF-A48A-8929E5CF4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3667962"/>
            <a:ext cx="7181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+mj-lt"/>
                <a:ea typeface="PMingLiU" pitchFamily="18" charset="-120"/>
                <a:cs typeface="Arial" panose="020B0604020202020204" pitchFamily="34" charset="0"/>
              </a:rPr>
              <a:t>Sum1</a:t>
            </a:r>
            <a:endParaRPr kumimoji="1" lang="en-US" altLang="zh-TW" sz="1600" dirty="0">
              <a:latin typeface="+mj-lt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120" name="Line 23">
            <a:extLst>
              <a:ext uri="{FF2B5EF4-FFF2-40B4-BE49-F238E27FC236}">
                <a16:creationId xmlns:a16="http://schemas.microsoft.com/office/drawing/2014/main" id="{0097E197-FF83-4F99-9E0E-68167E5F25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7438" y="321235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21" name="Rectangle 24">
            <a:extLst>
              <a:ext uri="{FF2B5EF4-FFF2-40B4-BE49-F238E27FC236}">
                <a16:creationId xmlns:a16="http://schemas.microsoft.com/office/drawing/2014/main" id="{0DBCA5F4-A173-4EA8-B94D-782C5337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4048962"/>
            <a:ext cx="6844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cout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1</a:t>
            </a:r>
          </a:p>
        </p:txBody>
      </p:sp>
      <p:sp>
        <p:nvSpPr>
          <p:cNvPr id="122" name="Rectangle 25">
            <a:extLst>
              <a:ext uri="{FF2B5EF4-FFF2-40B4-BE49-F238E27FC236}">
                <a16:creationId xmlns:a16="http://schemas.microsoft.com/office/drawing/2014/main" id="{7A4A1A73-9F73-4CE5-8803-1FBD6FC1D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442996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a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2</a:t>
            </a:r>
          </a:p>
        </p:txBody>
      </p:sp>
      <p:sp>
        <p:nvSpPr>
          <p:cNvPr id="123" name="Rectangle 26">
            <a:extLst>
              <a:ext uri="{FF2B5EF4-FFF2-40B4-BE49-F238E27FC236}">
                <a16:creationId xmlns:a16="http://schemas.microsoft.com/office/drawing/2014/main" id="{69B61A87-030D-4C2D-BF0D-A3D4A17B0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481096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b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2</a:t>
            </a:r>
          </a:p>
        </p:txBody>
      </p:sp>
      <p:sp>
        <p:nvSpPr>
          <p:cNvPr id="124" name="Rectangle 27">
            <a:extLst>
              <a:ext uri="{FF2B5EF4-FFF2-40B4-BE49-F238E27FC236}">
                <a16:creationId xmlns:a16="http://schemas.microsoft.com/office/drawing/2014/main" id="{14DC5B72-5C4A-48CC-A6DC-B3BD82DA5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520450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25" name="Rectangle 28">
            <a:extLst>
              <a:ext uri="{FF2B5EF4-FFF2-40B4-BE49-F238E27FC236}">
                <a16:creationId xmlns:a16="http://schemas.microsoft.com/office/drawing/2014/main" id="{4A68154F-BDF6-4D3D-9335-7F55953E9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4607762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26" name="Line 29">
            <a:extLst>
              <a:ext uri="{FF2B5EF4-FFF2-40B4-BE49-F238E27FC236}">
                <a16:creationId xmlns:a16="http://schemas.microsoft.com/office/drawing/2014/main" id="{F86FCF05-8F92-49A4-80D4-62443752C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838" y="473635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27" name="Line 30">
            <a:extLst>
              <a:ext uri="{FF2B5EF4-FFF2-40B4-BE49-F238E27FC236}">
                <a16:creationId xmlns:a16="http://schemas.microsoft.com/office/drawing/2014/main" id="{63B502C2-0F81-424E-9EE6-4615A853B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638" y="46601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28" name="Line 31">
            <a:extLst>
              <a:ext uri="{FF2B5EF4-FFF2-40B4-BE49-F238E27FC236}">
                <a16:creationId xmlns:a16="http://schemas.microsoft.com/office/drawing/2014/main" id="{2E712A3B-2AA9-44B5-ACE3-D27101B09A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638" y="48887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29" name="Rectangle 32">
            <a:extLst>
              <a:ext uri="{FF2B5EF4-FFF2-40B4-BE49-F238E27FC236}">
                <a16:creationId xmlns:a16="http://schemas.microsoft.com/office/drawing/2014/main" id="{040E0972-7A2C-491C-9359-FD6132824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4582362"/>
            <a:ext cx="7181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+mj-lt"/>
                <a:ea typeface="PMingLiU" pitchFamily="18" charset="-120"/>
                <a:cs typeface="Arial" panose="020B0604020202020204" pitchFamily="34" charset="0"/>
              </a:rPr>
              <a:t>Sum2</a:t>
            </a:r>
            <a:endParaRPr kumimoji="1" lang="en-US" altLang="zh-TW" sz="1600" dirty="0">
              <a:latin typeface="+mj-lt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130" name="Line 33">
            <a:extLst>
              <a:ext uri="{FF2B5EF4-FFF2-40B4-BE49-F238E27FC236}">
                <a16:creationId xmlns:a16="http://schemas.microsoft.com/office/drawing/2014/main" id="{6CDD1F1F-1741-4BF6-A729-C3DAED191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7438" y="412675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1" name="Rectangle 34">
            <a:extLst>
              <a:ext uri="{FF2B5EF4-FFF2-40B4-BE49-F238E27FC236}">
                <a16:creationId xmlns:a16="http://schemas.microsoft.com/office/drawing/2014/main" id="{A8990CFA-B590-47FE-B63F-AC729504B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3" y="4214062"/>
            <a:ext cx="5578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cin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2</a:t>
            </a:r>
          </a:p>
        </p:txBody>
      </p:sp>
      <p:sp>
        <p:nvSpPr>
          <p:cNvPr id="132" name="Rectangle 35">
            <a:extLst>
              <a:ext uri="{FF2B5EF4-FFF2-40B4-BE49-F238E27FC236}">
                <a16:creationId xmlns:a16="http://schemas.microsoft.com/office/drawing/2014/main" id="{8CCD53E1-E81F-4079-A26A-495F0DBF4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534436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a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3</a:t>
            </a:r>
          </a:p>
        </p:txBody>
      </p:sp>
      <p:sp>
        <p:nvSpPr>
          <p:cNvPr id="133" name="Rectangle 36">
            <a:extLst>
              <a:ext uri="{FF2B5EF4-FFF2-40B4-BE49-F238E27FC236}">
                <a16:creationId xmlns:a16="http://schemas.microsoft.com/office/drawing/2014/main" id="{490890C7-502E-4996-867F-65859F473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572536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b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3</a:t>
            </a:r>
          </a:p>
        </p:txBody>
      </p:sp>
      <p:sp>
        <p:nvSpPr>
          <p:cNvPr id="134" name="Rectangle 37">
            <a:extLst>
              <a:ext uri="{FF2B5EF4-FFF2-40B4-BE49-F238E27FC236}">
                <a16:creationId xmlns:a16="http://schemas.microsoft.com/office/drawing/2014/main" id="{E9F3E6C3-6341-4560-8739-79454B26E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434850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5" name="Rectangle 38">
            <a:extLst>
              <a:ext uri="{FF2B5EF4-FFF2-40B4-BE49-F238E27FC236}">
                <a16:creationId xmlns:a16="http://schemas.microsoft.com/office/drawing/2014/main" id="{965EF517-F267-4427-BF33-F784623DF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5522162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+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36" name="Line 39">
            <a:extLst>
              <a:ext uri="{FF2B5EF4-FFF2-40B4-BE49-F238E27FC236}">
                <a16:creationId xmlns:a16="http://schemas.microsoft.com/office/drawing/2014/main" id="{5A73AE95-41F4-4BFD-A2C1-271F0BA53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838" y="565075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7" name="Line 40">
            <a:extLst>
              <a:ext uri="{FF2B5EF4-FFF2-40B4-BE49-F238E27FC236}">
                <a16:creationId xmlns:a16="http://schemas.microsoft.com/office/drawing/2014/main" id="{81E2F5C6-49BE-4AD7-9630-6B13ECAE5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638" y="55745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8" name="Line 41">
            <a:extLst>
              <a:ext uri="{FF2B5EF4-FFF2-40B4-BE49-F238E27FC236}">
                <a16:creationId xmlns:a16="http://schemas.microsoft.com/office/drawing/2014/main" id="{D7EB02B8-E2AF-4A47-A1FF-B098576D0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638" y="58031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9" name="Rectangle 42">
            <a:extLst>
              <a:ext uri="{FF2B5EF4-FFF2-40B4-BE49-F238E27FC236}">
                <a16:creationId xmlns:a16="http://schemas.microsoft.com/office/drawing/2014/main" id="{23501940-5B23-4403-9DCB-CD3EF92D6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5496762"/>
            <a:ext cx="8319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+mj-lt"/>
                <a:ea typeface="PMingLiU" pitchFamily="18" charset="-120"/>
                <a:cs typeface="Arial" panose="020B0604020202020204" pitchFamily="34" charset="0"/>
              </a:rPr>
              <a:t>Sum31</a:t>
            </a:r>
            <a:endParaRPr kumimoji="1" lang="en-US" altLang="zh-TW" sz="1600" dirty="0">
              <a:latin typeface="+mj-lt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140" name="Line 43">
            <a:extLst>
              <a:ext uri="{FF2B5EF4-FFF2-40B4-BE49-F238E27FC236}">
                <a16:creationId xmlns:a16="http://schemas.microsoft.com/office/drawing/2014/main" id="{61E52500-0F6C-446A-957E-D46C217DC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7438" y="504115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1" name="Rectangle 44">
            <a:extLst>
              <a:ext uri="{FF2B5EF4-FFF2-40B4-BE49-F238E27FC236}">
                <a16:creationId xmlns:a16="http://schemas.microsoft.com/office/drawing/2014/main" id="{D4C9D6C3-1173-4A48-8470-CB7474C73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6106362"/>
            <a:ext cx="6844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cout</a:t>
            </a:r>
            <a:r>
              <a:rPr kumimoji="1" lang="en-US" altLang="zh-TW" sz="1600" dirty="0">
                <a:latin typeface="Arial" panose="020B0604020202020204" pitchFamily="34" charset="0"/>
                <a:ea typeface="PMingLiU" pitchFamily="18" charset="-120"/>
              </a:rPr>
              <a:t>3</a:t>
            </a:r>
          </a:p>
        </p:txBody>
      </p:sp>
      <p:sp>
        <p:nvSpPr>
          <p:cNvPr id="142" name="Line 45">
            <a:extLst>
              <a:ext uri="{FF2B5EF4-FFF2-40B4-BE49-F238E27FC236}">
                <a16:creationId xmlns:a16="http://schemas.microsoft.com/office/drawing/2014/main" id="{7BA31552-DBD5-4BC3-BF53-B51543A149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7438" y="595555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3" name="Rectangle 46">
            <a:extLst>
              <a:ext uri="{FF2B5EF4-FFF2-40B4-BE49-F238E27FC236}">
                <a16:creationId xmlns:a16="http://schemas.microsoft.com/office/drawing/2014/main" id="{4A42E9E1-A123-46B3-9DEF-BFA4FBA01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4976062"/>
            <a:ext cx="6844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cout2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44" name="Rectangle 47">
            <a:extLst>
              <a:ext uri="{FF2B5EF4-FFF2-40B4-BE49-F238E27FC236}">
                <a16:creationId xmlns:a16="http://schemas.microsoft.com/office/drawing/2014/main" id="{185F83E1-0BA6-45AF-86DC-735D92317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3" y="5141162"/>
            <a:ext cx="5578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cin3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45" name="Rectangle 48">
            <a:extLst>
              <a:ext uri="{FF2B5EF4-FFF2-40B4-BE49-F238E27FC236}">
                <a16:creationId xmlns:a16="http://schemas.microsoft.com/office/drawing/2014/main" id="{465ACC0E-332A-49FD-9B4F-31C85601C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3121862"/>
            <a:ext cx="6844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cout0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46" name="Rectangle 49">
            <a:extLst>
              <a:ext uri="{FF2B5EF4-FFF2-40B4-BE49-F238E27FC236}">
                <a16:creationId xmlns:a16="http://schemas.microsoft.com/office/drawing/2014/main" id="{57520090-6691-4012-BE78-7F0320C76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3" y="3286962"/>
            <a:ext cx="5578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dirty="0">
                <a:latin typeface="Arial" panose="020B0604020202020204" pitchFamily="34" charset="0"/>
                <a:ea typeface="PMingLiU" pitchFamily="18" charset="-120"/>
              </a:rPr>
              <a:t>cin1</a:t>
            </a:r>
            <a:endParaRPr kumimoji="1" lang="en-US" altLang="zh-TW" sz="1600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47" name="Rectangle 50">
            <a:extLst>
              <a:ext uri="{FF2B5EF4-FFF2-40B4-BE49-F238E27FC236}">
                <a16:creationId xmlns:a16="http://schemas.microsoft.com/office/drawing/2014/main" id="{7DF277AC-8661-4DEC-A4BF-E2507D7DF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2243975"/>
            <a:ext cx="4572000" cy="831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/>
            <a:r>
              <a:rPr lang="zh-CN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对于N位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加法器，</a:t>
            </a:r>
          </a:p>
          <a:p>
            <a:pPr algn="l"/>
            <a:r>
              <a:rPr lang="zh-CN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溢出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= </a:t>
            </a:r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cin</a:t>
            </a:r>
            <a:r>
              <a:rPr lang="zh-CN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[N -1] </a:t>
            </a: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</a:t>
            </a:r>
            <a:r>
              <a:rPr lang="zh-CN" altLang="zh-CN" sz="2400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XOR</a:t>
            </a: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cout</a:t>
            </a:r>
            <a:r>
              <a:rPr lang="zh-CN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[N -1]</a:t>
            </a:r>
            <a:endParaRPr lang="en-US" altLang="zh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148" name="Line 51">
            <a:extLst>
              <a:ext uri="{FF2B5EF4-FFF2-40B4-BE49-F238E27FC236}">
                <a16:creationId xmlns:a16="http://schemas.microsoft.com/office/drawing/2014/main" id="{209308C0-5F05-4E6A-8BF4-F19E085BB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6325" y="6158750"/>
            <a:ext cx="2209800" cy="0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9" name="Line 52">
            <a:extLst>
              <a:ext uri="{FF2B5EF4-FFF2-40B4-BE49-F238E27FC236}">
                <a16:creationId xmlns:a16="http://schemas.microsoft.com/office/drawing/2014/main" id="{A24B858F-0162-4D74-A6D4-CD5EB91642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6325" y="5244350"/>
            <a:ext cx="2209800" cy="0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150" name="Group 53">
            <a:extLst>
              <a:ext uri="{FF2B5EF4-FFF2-40B4-BE49-F238E27FC236}">
                <a16:creationId xmlns:a16="http://schemas.microsoft.com/office/drawing/2014/main" id="{41EEEB12-407E-4E62-A675-8B9E0129C384}"/>
              </a:ext>
            </a:extLst>
          </p:cNvPr>
          <p:cNvGrpSpPr>
            <a:grpSpLocks/>
          </p:cNvGrpSpPr>
          <p:nvPr/>
        </p:nvGrpSpPr>
        <p:grpSpPr bwMode="auto">
          <a:xfrm>
            <a:off x="4860925" y="5396750"/>
            <a:ext cx="1295400" cy="609600"/>
            <a:chOff x="3072" y="3264"/>
            <a:chExt cx="816" cy="384"/>
          </a:xfrm>
        </p:grpSpPr>
        <p:sp>
          <p:nvSpPr>
            <p:cNvPr id="151" name="Arc 54">
              <a:extLst>
                <a:ext uri="{FF2B5EF4-FFF2-40B4-BE49-F238E27FC236}">
                  <a16:creationId xmlns:a16="http://schemas.microsoft.com/office/drawing/2014/main" id="{7A9CAC28-F92B-47B2-BC67-DAD3B1B79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3264"/>
              <a:ext cx="407" cy="192"/>
            </a:xfrm>
            <a:custGeom>
              <a:avLst/>
              <a:gdLst>
                <a:gd name="T0" fmla="*/ 0 w 21653"/>
                <a:gd name="T1" fmla="*/ 0 h 21600"/>
                <a:gd name="T2" fmla="*/ 407 w 21653"/>
                <a:gd name="T3" fmla="*/ 192 h 21600"/>
                <a:gd name="T4" fmla="*/ 1 w 21653"/>
                <a:gd name="T5" fmla="*/ 19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53" h="21600" fill="none" extrusionOk="0">
                  <a:moveTo>
                    <a:pt x="0" y="0"/>
                  </a:moveTo>
                  <a:cubicBezTo>
                    <a:pt x="17" y="0"/>
                    <a:pt x="35" y="-1"/>
                    <a:pt x="53" y="0"/>
                  </a:cubicBezTo>
                  <a:cubicBezTo>
                    <a:pt x="11982" y="0"/>
                    <a:pt x="21653" y="9670"/>
                    <a:pt x="21653" y="21600"/>
                  </a:cubicBezTo>
                </a:path>
                <a:path w="21653" h="21600" stroke="0" extrusionOk="0">
                  <a:moveTo>
                    <a:pt x="0" y="0"/>
                  </a:moveTo>
                  <a:cubicBezTo>
                    <a:pt x="17" y="0"/>
                    <a:pt x="35" y="-1"/>
                    <a:pt x="53" y="0"/>
                  </a:cubicBezTo>
                  <a:cubicBezTo>
                    <a:pt x="11982" y="0"/>
                    <a:pt x="21653" y="9670"/>
                    <a:pt x="21653" y="21600"/>
                  </a:cubicBezTo>
                  <a:lnTo>
                    <a:pt x="53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2" name="Arc 55">
              <a:extLst>
                <a:ext uri="{FF2B5EF4-FFF2-40B4-BE49-F238E27FC236}">
                  <a16:creationId xmlns:a16="http://schemas.microsoft.com/office/drawing/2014/main" id="{C22DFAD5-BA64-4E07-9CA6-1E3DB183829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304" y="3456"/>
              <a:ext cx="407" cy="192"/>
            </a:xfrm>
            <a:custGeom>
              <a:avLst/>
              <a:gdLst>
                <a:gd name="T0" fmla="*/ 0 w 21600"/>
                <a:gd name="T1" fmla="*/ 192 h 21600"/>
                <a:gd name="T2" fmla="*/ 406 w 21600"/>
                <a:gd name="T3" fmla="*/ 0 h 21600"/>
                <a:gd name="T4" fmla="*/ 407 w 21600"/>
                <a:gd name="T5" fmla="*/ 19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91"/>
                    <a:pt x="9638" y="29"/>
                    <a:pt x="2154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1"/>
                    <a:pt x="9638" y="29"/>
                    <a:pt x="21547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3" name="Arc 56">
              <a:extLst>
                <a:ext uri="{FF2B5EF4-FFF2-40B4-BE49-F238E27FC236}">
                  <a16:creationId xmlns:a16="http://schemas.microsoft.com/office/drawing/2014/main" id="{8574CBCD-4332-4078-A4A5-791D78F04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3264"/>
              <a:ext cx="122" cy="192"/>
            </a:xfrm>
            <a:custGeom>
              <a:avLst/>
              <a:gdLst>
                <a:gd name="T0" fmla="*/ 0 w 21600"/>
                <a:gd name="T1" fmla="*/ 0 h 21600"/>
                <a:gd name="T2" fmla="*/ 122 w 21600"/>
                <a:gd name="T3" fmla="*/ 192 h 21600"/>
                <a:gd name="T4" fmla="*/ 0 w 21600"/>
                <a:gd name="T5" fmla="*/ 19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rnd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4" name="Arc 57">
              <a:extLst>
                <a:ext uri="{FF2B5EF4-FFF2-40B4-BE49-F238E27FC236}">
                  <a16:creationId xmlns:a16="http://schemas.microsoft.com/office/drawing/2014/main" id="{CF1C63BC-F437-434F-9278-8A7876CB4FA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265" y="3456"/>
              <a:ext cx="122" cy="192"/>
            </a:xfrm>
            <a:custGeom>
              <a:avLst/>
              <a:gdLst>
                <a:gd name="T0" fmla="*/ 0 w 21600"/>
                <a:gd name="T1" fmla="*/ 192 h 21599"/>
                <a:gd name="T2" fmla="*/ 121 w 21600"/>
                <a:gd name="T3" fmla="*/ 0 h 21599"/>
                <a:gd name="T4" fmla="*/ 122 w 21600"/>
                <a:gd name="T5" fmla="*/ 192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9"/>
                  </a:moveTo>
                  <a:cubicBezTo>
                    <a:pt x="0" y="9738"/>
                    <a:pt x="9563" y="96"/>
                    <a:pt x="21422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38"/>
                    <a:pt x="9563" y="96"/>
                    <a:pt x="21422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25400" cap="rnd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5" name="Arc 58">
              <a:extLst>
                <a:ext uri="{FF2B5EF4-FFF2-40B4-BE49-F238E27FC236}">
                  <a16:creationId xmlns:a16="http://schemas.microsoft.com/office/drawing/2014/main" id="{7659017E-1D0B-42F5-AEAE-EB2A82719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3264"/>
              <a:ext cx="122" cy="192"/>
            </a:xfrm>
            <a:custGeom>
              <a:avLst/>
              <a:gdLst>
                <a:gd name="T0" fmla="*/ 0 w 21600"/>
                <a:gd name="T1" fmla="*/ 0 h 21600"/>
                <a:gd name="T2" fmla="*/ 122 w 21600"/>
                <a:gd name="T3" fmla="*/ 192 h 21600"/>
                <a:gd name="T4" fmla="*/ 0 w 21600"/>
                <a:gd name="T5" fmla="*/ 19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rnd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6" name="Arc 59">
              <a:extLst>
                <a:ext uri="{FF2B5EF4-FFF2-40B4-BE49-F238E27FC236}">
                  <a16:creationId xmlns:a16="http://schemas.microsoft.com/office/drawing/2014/main" id="{04810B9D-4478-4B93-ACF4-3126E53F991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169" y="3456"/>
              <a:ext cx="122" cy="192"/>
            </a:xfrm>
            <a:custGeom>
              <a:avLst/>
              <a:gdLst>
                <a:gd name="T0" fmla="*/ 0 w 21600"/>
                <a:gd name="T1" fmla="*/ 192 h 21599"/>
                <a:gd name="T2" fmla="*/ 121 w 21600"/>
                <a:gd name="T3" fmla="*/ 0 h 21599"/>
                <a:gd name="T4" fmla="*/ 122 w 21600"/>
                <a:gd name="T5" fmla="*/ 192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9"/>
                  </a:moveTo>
                  <a:cubicBezTo>
                    <a:pt x="0" y="9738"/>
                    <a:pt x="9563" y="96"/>
                    <a:pt x="21422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38"/>
                    <a:pt x="9563" y="96"/>
                    <a:pt x="21422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25400" cap="rnd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7" name="Line 60">
              <a:extLst>
                <a:ext uri="{FF2B5EF4-FFF2-40B4-BE49-F238E27FC236}">
                  <a16:creationId xmlns:a16="http://schemas.microsoft.com/office/drawing/2014/main" id="{6B272515-F718-4F25-8352-04608D762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456"/>
              <a:ext cx="192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8" name="Line 61">
              <a:extLst>
                <a:ext uri="{FF2B5EF4-FFF2-40B4-BE49-F238E27FC236}">
                  <a16:creationId xmlns:a16="http://schemas.microsoft.com/office/drawing/2014/main" id="{256B78D3-CF6B-4202-950D-C91A090F7D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360"/>
              <a:ext cx="192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9" name="Line 62">
              <a:extLst>
                <a:ext uri="{FF2B5EF4-FFF2-40B4-BE49-F238E27FC236}">
                  <a16:creationId xmlns:a16="http://schemas.microsoft.com/office/drawing/2014/main" id="{FAAA1C39-60D1-495B-83A8-D34C7F3251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552"/>
              <a:ext cx="192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160" name="Line 63">
            <a:extLst>
              <a:ext uri="{FF2B5EF4-FFF2-40B4-BE49-F238E27FC236}">
                <a16:creationId xmlns:a16="http://schemas.microsoft.com/office/drawing/2014/main" id="{E92CD4E0-685A-48B1-A4DD-82A27A5167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6125" y="5853950"/>
            <a:ext cx="0" cy="304800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61" name="Line 64">
            <a:extLst>
              <a:ext uri="{FF2B5EF4-FFF2-40B4-BE49-F238E27FC236}">
                <a16:creationId xmlns:a16="http://schemas.microsoft.com/office/drawing/2014/main" id="{A40FC709-2F96-4C5F-B08D-DDCD259AE2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6125" y="5853950"/>
            <a:ext cx="304800" cy="0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62" name="Line 65">
            <a:extLst>
              <a:ext uri="{FF2B5EF4-FFF2-40B4-BE49-F238E27FC236}">
                <a16:creationId xmlns:a16="http://schemas.microsoft.com/office/drawing/2014/main" id="{48D5BDE1-E9CE-4DC3-96E5-55AE7D4AB8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6125" y="5549150"/>
            <a:ext cx="304800" cy="0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63" name="Line 66">
            <a:extLst>
              <a:ext uri="{FF2B5EF4-FFF2-40B4-BE49-F238E27FC236}">
                <a16:creationId xmlns:a16="http://schemas.microsoft.com/office/drawing/2014/main" id="{77B88F78-8588-40EA-A714-C9C07BF9F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6125" y="5244350"/>
            <a:ext cx="0" cy="304800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64" name="Line 67">
            <a:extLst>
              <a:ext uri="{FF2B5EF4-FFF2-40B4-BE49-F238E27FC236}">
                <a16:creationId xmlns:a16="http://schemas.microsoft.com/office/drawing/2014/main" id="{56926706-B957-4521-8354-25BE793E8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5701550"/>
            <a:ext cx="1295400" cy="0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65" name="Rectangle 68">
            <a:extLst>
              <a:ext uri="{FF2B5EF4-FFF2-40B4-BE49-F238E27FC236}">
                <a16:creationId xmlns:a16="http://schemas.microsoft.com/office/drawing/2014/main" id="{10E6C91F-81C8-48CB-B998-60E788D2A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850" y="5395162"/>
            <a:ext cx="1093249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dirty="0">
                <a:solidFill>
                  <a:srgbClr val="0070C0"/>
                </a:solidFill>
                <a:latin typeface="Arial" pitchFamily="34" charset="0"/>
                <a:ea typeface="PMingLiU" pitchFamily="18" charset="-120"/>
              </a:rPr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776824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5AB50-25D7-45D9-9CA5-C7ECBC80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32-bit</a:t>
            </a:r>
            <a:r>
              <a:rPr lang="zh-CN" altLang="en-US" dirty="0"/>
              <a:t> </a:t>
            </a:r>
            <a:r>
              <a:rPr lang="en-US" altLang="zh-CN" dirty="0"/>
              <a:t>ALU:</a:t>
            </a:r>
            <a:r>
              <a:rPr lang="zh-CN" altLang="en-US" dirty="0"/>
              <a:t> </a:t>
            </a:r>
            <a:r>
              <a:rPr lang="en-US" altLang="zh-CN" dirty="0" err="1"/>
              <a:t>Beq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1AAF7-2D1D-4795-B487-5C802803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E5BB2C-F62E-426C-B9A4-49457CCD7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65949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1FD324E-580D-459E-A32A-B4BB40A34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040490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F37911-6005-4598-88D8-AA54ED6C2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274997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868CBE6-2DE4-4047-AC4D-D20507940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6442" y="2842566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24F0776A-050A-4452-A848-0E6FEE7CC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01393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1B045D68-C500-4996-9A6C-7E71F6D2F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896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E63330B8-CECD-4CC5-B059-5B543653F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1182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ED7D02F0-5955-4CE5-BCD7-E4D101F46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3562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59E8D28-29E1-4996-B7AF-7CA231855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0269" y="2697268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</a:t>
            </a:r>
            <a:r>
              <a:rPr kumimoji="1" lang="en-US" altLang="zh-TW" sz="1400" b="1" dirty="0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181C37D6-7577-4FB4-BE57-305E78E9E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57389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83577279-95CF-43A5-B6DE-B925CFA71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954890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75C7BDF6-9041-42C6-B2E4-FE8B708E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366437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49F6EB1E-363D-4C8A-BCC9-AC7493668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91837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BAFEC107-25EB-472C-ADFA-7E9B007C4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8040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A521BCE8-5F2D-4E60-8746-D3224CEC0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0326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8BF9C2BB-B16A-4133-8F70-77F35BB6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2706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0C414DF5-6A7C-4851-8A9C-898C90DE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48829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24E0512E-7059-484A-AAB3-854BC0516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869290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D90BCE60-966A-44E0-8265-F4FCB4EDF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457877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FEFA6AE9-057E-47EF-8586-1B55874C7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83277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8CD391ED-5479-4D92-896C-D2B1E415B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7184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34A558D1-29D2-4436-94A7-523408A37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9470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3AFABD7C-FDD2-4D1B-894B-4B95B453E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1850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CE0551A2-37BA-4DEC-A597-C365E1D93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157" y="5398663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3B1A0900-F03E-4949-97A8-9902EA1F1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968" y="5769577"/>
            <a:ext cx="53540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EFDAA348-B7C9-4509-B222-BDAA25E6D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549317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2AB35612-231B-4427-AC76-771E027A2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74717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28722EEB-DE52-4042-8038-02486FD21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6328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EE1D00BB-761E-473E-88F4-6707D3986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8614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D1A664AF-7A6D-46F0-BEEB-A5C807D51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0994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211416D8-E0A6-43A5-BA20-182D658DD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60138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8" name="Rectangle 45">
            <a:extLst>
              <a:ext uri="{FF2B5EF4-FFF2-40B4-BE49-F238E27FC236}">
                <a16:creationId xmlns:a16="http://schemas.microsoft.com/office/drawing/2014/main" id="{F31A3C18-184B-4FC2-B494-204D7D7B6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119" y="2985510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CarryOut0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55" name="Line 40">
            <a:extLst>
              <a:ext uri="{FF2B5EF4-FFF2-40B4-BE49-F238E27FC236}">
                <a16:creationId xmlns:a16="http://schemas.microsoft.com/office/drawing/2014/main" id="{C51FD45B-98D8-4127-BDD6-E568779FFC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8060" y="5174090"/>
            <a:ext cx="0" cy="30519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9" name="Rectangle 5">
            <a:extLst>
              <a:ext uri="{FF2B5EF4-FFF2-40B4-BE49-F238E27FC236}">
                <a16:creationId xmlns:a16="http://schemas.microsoft.com/office/drawing/2014/main" id="{ECBC15D6-01A0-4594-84FE-77EB0A9BA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297" y="3763689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60" name="Rectangle 11">
            <a:extLst>
              <a:ext uri="{FF2B5EF4-FFF2-40B4-BE49-F238E27FC236}">
                <a16:creationId xmlns:a16="http://schemas.microsoft.com/office/drawing/2014/main" id="{8AE12389-708D-43A7-B5D0-F3A132B13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124" y="3618391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61" name="Rectangle 45">
            <a:extLst>
              <a:ext uri="{FF2B5EF4-FFF2-40B4-BE49-F238E27FC236}">
                <a16:creationId xmlns:a16="http://schemas.microsoft.com/office/drawing/2014/main" id="{1D7041C1-0429-48F8-91E2-D52BFAAF4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974" y="3906633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65" name="Rectangle 5">
            <a:extLst>
              <a:ext uri="{FF2B5EF4-FFF2-40B4-BE49-F238E27FC236}">
                <a16:creationId xmlns:a16="http://schemas.microsoft.com/office/drawing/2014/main" id="{4ADC60C0-94CD-4DC9-8E97-3E6D404A5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629" y="4679070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66" name="Rectangle 11">
            <a:extLst>
              <a:ext uri="{FF2B5EF4-FFF2-40B4-BE49-F238E27FC236}">
                <a16:creationId xmlns:a16="http://schemas.microsoft.com/office/drawing/2014/main" id="{E5A474FE-2575-4172-BA38-56223C77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456" y="4533772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67" name="Rectangle 45">
            <a:extLst>
              <a:ext uri="{FF2B5EF4-FFF2-40B4-BE49-F238E27FC236}">
                <a16:creationId xmlns:a16="http://schemas.microsoft.com/office/drawing/2014/main" id="{78B7E01B-F34C-47EC-96BF-097BABE7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306" y="4822014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DC33E90F-C72B-438F-A1F2-D74486C84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944" y="5585175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72" name="Rectangle 11">
            <a:extLst>
              <a:ext uri="{FF2B5EF4-FFF2-40B4-BE49-F238E27FC236}">
                <a16:creationId xmlns:a16="http://schemas.microsoft.com/office/drawing/2014/main" id="{C0C04E57-8C4A-4E5A-A0B8-783B91940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771" y="5439877"/>
            <a:ext cx="100187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73" name="Rectangle 45">
            <a:extLst>
              <a:ext uri="{FF2B5EF4-FFF2-40B4-BE49-F238E27FC236}">
                <a16:creationId xmlns:a16="http://schemas.microsoft.com/office/drawing/2014/main" id="{7664E77C-8CBC-4D2D-B1E9-56C1E96B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234" y="5726542"/>
            <a:ext cx="11589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6E05B96-AE4B-4707-820C-09BFB101A3F4}"/>
              </a:ext>
            </a:extLst>
          </p:cNvPr>
          <p:cNvGrpSpPr/>
          <p:nvPr/>
        </p:nvGrpSpPr>
        <p:grpSpPr>
          <a:xfrm>
            <a:off x="731137" y="1997301"/>
            <a:ext cx="1216186" cy="3486551"/>
            <a:chOff x="995219" y="1949450"/>
            <a:chExt cx="1216186" cy="3486551"/>
          </a:xfrm>
        </p:grpSpPr>
        <p:sp>
          <p:nvSpPr>
            <p:cNvPr id="74" name="Line 51">
              <a:extLst>
                <a:ext uri="{FF2B5EF4-FFF2-40B4-BE49-F238E27FC236}">
                  <a16:creationId xmlns:a16="http://schemas.microsoft.com/office/drawing/2014/main" id="{4CF033B8-ED65-43A1-BE36-B187F2D66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66" y="1949450"/>
              <a:ext cx="2877" cy="3312857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5" name="Line 55">
              <a:extLst>
                <a:ext uri="{FF2B5EF4-FFF2-40B4-BE49-F238E27FC236}">
                  <a16:creationId xmlns:a16="http://schemas.microsoft.com/office/drawing/2014/main" id="{9A2A91BE-06B6-434F-BA69-B4B65ADB8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1255" y="2463799"/>
              <a:ext cx="1200150" cy="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6" name="Line 56">
              <a:extLst>
                <a:ext uri="{FF2B5EF4-FFF2-40B4-BE49-F238E27FC236}">
                  <a16:creationId xmlns:a16="http://schemas.microsoft.com/office/drawing/2014/main" id="{A348E411-F44D-432E-8BDA-DE0B1C4DC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6643" y="2463800"/>
              <a:ext cx="0" cy="22860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7" name="Line 59">
              <a:extLst>
                <a:ext uri="{FF2B5EF4-FFF2-40B4-BE49-F238E27FC236}">
                  <a16:creationId xmlns:a16="http://schemas.microsoft.com/office/drawing/2014/main" id="{A1CE6CC5-FA9B-4CDC-B8C6-206424C70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573" y="3442914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8" name="Line 60">
              <a:extLst>
                <a:ext uri="{FF2B5EF4-FFF2-40B4-BE49-F238E27FC236}">
                  <a16:creationId xmlns:a16="http://schemas.microsoft.com/office/drawing/2014/main" id="{14D8FD40-69FA-4FB7-87D5-384FC6C67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67" y="3439318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9" name="Line 59">
              <a:extLst>
                <a:ext uri="{FF2B5EF4-FFF2-40B4-BE49-F238E27FC236}">
                  <a16:creationId xmlns:a16="http://schemas.microsoft.com/office/drawing/2014/main" id="{79EDC44D-B1E0-4A7C-BB63-7F0031B2D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6775" y="4352071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0" name="Line 60">
              <a:extLst>
                <a:ext uri="{FF2B5EF4-FFF2-40B4-BE49-F238E27FC236}">
                  <a16:creationId xmlns:a16="http://schemas.microsoft.com/office/drawing/2014/main" id="{D2314EB4-79A4-42E2-9C9A-7267BF8410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169" y="4348475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1" name="Line 59">
              <a:extLst>
                <a:ext uri="{FF2B5EF4-FFF2-40B4-BE49-F238E27FC236}">
                  <a16:creationId xmlns:a16="http://schemas.microsoft.com/office/drawing/2014/main" id="{2D2C3505-109B-4DB2-BF7C-075595CA9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0825" y="5265903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2" name="Line 60">
              <a:extLst>
                <a:ext uri="{FF2B5EF4-FFF2-40B4-BE49-F238E27FC236}">
                  <a16:creationId xmlns:a16="http://schemas.microsoft.com/office/drawing/2014/main" id="{25E4B0CA-0D6F-4682-AF69-355DD448B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5219" y="5262307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83" name="Line 51">
            <a:extLst>
              <a:ext uri="{FF2B5EF4-FFF2-40B4-BE49-F238E27FC236}">
                <a16:creationId xmlns:a16="http://schemas.microsoft.com/office/drawing/2014/main" id="{A0A9BC36-8597-4D69-868C-555DA29FE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8889" y="1995249"/>
            <a:ext cx="2877" cy="3312857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4" name="Line 55">
            <a:extLst>
              <a:ext uri="{FF2B5EF4-FFF2-40B4-BE49-F238E27FC236}">
                <a16:creationId xmlns:a16="http://schemas.microsoft.com/office/drawing/2014/main" id="{2E245911-2E86-4C20-8011-CF0311E28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7" y="2511650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5" name="Line 56">
            <a:extLst>
              <a:ext uri="{FF2B5EF4-FFF2-40B4-BE49-F238E27FC236}">
                <a16:creationId xmlns:a16="http://schemas.microsoft.com/office/drawing/2014/main" id="{53D3471C-76A3-4F22-9BC8-CC9D8EDC1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8810" y="2511651"/>
            <a:ext cx="0" cy="22860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6" name="Line 55">
            <a:extLst>
              <a:ext uri="{FF2B5EF4-FFF2-40B4-BE49-F238E27FC236}">
                <a16:creationId xmlns:a16="http://schemas.microsoft.com/office/drawing/2014/main" id="{DAA9AFF7-D10D-4CA4-860E-56AAE2E64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6" y="3491362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8" name="Line 59">
            <a:extLst>
              <a:ext uri="{FF2B5EF4-FFF2-40B4-BE49-F238E27FC236}">
                <a16:creationId xmlns:a16="http://schemas.microsoft.com/office/drawing/2014/main" id="{79F07807-29AE-4F00-885F-FAAA8B171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344" y="3488841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9" name="Line 55">
            <a:extLst>
              <a:ext uri="{FF2B5EF4-FFF2-40B4-BE49-F238E27FC236}">
                <a16:creationId xmlns:a16="http://schemas.microsoft.com/office/drawing/2014/main" id="{9983E45D-9EF6-4575-8953-A319097CA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6432" y="4404911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0" name="Line 59">
            <a:extLst>
              <a:ext uri="{FF2B5EF4-FFF2-40B4-BE49-F238E27FC236}">
                <a16:creationId xmlns:a16="http://schemas.microsoft.com/office/drawing/2014/main" id="{300B4723-4386-4944-B2CB-A78BCC417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6190" y="4402390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1" name="Line 55">
            <a:extLst>
              <a:ext uri="{FF2B5EF4-FFF2-40B4-BE49-F238E27FC236}">
                <a16:creationId xmlns:a16="http://schemas.microsoft.com/office/drawing/2014/main" id="{B969CA3C-8EF1-465D-99DC-8162CDEE2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2833" y="5311703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2" name="Line 59">
            <a:extLst>
              <a:ext uri="{FF2B5EF4-FFF2-40B4-BE49-F238E27FC236}">
                <a16:creationId xmlns:a16="http://schemas.microsoft.com/office/drawing/2014/main" id="{21169ACB-1CAF-4BB1-82F7-C98779292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2591" y="5309182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3" name="Rectangle 64">
            <a:extLst>
              <a:ext uri="{FF2B5EF4-FFF2-40B4-BE49-F238E27FC236}">
                <a16:creationId xmlns:a16="http://schemas.microsoft.com/office/drawing/2014/main" id="{69286E1A-6B1C-425A-940E-3F3904A17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" y="1670248"/>
            <a:ext cx="88966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 err="1">
                <a:latin typeface="+mn-lt"/>
                <a:ea typeface="PMingLiU" pitchFamily="18" charset="-120"/>
              </a:rPr>
              <a:t>Binvert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94" name="Rectangle 76">
            <a:extLst>
              <a:ext uri="{FF2B5EF4-FFF2-40B4-BE49-F238E27FC236}">
                <a16:creationId xmlns:a16="http://schemas.microsoft.com/office/drawing/2014/main" id="{37330E70-F2C4-4D32-9BF2-59BBF74B0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518" y="1670248"/>
            <a:ext cx="115256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Operation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02" name="Text Box 116">
            <a:extLst>
              <a:ext uri="{FF2B5EF4-FFF2-40B4-BE49-F238E27FC236}">
                <a16:creationId xmlns:a16="http://schemas.microsoft.com/office/drawing/2014/main" id="{FCE592E6-403D-4CFF-8BFE-CB5A01459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334" y="2403200"/>
            <a:ext cx="4450896" cy="83163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beq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: Zero = (a-b == 0) ? 1 : 0;</a:t>
            </a:r>
          </a:p>
          <a:p>
            <a:pPr eaLnBrk="1" hangingPunct="1"/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电路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: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对所有</a:t>
            </a:r>
            <a:r>
              <a:rPr lang="en-US" altLang="zh-CN" sz="2400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Sum</a:t>
            </a:r>
            <a:r>
              <a:rPr lang="zh-CN" altLang="en-US" sz="2400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结果求</a:t>
            </a:r>
            <a:r>
              <a:rPr lang="en-US" altLang="zh-CN" sz="2400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NOR</a:t>
            </a:r>
            <a:endParaRPr lang="zh-CN" altLang="en-US" sz="2400" dirty="0">
              <a:solidFill>
                <a:srgbClr val="3333FF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8A1CA92-5B31-C5BC-3F12-3B8AEC9FA7AA}"/>
              </a:ext>
            </a:extLst>
          </p:cNvPr>
          <p:cNvGrpSpPr/>
          <p:nvPr/>
        </p:nvGrpSpPr>
        <p:grpSpPr>
          <a:xfrm>
            <a:off x="5108268" y="4217778"/>
            <a:ext cx="686012" cy="383251"/>
            <a:chOff x="5108268" y="4217778"/>
            <a:chExt cx="686012" cy="383251"/>
          </a:xfrm>
        </p:grpSpPr>
        <p:sp>
          <p:nvSpPr>
            <p:cNvPr id="117" name="Freeform 93">
              <a:extLst>
                <a:ext uri="{FF2B5EF4-FFF2-40B4-BE49-F238E27FC236}">
                  <a16:creationId xmlns:a16="http://schemas.microsoft.com/office/drawing/2014/main" id="{D0BAE4C3-E5A4-49D5-9620-C61A94301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8706" y="4218819"/>
              <a:ext cx="527352" cy="204912"/>
            </a:xfrm>
            <a:custGeom>
              <a:avLst/>
              <a:gdLst>
                <a:gd name="T0" fmla="*/ 0 w 666"/>
                <a:gd name="T1" fmla="*/ 6 h 219"/>
                <a:gd name="T2" fmla="*/ 237 w 666"/>
                <a:gd name="T3" fmla="*/ 6 h 219"/>
                <a:gd name="T4" fmla="*/ 417 w 666"/>
                <a:gd name="T5" fmla="*/ 42 h 219"/>
                <a:gd name="T6" fmla="*/ 579 w 666"/>
                <a:gd name="T7" fmla="*/ 129 h 219"/>
                <a:gd name="T8" fmla="*/ 666 w 666"/>
                <a:gd name="T9" fmla="*/ 219 h 2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6" h="219">
                  <a:moveTo>
                    <a:pt x="0" y="6"/>
                  </a:moveTo>
                  <a:cubicBezTo>
                    <a:pt x="84" y="3"/>
                    <a:pt x="168" y="0"/>
                    <a:pt x="237" y="6"/>
                  </a:cubicBezTo>
                  <a:cubicBezTo>
                    <a:pt x="306" y="12"/>
                    <a:pt x="360" y="21"/>
                    <a:pt x="417" y="42"/>
                  </a:cubicBezTo>
                  <a:cubicBezTo>
                    <a:pt x="474" y="63"/>
                    <a:pt x="538" y="100"/>
                    <a:pt x="579" y="129"/>
                  </a:cubicBezTo>
                  <a:cubicBezTo>
                    <a:pt x="620" y="158"/>
                    <a:pt x="643" y="188"/>
                    <a:pt x="666" y="219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8" name="Freeform 94">
              <a:extLst>
                <a:ext uri="{FF2B5EF4-FFF2-40B4-BE49-F238E27FC236}">
                  <a16:creationId xmlns:a16="http://schemas.microsoft.com/office/drawing/2014/main" id="{AFBC8E25-E04A-43C6-B00F-8D430441AC4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123543" y="4389631"/>
              <a:ext cx="522514" cy="211398"/>
            </a:xfrm>
            <a:custGeom>
              <a:avLst/>
              <a:gdLst>
                <a:gd name="T0" fmla="*/ 0 w 666"/>
                <a:gd name="T1" fmla="*/ 6 h 219"/>
                <a:gd name="T2" fmla="*/ 237 w 666"/>
                <a:gd name="T3" fmla="*/ 6 h 219"/>
                <a:gd name="T4" fmla="*/ 417 w 666"/>
                <a:gd name="T5" fmla="*/ 42 h 219"/>
                <a:gd name="T6" fmla="*/ 579 w 666"/>
                <a:gd name="T7" fmla="*/ 129 h 219"/>
                <a:gd name="T8" fmla="*/ 666 w 666"/>
                <a:gd name="T9" fmla="*/ 219 h 2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6" h="219">
                  <a:moveTo>
                    <a:pt x="0" y="6"/>
                  </a:moveTo>
                  <a:cubicBezTo>
                    <a:pt x="84" y="3"/>
                    <a:pt x="168" y="0"/>
                    <a:pt x="237" y="6"/>
                  </a:cubicBezTo>
                  <a:cubicBezTo>
                    <a:pt x="306" y="12"/>
                    <a:pt x="360" y="21"/>
                    <a:pt x="417" y="42"/>
                  </a:cubicBezTo>
                  <a:cubicBezTo>
                    <a:pt x="474" y="63"/>
                    <a:pt x="538" y="100"/>
                    <a:pt x="579" y="129"/>
                  </a:cubicBezTo>
                  <a:cubicBezTo>
                    <a:pt x="620" y="158"/>
                    <a:pt x="643" y="188"/>
                    <a:pt x="666" y="219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6" name="Freeform 95">
              <a:extLst>
                <a:ext uri="{FF2B5EF4-FFF2-40B4-BE49-F238E27FC236}">
                  <a16:creationId xmlns:a16="http://schemas.microsoft.com/office/drawing/2014/main" id="{0E6ADF5C-9FEB-4E04-99BE-79EE511B9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268" y="4217778"/>
              <a:ext cx="111056" cy="379126"/>
            </a:xfrm>
            <a:custGeom>
              <a:avLst/>
              <a:gdLst>
                <a:gd name="T0" fmla="*/ 3 w 90"/>
                <a:gd name="T1" fmla="*/ 0 h 426"/>
                <a:gd name="T2" fmla="*/ 90 w 90"/>
                <a:gd name="T3" fmla="*/ 219 h 426"/>
                <a:gd name="T4" fmla="*/ 0 w 90"/>
                <a:gd name="T5" fmla="*/ 426 h 4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426">
                  <a:moveTo>
                    <a:pt x="3" y="0"/>
                  </a:moveTo>
                  <a:cubicBezTo>
                    <a:pt x="46" y="74"/>
                    <a:pt x="90" y="148"/>
                    <a:pt x="90" y="219"/>
                  </a:cubicBezTo>
                  <a:cubicBezTo>
                    <a:pt x="90" y="290"/>
                    <a:pt x="45" y="358"/>
                    <a:pt x="0" y="426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21" name="Oval 99">
              <a:extLst>
                <a:ext uri="{FF2B5EF4-FFF2-40B4-BE49-F238E27FC236}">
                  <a16:creationId xmlns:a16="http://schemas.microsoft.com/office/drawing/2014/main" id="{66C9D82C-173A-4734-B188-F071DBB56A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5639480" y="4329726"/>
              <a:ext cx="154800" cy="154800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7" rIns="92075" bIns="46037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22" name="Line 100">
            <a:extLst>
              <a:ext uri="{FF2B5EF4-FFF2-40B4-BE49-F238E27FC236}">
                <a16:creationId xmlns:a16="http://schemas.microsoft.com/office/drawing/2014/main" id="{B8915119-FCAF-4D66-A7FB-48DF9CA6E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60" y="3030289"/>
            <a:ext cx="0" cy="62865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3" name="Line 101">
            <a:extLst>
              <a:ext uri="{FF2B5EF4-FFF2-40B4-BE49-F238E27FC236}">
                <a16:creationId xmlns:a16="http://schemas.microsoft.com/office/drawing/2014/main" id="{42AC1F58-9A46-4B5E-9EB4-7B095741C2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7034" y="3653146"/>
            <a:ext cx="1522750" cy="5793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4" name="Line 102">
            <a:extLst>
              <a:ext uri="{FF2B5EF4-FFF2-40B4-BE49-F238E27FC236}">
                <a16:creationId xmlns:a16="http://schemas.microsoft.com/office/drawing/2014/main" id="{ACE4A346-084C-4E8A-AC88-6041C0B258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1778" y="3641504"/>
            <a:ext cx="1281" cy="626375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5" name="Line 103">
            <a:extLst>
              <a:ext uri="{FF2B5EF4-FFF2-40B4-BE49-F238E27FC236}">
                <a16:creationId xmlns:a16="http://schemas.microsoft.com/office/drawing/2014/main" id="{321F3801-FC62-4DBF-A131-61206639F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3112" y="4258385"/>
            <a:ext cx="549975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6" name="Line 104">
            <a:extLst>
              <a:ext uri="{FF2B5EF4-FFF2-40B4-BE49-F238E27FC236}">
                <a16:creationId xmlns:a16="http://schemas.microsoft.com/office/drawing/2014/main" id="{053EDAD9-98EE-4FBA-83C3-17C350989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9997" y="4359368"/>
            <a:ext cx="211455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7" name="Line 105">
            <a:extLst>
              <a:ext uri="{FF2B5EF4-FFF2-40B4-BE49-F238E27FC236}">
                <a16:creationId xmlns:a16="http://schemas.microsoft.com/office/drawing/2014/main" id="{AAB042AB-2117-43D1-AB30-B3BC7AD19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5155" y="3933657"/>
            <a:ext cx="0" cy="420193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8" name="Line 106">
            <a:extLst>
              <a:ext uri="{FF2B5EF4-FFF2-40B4-BE49-F238E27FC236}">
                <a16:creationId xmlns:a16="http://schemas.microsoft.com/office/drawing/2014/main" id="{AC32B75A-6913-44C8-9AF6-0702BBF2CA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89670" y="4454833"/>
            <a:ext cx="0" cy="377641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9" name="Line 107">
            <a:extLst>
              <a:ext uri="{FF2B5EF4-FFF2-40B4-BE49-F238E27FC236}">
                <a16:creationId xmlns:a16="http://schemas.microsoft.com/office/drawing/2014/main" id="{2490B142-0614-433B-A29C-2A2005320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671" y="4471505"/>
            <a:ext cx="2094875" cy="2524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0" name="Line 108">
            <a:extLst>
              <a:ext uri="{FF2B5EF4-FFF2-40B4-BE49-F238E27FC236}">
                <a16:creationId xmlns:a16="http://schemas.microsoft.com/office/drawing/2014/main" id="{E974D9F6-7B04-40E4-B87A-6D5955531F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87686" y="5361159"/>
            <a:ext cx="0" cy="385715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Line 109">
            <a:extLst>
              <a:ext uri="{FF2B5EF4-FFF2-40B4-BE49-F238E27FC236}">
                <a16:creationId xmlns:a16="http://schemas.microsoft.com/office/drawing/2014/main" id="{8CD8DFAE-44AA-455F-9041-2369134BF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1338" y="5376438"/>
            <a:ext cx="1523744" cy="9815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2" name="Line 110">
            <a:extLst>
              <a:ext uri="{FF2B5EF4-FFF2-40B4-BE49-F238E27FC236}">
                <a16:creationId xmlns:a16="http://schemas.microsoft.com/office/drawing/2014/main" id="{035704F2-4B93-46FF-86FC-DA60EAEC45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87569" y="4572488"/>
            <a:ext cx="3497" cy="802655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3" name="Line 111">
            <a:extLst>
              <a:ext uri="{FF2B5EF4-FFF2-40B4-BE49-F238E27FC236}">
                <a16:creationId xmlns:a16="http://schemas.microsoft.com/office/drawing/2014/main" id="{DBD886AE-C7C8-4676-AFAD-7DD3F6573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7306" y="4587237"/>
            <a:ext cx="557213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5" name="Line 113">
            <a:extLst>
              <a:ext uri="{FF2B5EF4-FFF2-40B4-BE49-F238E27FC236}">
                <a16:creationId xmlns:a16="http://schemas.microsoft.com/office/drawing/2014/main" id="{F5EBCAB1-4D80-4C9B-B91F-BF9CCA53D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0216" y="4412008"/>
            <a:ext cx="436371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6" name="Rectangle 114">
            <a:extLst>
              <a:ext uri="{FF2B5EF4-FFF2-40B4-BE49-F238E27FC236}">
                <a16:creationId xmlns:a16="http://schemas.microsoft.com/office/drawing/2014/main" id="{64B72037-A5D2-4C10-AB8F-48D69DA0D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528" y="4258385"/>
            <a:ext cx="62677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solidFill>
                  <a:srgbClr val="009900"/>
                </a:solidFill>
                <a:latin typeface="+mn-lt"/>
                <a:ea typeface="PMingLiU" pitchFamily="18" charset="-120"/>
              </a:rPr>
              <a:t>Zero</a:t>
            </a:r>
          </a:p>
        </p:txBody>
      </p:sp>
      <p:sp>
        <p:nvSpPr>
          <p:cNvPr id="137" name="Line 40">
            <a:extLst>
              <a:ext uri="{FF2B5EF4-FFF2-40B4-BE49-F238E27FC236}">
                <a16:creationId xmlns:a16="http://schemas.microsoft.com/office/drawing/2014/main" id="{E97CA414-0199-4B05-82C1-276763E9E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85155" y="4962428"/>
            <a:ext cx="0" cy="305190"/>
          </a:xfrm>
          <a:prstGeom prst="line">
            <a:avLst/>
          </a:prstGeom>
          <a:noFill/>
          <a:ln w="25400">
            <a:solidFill>
              <a:srgbClr val="0099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253E39F1-A545-21B4-0E34-22A37CC9C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595" y="2811890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Result0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7D8AE1AB-7EFD-A8C0-BFA8-2BFF58845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595" y="3726290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b="1" dirty="0">
                <a:latin typeface="+mn-lt"/>
                <a:ea typeface="PMingLiU" pitchFamily="18" charset="-120"/>
              </a:rPr>
              <a:t>Result1</a:t>
            </a: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34A7ABDF-E351-A25E-66E7-1A0EF98BC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595" y="4640690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Result2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47" name="Rectangle 39">
            <a:extLst>
              <a:ext uri="{FF2B5EF4-FFF2-40B4-BE49-F238E27FC236}">
                <a16:creationId xmlns:a16="http://schemas.microsoft.com/office/drawing/2014/main" id="{94BC559F-F100-7A55-B5C9-5027B49B2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595" y="5555090"/>
            <a:ext cx="1037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Result31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C699251-3133-133C-44B6-842BD896A30C}"/>
              </a:ext>
            </a:extLst>
          </p:cNvPr>
          <p:cNvSpPr txBox="1"/>
          <p:nvPr/>
        </p:nvSpPr>
        <p:spPr>
          <a:xfrm>
            <a:off x="4443167" y="1545840"/>
            <a:ext cx="4391569" cy="558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+mn-cs"/>
              </a:rPr>
              <a:t>能实现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+mn-cs"/>
              </a:rPr>
              <a:t>Beq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+mn-cs"/>
              </a:rPr>
              <a:t>指令吗？</a:t>
            </a:r>
          </a:p>
        </p:txBody>
      </p:sp>
    </p:spTree>
    <p:extLst>
      <p:ext uri="{BB962C8B-B14F-4D97-AF65-F5344CB8AC3E}">
        <p14:creationId xmlns:p14="http://schemas.microsoft.com/office/powerpoint/2010/main" val="4276002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5AB50-25D7-45D9-9CA5-C7ECBC80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32-bit</a:t>
            </a:r>
            <a:r>
              <a:rPr lang="zh-CN" altLang="en-US" dirty="0"/>
              <a:t> </a:t>
            </a:r>
            <a:r>
              <a:rPr lang="en-US" altLang="zh-CN" dirty="0"/>
              <a:t>ALU:</a:t>
            </a:r>
            <a:r>
              <a:rPr lang="zh-CN" altLang="en-US" dirty="0"/>
              <a:t> </a:t>
            </a:r>
            <a:r>
              <a:rPr lang="en-US" altLang="zh-CN" dirty="0" err="1"/>
              <a:t>slt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1AAF7-2D1D-4795-B487-5C802803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E5BB2C-F62E-426C-B9A4-49457CCD7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65949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1FD324E-580D-459E-A32A-B4BB40A34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040490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F37911-6005-4598-88D8-AA54ED6C2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274997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868CBE6-2DE4-4047-AC4D-D20507940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6442" y="2842566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24F0776A-050A-4452-A848-0E6FEE7CC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01393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1B045D68-C500-4996-9A6C-7E71F6D2F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896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E63330B8-CECD-4CC5-B059-5B543653F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1182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FDF759F-DB59-4695-ABA1-D31FFEFD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2811890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1600" b="1" dirty="0">
                <a:latin typeface="+mn-lt"/>
                <a:ea typeface="PMingLiU" pitchFamily="18" charset="-120"/>
              </a:rPr>
              <a:t>Result0</a:t>
            </a: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ED7D02F0-5955-4CE5-BCD7-E4D101F46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3562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59E8D28-29E1-4996-B7AF-7CA231855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0269" y="2697268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</a:t>
            </a:r>
            <a:r>
              <a:rPr kumimoji="1" lang="en-US" altLang="zh-TW" sz="1400" b="1" dirty="0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181C37D6-7577-4FB4-BE57-305E78E9E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57389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83577279-95CF-43A5-B6DE-B925CFA71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954890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75C7BDF6-9041-42C6-B2E4-FE8B708E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366437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49F6EB1E-363D-4C8A-BCC9-AC7493668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91837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BAFEC107-25EB-472C-ADFA-7E9B007C4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8040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A521BCE8-5F2D-4E60-8746-D3224CEC0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0326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5971536D-52C5-41B6-A913-AABB7C60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3726290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Result1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8BF9C2BB-B16A-4133-8F70-77F35BB6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2706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0C414DF5-6A7C-4851-8A9C-898C90DE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48829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24E0512E-7059-484A-AAB3-854BC0516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869290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D90BCE60-966A-44E0-8265-F4FCB4EDF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457877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FEFA6AE9-057E-47EF-8586-1B55874C7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83277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8CD391ED-5479-4D92-896C-D2B1E415B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7184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34A558D1-29D2-4436-94A7-523408A37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9470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0AC11507-FD22-420A-8DDF-A95F6B7E9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4640690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Result2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3AFABD7C-FDD2-4D1B-894B-4B95B453E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1850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CE0551A2-37BA-4DEC-A597-C365E1D93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55" y="5443085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3B1A0900-F03E-4949-97A8-9902EA1F1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55" y="5813875"/>
            <a:ext cx="53540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EFDAA348-B7C9-4509-B222-BDAA25E6D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5493178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2AB35612-231B-4427-AC76-771E027A2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74717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28722EEB-DE52-4042-8038-02486FD21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6328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EE1D00BB-761E-473E-88F4-6707D3986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86147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" name="Rectangle 39">
            <a:extLst>
              <a:ext uri="{FF2B5EF4-FFF2-40B4-BE49-F238E27FC236}">
                <a16:creationId xmlns:a16="http://schemas.microsoft.com/office/drawing/2014/main" id="{FF9EF737-D1A9-43EA-AC2F-E40A66B42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5555090"/>
            <a:ext cx="1037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Result31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D1A664AF-7A6D-46F0-BEEB-A5C807D51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0994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211416D8-E0A6-43A5-BA20-182D658DD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601387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8" name="Rectangle 45">
            <a:extLst>
              <a:ext uri="{FF2B5EF4-FFF2-40B4-BE49-F238E27FC236}">
                <a16:creationId xmlns:a16="http://schemas.microsoft.com/office/drawing/2014/main" id="{F31A3C18-184B-4FC2-B494-204D7D7B6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119" y="2985510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CarryOut0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55" name="Line 40">
            <a:extLst>
              <a:ext uri="{FF2B5EF4-FFF2-40B4-BE49-F238E27FC236}">
                <a16:creationId xmlns:a16="http://schemas.microsoft.com/office/drawing/2014/main" id="{C51FD45B-98D8-4127-BDD6-E568779FF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8062" y="5174090"/>
            <a:ext cx="0" cy="31908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9" name="Rectangle 5">
            <a:extLst>
              <a:ext uri="{FF2B5EF4-FFF2-40B4-BE49-F238E27FC236}">
                <a16:creationId xmlns:a16="http://schemas.microsoft.com/office/drawing/2014/main" id="{ECBC15D6-01A0-4594-84FE-77EB0A9BA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297" y="3763689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60" name="Rectangle 11">
            <a:extLst>
              <a:ext uri="{FF2B5EF4-FFF2-40B4-BE49-F238E27FC236}">
                <a16:creationId xmlns:a16="http://schemas.microsoft.com/office/drawing/2014/main" id="{8AE12389-708D-43A7-B5D0-F3A132B13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124" y="3618391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61" name="Rectangle 45">
            <a:extLst>
              <a:ext uri="{FF2B5EF4-FFF2-40B4-BE49-F238E27FC236}">
                <a16:creationId xmlns:a16="http://schemas.microsoft.com/office/drawing/2014/main" id="{1D7041C1-0429-48F8-91E2-D52BFAAF4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974" y="3906633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65" name="Rectangle 5">
            <a:extLst>
              <a:ext uri="{FF2B5EF4-FFF2-40B4-BE49-F238E27FC236}">
                <a16:creationId xmlns:a16="http://schemas.microsoft.com/office/drawing/2014/main" id="{4ADC60C0-94CD-4DC9-8E97-3E6D404A5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629" y="4679070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66" name="Rectangle 11">
            <a:extLst>
              <a:ext uri="{FF2B5EF4-FFF2-40B4-BE49-F238E27FC236}">
                <a16:creationId xmlns:a16="http://schemas.microsoft.com/office/drawing/2014/main" id="{E5A474FE-2575-4172-BA38-56223C77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456" y="4533772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67" name="Rectangle 45">
            <a:extLst>
              <a:ext uri="{FF2B5EF4-FFF2-40B4-BE49-F238E27FC236}">
                <a16:creationId xmlns:a16="http://schemas.microsoft.com/office/drawing/2014/main" id="{78B7E01B-F34C-47EC-96BF-097BABE7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306" y="4822014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DC33E90F-C72B-438F-A1F2-D74486C84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944" y="5585175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72" name="Rectangle 11">
            <a:extLst>
              <a:ext uri="{FF2B5EF4-FFF2-40B4-BE49-F238E27FC236}">
                <a16:creationId xmlns:a16="http://schemas.microsoft.com/office/drawing/2014/main" id="{C0C04E57-8C4A-4E5A-A0B8-783B91940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771" y="5439877"/>
            <a:ext cx="100187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73" name="Rectangle 45">
            <a:extLst>
              <a:ext uri="{FF2B5EF4-FFF2-40B4-BE49-F238E27FC236}">
                <a16:creationId xmlns:a16="http://schemas.microsoft.com/office/drawing/2014/main" id="{7664E77C-8CBC-4D2D-B1E9-56C1E96B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234" y="5726542"/>
            <a:ext cx="11589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6E05B96-AE4B-4707-820C-09BFB101A3F4}"/>
              </a:ext>
            </a:extLst>
          </p:cNvPr>
          <p:cNvGrpSpPr/>
          <p:nvPr/>
        </p:nvGrpSpPr>
        <p:grpSpPr>
          <a:xfrm>
            <a:off x="731137" y="1997301"/>
            <a:ext cx="1216186" cy="3486551"/>
            <a:chOff x="995219" y="1949450"/>
            <a:chExt cx="1216186" cy="3486551"/>
          </a:xfrm>
        </p:grpSpPr>
        <p:sp>
          <p:nvSpPr>
            <p:cNvPr id="74" name="Line 51">
              <a:extLst>
                <a:ext uri="{FF2B5EF4-FFF2-40B4-BE49-F238E27FC236}">
                  <a16:creationId xmlns:a16="http://schemas.microsoft.com/office/drawing/2014/main" id="{4CF033B8-ED65-43A1-BE36-B187F2D66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66" y="1949450"/>
              <a:ext cx="2877" cy="3312857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5" name="Line 55">
              <a:extLst>
                <a:ext uri="{FF2B5EF4-FFF2-40B4-BE49-F238E27FC236}">
                  <a16:creationId xmlns:a16="http://schemas.microsoft.com/office/drawing/2014/main" id="{9A2A91BE-06B6-434F-BA69-B4B65ADB8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1255" y="2463799"/>
              <a:ext cx="1200150" cy="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6" name="Line 56">
              <a:extLst>
                <a:ext uri="{FF2B5EF4-FFF2-40B4-BE49-F238E27FC236}">
                  <a16:creationId xmlns:a16="http://schemas.microsoft.com/office/drawing/2014/main" id="{A348E411-F44D-432E-8BDA-DE0B1C4DC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6643" y="2463800"/>
              <a:ext cx="0" cy="22860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7" name="Line 59">
              <a:extLst>
                <a:ext uri="{FF2B5EF4-FFF2-40B4-BE49-F238E27FC236}">
                  <a16:creationId xmlns:a16="http://schemas.microsoft.com/office/drawing/2014/main" id="{A1CE6CC5-FA9B-4CDC-B8C6-206424C70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573" y="3442914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8" name="Line 60">
              <a:extLst>
                <a:ext uri="{FF2B5EF4-FFF2-40B4-BE49-F238E27FC236}">
                  <a16:creationId xmlns:a16="http://schemas.microsoft.com/office/drawing/2014/main" id="{14D8FD40-69FA-4FB7-87D5-384FC6C67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67" y="3439318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9" name="Line 59">
              <a:extLst>
                <a:ext uri="{FF2B5EF4-FFF2-40B4-BE49-F238E27FC236}">
                  <a16:creationId xmlns:a16="http://schemas.microsoft.com/office/drawing/2014/main" id="{79EDC44D-B1E0-4A7C-BB63-7F0031B2D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6775" y="4352071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0" name="Line 60">
              <a:extLst>
                <a:ext uri="{FF2B5EF4-FFF2-40B4-BE49-F238E27FC236}">
                  <a16:creationId xmlns:a16="http://schemas.microsoft.com/office/drawing/2014/main" id="{D2314EB4-79A4-42E2-9C9A-7267BF8410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169" y="4348475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1" name="Line 59">
              <a:extLst>
                <a:ext uri="{FF2B5EF4-FFF2-40B4-BE49-F238E27FC236}">
                  <a16:creationId xmlns:a16="http://schemas.microsoft.com/office/drawing/2014/main" id="{2D2C3505-109B-4DB2-BF7C-075595CA9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0825" y="5265903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2" name="Line 60">
              <a:extLst>
                <a:ext uri="{FF2B5EF4-FFF2-40B4-BE49-F238E27FC236}">
                  <a16:creationId xmlns:a16="http://schemas.microsoft.com/office/drawing/2014/main" id="{25E4B0CA-0D6F-4682-AF69-355DD448B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5219" y="5262307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83" name="Line 51">
            <a:extLst>
              <a:ext uri="{FF2B5EF4-FFF2-40B4-BE49-F238E27FC236}">
                <a16:creationId xmlns:a16="http://schemas.microsoft.com/office/drawing/2014/main" id="{A0A9BC36-8597-4D69-868C-555DA29FE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8889" y="1995249"/>
            <a:ext cx="2877" cy="3312857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4" name="Line 55">
            <a:extLst>
              <a:ext uri="{FF2B5EF4-FFF2-40B4-BE49-F238E27FC236}">
                <a16:creationId xmlns:a16="http://schemas.microsoft.com/office/drawing/2014/main" id="{2E245911-2E86-4C20-8011-CF0311E28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7" y="2511650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5" name="Line 56">
            <a:extLst>
              <a:ext uri="{FF2B5EF4-FFF2-40B4-BE49-F238E27FC236}">
                <a16:creationId xmlns:a16="http://schemas.microsoft.com/office/drawing/2014/main" id="{53D3471C-76A3-4F22-9BC8-CC9D8EDC1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8810" y="2511651"/>
            <a:ext cx="0" cy="22860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6" name="Line 55">
            <a:extLst>
              <a:ext uri="{FF2B5EF4-FFF2-40B4-BE49-F238E27FC236}">
                <a16:creationId xmlns:a16="http://schemas.microsoft.com/office/drawing/2014/main" id="{DAA9AFF7-D10D-4CA4-860E-56AAE2E64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6" y="3491362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8" name="Line 59">
            <a:extLst>
              <a:ext uri="{FF2B5EF4-FFF2-40B4-BE49-F238E27FC236}">
                <a16:creationId xmlns:a16="http://schemas.microsoft.com/office/drawing/2014/main" id="{79F07807-29AE-4F00-885F-FAAA8B171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344" y="3488841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9" name="Line 55">
            <a:extLst>
              <a:ext uri="{FF2B5EF4-FFF2-40B4-BE49-F238E27FC236}">
                <a16:creationId xmlns:a16="http://schemas.microsoft.com/office/drawing/2014/main" id="{9983E45D-9EF6-4575-8953-A319097CA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6432" y="4404911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0" name="Line 59">
            <a:extLst>
              <a:ext uri="{FF2B5EF4-FFF2-40B4-BE49-F238E27FC236}">
                <a16:creationId xmlns:a16="http://schemas.microsoft.com/office/drawing/2014/main" id="{300B4723-4386-4944-B2CB-A78BCC417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6190" y="4402390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1" name="Line 55">
            <a:extLst>
              <a:ext uri="{FF2B5EF4-FFF2-40B4-BE49-F238E27FC236}">
                <a16:creationId xmlns:a16="http://schemas.microsoft.com/office/drawing/2014/main" id="{B969CA3C-8EF1-465D-99DC-8162CDEE2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2833" y="5311703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2" name="Line 59">
            <a:extLst>
              <a:ext uri="{FF2B5EF4-FFF2-40B4-BE49-F238E27FC236}">
                <a16:creationId xmlns:a16="http://schemas.microsoft.com/office/drawing/2014/main" id="{21169ACB-1CAF-4BB1-82F7-C98779292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2591" y="5309182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3" name="Rectangle 64">
            <a:extLst>
              <a:ext uri="{FF2B5EF4-FFF2-40B4-BE49-F238E27FC236}">
                <a16:creationId xmlns:a16="http://schemas.microsoft.com/office/drawing/2014/main" id="{69286E1A-6B1C-425A-940E-3F3904A17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" y="1670248"/>
            <a:ext cx="88966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 err="1">
                <a:latin typeface="+mn-lt"/>
                <a:ea typeface="PMingLiU" pitchFamily="18" charset="-120"/>
              </a:rPr>
              <a:t>Binvert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94" name="Rectangle 76">
            <a:extLst>
              <a:ext uri="{FF2B5EF4-FFF2-40B4-BE49-F238E27FC236}">
                <a16:creationId xmlns:a16="http://schemas.microsoft.com/office/drawing/2014/main" id="{37330E70-F2C4-4D32-9BF2-59BBF74B0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518" y="1670248"/>
            <a:ext cx="115256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Operation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74BA2B9-40AC-4F3E-9A7F-8C8E766D8AFB}"/>
              </a:ext>
            </a:extLst>
          </p:cNvPr>
          <p:cNvSpPr/>
          <p:nvPr/>
        </p:nvSpPr>
        <p:spPr bwMode="auto">
          <a:xfrm>
            <a:off x="3079424" y="2619241"/>
            <a:ext cx="1041314" cy="747248"/>
          </a:xfrm>
          <a:prstGeom prst="rect">
            <a:avLst/>
          </a:prstGeom>
          <a:noFill/>
          <a:ln w="28575" cap="flat" cmpd="sng" algn="ctr">
            <a:solidFill>
              <a:srgbClr val="3333FF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37FB43C-30A0-4FB9-A497-7FAB7BB4C718}"/>
              </a:ext>
            </a:extLst>
          </p:cNvPr>
          <p:cNvSpPr/>
          <p:nvPr/>
        </p:nvSpPr>
        <p:spPr bwMode="auto">
          <a:xfrm>
            <a:off x="3090754" y="3544245"/>
            <a:ext cx="1029984" cy="2376918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0" name="Text Box 8">
            <a:extLst>
              <a:ext uri="{FF2B5EF4-FFF2-40B4-BE49-F238E27FC236}">
                <a16:creationId xmlns:a16="http://schemas.microsoft.com/office/drawing/2014/main" id="{933A217D-0496-47FE-9271-C368D15E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0631" y="1547588"/>
            <a:ext cx="3658053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dirty="0" err="1">
                <a:latin typeface="+mn-lt"/>
                <a:ea typeface="SimHei" panose="02010609060101010101" pitchFamily="49" charset="-122"/>
              </a:rPr>
              <a:t>Slt</a:t>
            </a:r>
            <a:r>
              <a:rPr lang="en-US" altLang="zh-CN" sz="2800" dirty="0">
                <a:latin typeface="+mn-lt"/>
                <a:ea typeface="SimHei" panose="02010609060101010101" pitchFamily="49" charset="-122"/>
              </a:rPr>
              <a:t>: </a:t>
            </a:r>
            <a:r>
              <a:rPr lang="en-US" altLang="zh-CN" sz="2800" dirty="0" err="1">
                <a:latin typeface="+mn-lt"/>
                <a:ea typeface="SimHei" panose="02010609060101010101" pitchFamily="49" charset="-122"/>
              </a:rPr>
              <a:t>rd</a:t>
            </a:r>
            <a:r>
              <a:rPr lang="en-US" altLang="zh-CN" sz="2800" dirty="0">
                <a:latin typeface="+mn-lt"/>
                <a:ea typeface="SimHei" panose="02010609060101010101" pitchFamily="49" charset="-122"/>
              </a:rPr>
              <a:t> = </a:t>
            </a:r>
            <a:r>
              <a:rPr lang="en-US" altLang="zh-CN" sz="2800" dirty="0" err="1">
                <a:latin typeface="+mn-lt"/>
                <a:ea typeface="SimHei" panose="02010609060101010101" pitchFamily="49" charset="-122"/>
              </a:rPr>
              <a:t>rs</a:t>
            </a:r>
            <a:r>
              <a:rPr lang="en-US" altLang="zh-CN" sz="2800" dirty="0">
                <a:latin typeface="+mn-lt"/>
                <a:ea typeface="SimHei" panose="02010609060101010101" pitchFamily="49" charset="-122"/>
              </a:rPr>
              <a:t> &lt; rt ? 1 : 0;</a:t>
            </a:r>
          </a:p>
        </p:txBody>
      </p:sp>
      <p:sp>
        <p:nvSpPr>
          <p:cNvPr id="101" name="Text Box 103">
            <a:extLst>
              <a:ext uri="{FF2B5EF4-FFF2-40B4-BE49-F238E27FC236}">
                <a16:creationId xmlns:a16="http://schemas.microsoft.com/office/drawing/2014/main" id="{56DCFB5F-CA90-4441-AE0D-CD4B70070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846510"/>
            <a:ext cx="4181337" cy="8316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Result0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置为</a:t>
            </a:r>
            <a:r>
              <a:rPr lang="en-US" altLang="zh-CN" sz="2400" b="1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a-b</a:t>
            </a:r>
            <a:r>
              <a:rPr lang="zh-CN" altLang="en-US" sz="2400" b="1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的符号位</a:t>
            </a:r>
            <a:endParaRPr lang="en-US" altLang="zh-CN" sz="2400" b="1" dirty="0">
              <a:solidFill>
                <a:srgbClr val="3333FF"/>
              </a:solidFill>
              <a:latin typeface="+mn-lt"/>
              <a:ea typeface="SimHei" panose="02010609060101010101" pitchFamily="49" charset="-122"/>
            </a:endParaRPr>
          </a:p>
          <a:p>
            <a:pPr eaLnBrk="1" hangingPunct="1"/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Result1-31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置为</a:t>
            </a:r>
            <a:r>
              <a:rPr lang="en-US" altLang="zh-CN" sz="2400" b="1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102" name="Text Box 8">
            <a:extLst>
              <a:ext uri="{FF2B5EF4-FFF2-40B4-BE49-F238E27FC236}">
                <a16:creationId xmlns:a16="http://schemas.microsoft.com/office/drawing/2014/main" id="{9C316652-96BD-4B18-AA3B-1879534B2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863" y="2189245"/>
            <a:ext cx="4723016" cy="12009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取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a=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rs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, b=rt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eaLnBrk="1" hangingPunct="1"/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若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 a-b&lt;0,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则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a-b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结果的符号位为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1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；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eaLnBrk="1" hangingPunct="1"/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若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 a-b≥0,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 则符号位为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 0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404172-4037-73A8-2885-BCD02EE8354F}"/>
              </a:ext>
            </a:extLst>
          </p:cNvPr>
          <p:cNvSpPr txBox="1"/>
          <p:nvPr/>
        </p:nvSpPr>
        <p:spPr>
          <a:xfrm>
            <a:off x="4476997" y="513948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zh-CN" sz="2400" b="1" dirty="0">
                <a:solidFill>
                  <a:srgbClr val="3333FF"/>
                </a:solidFill>
              </a:rPr>
              <a:t>Q:</a:t>
            </a:r>
            <a:r>
              <a:rPr lang="zh-CN" altLang="en-US" sz="2400" b="1" dirty="0">
                <a:solidFill>
                  <a:srgbClr val="3333FF"/>
                </a:solidFill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</a:rPr>
              <a:t>a-b</a:t>
            </a:r>
            <a:r>
              <a:rPr lang="zh-CN" altLang="en-US" sz="2400" b="1" dirty="0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的符号位是哪一个输出？</a:t>
            </a:r>
            <a:endParaRPr lang="en-US" altLang="zh-CN" sz="2400" b="1" dirty="0">
              <a:solidFill>
                <a:srgbClr val="3333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97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5AB50-25D7-45D9-9CA5-C7ECBC80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32-bit</a:t>
            </a:r>
            <a:r>
              <a:rPr lang="zh-CN" altLang="en-US" dirty="0"/>
              <a:t> </a:t>
            </a:r>
            <a:r>
              <a:rPr lang="en-US" altLang="zh-CN" dirty="0"/>
              <a:t>ALU:</a:t>
            </a:r>
            <a:r>
              <a:rPr lang="zh-CN" altLang="en-US" dirty="0"/>
              <a:t> </a:t>
            </a:r>
            <a:r>
              <a:rPr lang="en-US" altLang="zh-CN" dirty="0" err="1"/>
              <a:t>slt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1AAF7-2D1D-4795-B487-5C802803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46</a:t>
            </a:fld>
            <a:endParaRPr lang="en-US" altLang="zh-CN"/>
          </a:p>
        </p:txBody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99E5BB2C-F62E-426C-B9A4-49457CCD7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26827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91FD324E-580D-459E-A32A-B4BB40A34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3063741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80" name="Rectangle 4">
            <a:extLst>
              <a:ext uri="{FF2B5EF4-FFF2-40B4-BE49-F238E27FC236}">
                <a16:creationId xmlns:a16="http://schemas.microsoft.com/office/drawing/2014/main" id="{A8F37911-6005-4598-88D8-AA54ED6C2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2773229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B868CBE6-2DE4-4047-AC4D-D20507940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255" y="2865817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82" name="Line 6">
            <a:extLst>
              <a:ext uri="{FF2B5EF4-FFF2-40B4-BE49-F238E27FC236}">
                <a16:creationId xmlns:a16="http://schemas.microsoft.com/office/drawing/2014/main" id="{24F0776A-050A-4452-A848-0E6FEE7CC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3037181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3" name="Line 7">
            <a:extLst>
              <a:ext uri="{FF2B5EF4-FFF2-40B4-BE49-F238E27FC236}">
                <a16:creationId xmlns:a16="http://schemas.microsoft.com/office/drawing/2014/main" id="{1B045D68-C500-4996-9A6C-7E71F6D2F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29129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4" name="Line 8">
            <a:extLst>
              <a:ext uri="{FF2B5EF4-FFF2-40B4-BE49-F238E27FC236}">
                <a16:creationId xmlns:a16="http://schemas.microsoft.com/office/drawing/2014/main" id="{E63330B8-CECD-4CC5-B059-5B543653F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31415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5" name="Rectangle 9">
            <a:extLst>
              <a:ext uri="{FF2B5EF4-FFF2-40B4-BE49-F238E27FC236}">
                <a16:creationId xmlns:a16="http://schemas.microsoft.com/office/drawing/2014/main" id="{3FDF759F-DB59-4695-ABA1-D31FFEFD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835141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Result0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86" name="Line 10">
            <a:extLst>
              <a:ext uri="{FF2B5EF4-FFF2-40B4-BE49-F238E27FC236}">
                <a16:creationId xmlns:a16="http://schemas.microsoft.com/office/drawing/2014/main" id="{ED7D02F0-5955-4CE5-BCD7-E4D101F46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23795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7" name="Rectangle 11">
            <a:extLst>
              <a:ext uri="{FF2B5EF4-FFF2-40B4-BE49-F238E27FC236}">
                <a16:creationId xmlns:a16="http://schemas.microsoft.com/office/drawing/2014/main" id="{559E8D28-29E1-4996-B7AF-7CA231855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082" y="2720519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</a:t>
            </a:r>
            <a:r>
              <a:rPr kumimoji="1" lang="en-US" altLang="zh-TW" sz="1400" b="1" dirty="0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181C37D6-7577-4FB4-BE57-305E78E9E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35971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89" name="Rectangle 13">
            <a:extLst>
              <a:ext uri="{FF2B5EF4-FFF2-40B4-BE49-F238E27FC236}">
                <a16:creationId xmlns:a16="http://schemas.microsoft.com/office/drawing/2014/main" id="{83577279-95CF-43A5-B6DE-B925CFA71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3978141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90" name="Rectangle 14">
            <a:extLst>
              <a:ext uri="{FF2B5EF4-FFF2-40B4-BE49-F238E27FC236}">
                <a16:creationId xmlns:a16="http://schemas.microsoft.com/office/drawing/2014/main" id="{75C7BDF6-9041-42C6-B2E4-FE8B708E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3687629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1" name="Line 16">
            <a:extLst>
              <a:ext uri="{FF2B5EF4-FFF2-40B4-BE49-F238E27FC236}">
                <a16:creationId xmlns:a16="http://schemas.microsoft.com/office/drawing/2014/main" id="{49F6EB1E-363D-4C8A-BCC9-AC7493668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394162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2" name="Line 17">
            <a:extLst>
              <a:ext uri="{FF2B5EF4-FFF2-40B4-BE49-F238E27FC236}">
                <a16:creationId xmlns:a16="http://schemas.microsoft.com/office/drawing/2014/main" id="{BAFEC107-25EB-472C-ADFA-7E9B007C4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38273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3" name="Line 18">
            <a:extLst>
              <a:ext uri="{FF2B5EF4-FFF2-40B4-BE49-F238E27FC236}">
                <a16:creationId xmlns:a16="http://schemas.microsoft.com/office/drawing/2014/main" id="{A521BCE8-5F2D-4E60-8746-D3224CEC0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40559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4" name="Rectangle 19">
            <a:extLst>
              <a:ext uri="{FF2B5EF4-FFF2-40B4-BE49-F238E27FC236}">
                <a16:creationId xmlns:a16="http://schemas.microsoft.com/office/drawing/2014/main" id="{5971536D-52C5-41B6-A913-AABB7C60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749541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Result1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95" name="Line 20">
            <a:extLst>
              <a:ext uri="{FF2B5EF4-FFF2-40B4-BE49-F238E27FC236}">
                <a16:creationId xmlns:a16="http://schemas.microsoft.com/office/drawing/2014/main" id="{8BF9C2BB-B16A-4133-8F70-77F35BB6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32939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6" name="Rectangle 22">
            <a:extLst>
              <a:ext uri="{FF2B5EF4-FFF2-40B4-BE49-F238E27FC236}">
                <a16:creationId xmlns:a16="http://schemas.microsoft.com/office/drawing/2014/main" id="{0C414DF5-6A7C-4851-8A9C-898C90DE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45115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97" name="Rectangle 23">
            <a:extLst>
              <a:ext uri="{FF2B5EF4-FFF2-40B4-BE49-F238E27FC236}">
                <a16:creationId xmlns:a16="http://schemas.microsoft.com/office/drawing/2014/main" id="{24E0512E-7059-484A-AAB3-854BC0516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4892541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98" name="Rectangle 24">
            <a:extLst>
              <a:ext uri="{FF2B5EF4-FFF2-40B4-BE49-F238E27FC236}">
                <a16:creationId xmlns:a16="http://schemas.microsoft.com/office/drawing/2014/main" id="{D90BCE60-966A-44E0-8265-F4FCB4EDF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4602029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9" name="Line 26">
            <a:extLst>
              <a:ext uri="{FF2B5EF4-FFF2-40B4-BE49-F238E27FC236}">
                <a16:creationId xmlns:a16="http://schemas.microsoft.com/office/drawing/2014/main" id="{FEFA6AE9-057E-47EF-8586-1B55874C7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485602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3" name="Line 27">
            <a:extLst>
              <a:ext uri="{FF2B5EF4-FFF2-40B4-BE49-F238E27FC236}">
                <a16:creationId xmlns:a16="http://schemas.microsoft.com/office/drawing/2014/main" id="{8CD391ED-5479-4D92-896C-D2B1E415B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47417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4" name="Line 28">
            <a:extLst>
              <a:ext uri="{FF2B5EF4-FFF2-40B4-BE49-F238E27FC236}">
                <a16:creationId xmlns:a16="http://schemas.microsoft.com/office/drawing/2014/main" id="{34A558D1-29D2-4436-94A7-523408A37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49703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5" name="Rectangle 29">
            <a:extLst>
              <a:ext uri="{FF2B5EF4-FFF2-40B4-BE49-F238E27FC236}">
                <a16:creationId xmlns:a16="http://schemas.microsoft.com/office/drawing/2014/main" id="{0AC11507-FD22-420A-8DDF-A95F6B7E9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4663941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Result2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06" name="Line 30">
            <a:extLst>
              <a:ext uri="{FF2B5EF4-FFF2-40B4-BE49-F238E27FC236}">
                <a16:creationId xmlns:a16="http://schemas.microsoft.com/office/drawing/2014/main" id="{3AFABD7C-FDD2-4D1B-894B-4B95B453E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42083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7" name="Rectangle 32">
            <a:extLst>
              <a:ext uri="{FF2B5EF4-FFF2-40B4-BE49-F238E27FC236}">
                <a16:creationId xmlns:a16="http://schemas.microsoft.com/office/drawing/2014/main" id="{CE0551A2-37BA-4DEC-A597-C365E1D93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68" y="5466336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108" name="Rectangle 33">
            <a:extLst>
              <a:ext uri="{FF2B5EF4-FFF2-40B4-BE49-F238E27FC236}">
                <a16:creationId xmlns:a16="http://schemas.microsoft.com/office/drawing/2014/main" id="{3B1A0900-F03E-4949-97A8-9902EA1F1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68" y="5837126"/>
            <a:ext cx="53540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109" name="Rectangle 34">
            <a:extLst>
              <a:ext uri="{FF2B5EF4-FFF2-40B4-BE49-F238E27FC236}">
                <a16:creationId xmlns:a16="http://schemas.microsoft.com/office/drawing/2014/main" id="{EFDAA348-B7C9-4509-B222-BDAA25E6D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5516429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0" name="Line 36">
            <a:extLst>
              <a:ext uri="{FF2B5EF4-FFF2-40B4-BE49-F238E27FC236}">
                <a16:creationId xmlns:a16="http://schemas.microsoft.com/office/drawing/2014/main" id="{2AB35612-231B-4427-AC76-771E027A2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577042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1" name="Line 37">
            <a:extLst>
              <a:ext uri="{FF2B5EF4-FFF2-40B4-BE49-F238E27FC236}">
                <a16:creationId xmlns:a16="http://schemas.microsoft.com/office/drawing/2014/main" id="{28722EEB-DE52-4042-8038-02486FD21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56561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2" name="Line 38">
            <a:extLst>
              <a:ext uri="{FF2B5EF4-FFF2-40B4-BE49-F238E27FC236}">
                <a16:creationId xmlns:a16="http://schemas.microsoft.com/office/drawing/2014/main" id="{EE1D00BB-761E-473E-88F4-6707D3986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58847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3" name="Rectangle 39">
            <a:extLst>
              <a:ext uri="{FF2B5EF4-FFF2-40B4-BE49-F238E27FC236}">
                <a16:creationId xmlns:a16="http://schemas.microsoft.com/office/drawing/2014/main" id="{FF9EF737-D1A9-43EA-AC2F-E40A66B42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5578341"/>
            <a:ext cx="1037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Result31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14" name="Line 40">
            <a:extLst>
              <a:ext uri="{FF2B5EF4-FFF2-40B4-BE49-F238E27FC236}">
                <a16:creationId xmlns:a16="http://schemas.microsoft.com/office/drawing/2014/main" id="{D1A664AF-7A6D-46F0-BEEB-A5C807D51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51227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5" name="Line 42">
            <a:extLst>
              <a:ext uri="{FF2B5EF4-FFF2-40B4-BE49-F238E27FC236}">
                <a16:creationId xmlns:a16="http://schemas.microsoft.com/office/drawing/2014/main" id="{211416D8-E0A6-43A5-BA20-182D658DD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60371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6" name="Rectangle 45">
            <a:extLst>
              <a:ext uri="{FF2B5EF4-FFF2-40B4-BE49-F238E27FC236}">
                <a16:creationId xmlns:a16="http://schemas.microsoft.com/office/drawing/2014/main" id="{F31A3C18-184B-4FC2-B494-204D7D7B6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932" y="3008761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CarryOut0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17" name="Line 40">
            <a:extLst>
              <a:ext uri="{FF2B5EF4-FFF2-40B4-BE49-F238E27FC236}">
                <a16:creationId xmlns:a16="http://schemas.microsoft.com/office/drawing/2014/main" id="{C51FD45B-98D8-4127-BDD6-E568779FF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8875" y="5197341"/>
            <a:ext cx="0" cy="31908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8" name="Rectangle 5">
            <a:extLst>
              <a:ext uri="{FF2B5EF4-FFF2-40B4-BE49-F238E27FC236}">
                <a16:creationId xmlns:a16="http://schemas.microsoft.com/office/drawing/2014/main" id="{ECBC15D6-01A0-4594-84FE-77EB0A9BA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110" y="3786940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19" name="Rectangle 11">
            <a:extLst>
              <a:ext uri="{FF2B5EF4-FFF2-40B4-BE49-F238E27FC236}">
                <a16:creationId xmlns:a16="http://schemas.microsoft.com/office/drawing/2014/main" id="{8AE12389-708D-43A7-B5D0-F3A132B13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937" y="3641642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0" name="Rectangle 45">
            <a:extLst>
              <a:ext uri="{FF2B5EF4-FFF2-40B4-BE49-F238E27FC236}">
                <a16:creationId xmlns:a16="http://schemas.microsoft.com/office/drawing/2014/main" id="{1D7041C1-0429-48F8-91E2-D52BFAAF4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787" y="3929884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1" name="Rectangle 5">
            <a:extLst>
              <a:ext uri="{FF2B5EF4-FFF2-40B4-BE49-F238E27FC236}">
                <a16:creationId xmlns:a16="http://schemas.microsoft.com/office/drawing/2014/main" id="{4ADC60C0-94CD-4DC9-8E97-3E6D404A5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442" y="4702321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22" name="Rectangle 11">
            <a:extLst>
              <a:ext uri="{FF2B5EF4-FFF2-40B4-BE49-F238E27FC236}">
                <a16:creationId xmlns:a16="http://schemas.microsoft.com/office/drawing/2014/main" id="{E5A474FE-2575-4172-BA38-56223C77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269" y="4557023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3" name="Rectangle 45">
            <a:extLst>
              <a:ext uri="{FF2B5EF4-FFF2-40B4-BE49-F238E27FC236}">
                <a16:creationId xmlns:a16="http://schemas.microsoft.com/office/drawing/2014/main" id="{78B7E01B-F34C-47EC-96BF-097BABE7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119" y="4845265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4" name="Rectangle 5">
            <a:extLst>
              <a:ext uri="{FF2B5EF4-FFF2-40B4-BE49-F238E27FC236}">
                <a16:creationId xmlns:a16="http://schemas.microsoft.com/office/drawing/2014/main" id="{DC33E90F-C72B-438F-A1F2-D74486C84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757" y="5608426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25" name="Rectangle 11">
            <a:extLst>
              <a:ext uri="{FF2B5EF4-FFF2-40B4-BE49-F238E27FC236}">
                <a16:creationId xmlns:a16="http://schemas.microsoft.com/office/drawing/2014/main" id="{C0C04E57-8C4A-4E5A-A0B8-783B91940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4584" y="5463128"/>
            <a:ext cx="100187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6" name="Rectangle 45">
            <a:extLst>
              <a:ext uri="{FF2B5EF4-FFF2-40B4-BE49-F238E27FC236}">
                <a16:creationId xmlns:a16="http://schemas.microsoft.com/office/drawing/2014/main" id="{7664E77C-8CBC-4D2D-B1E9-56C1E96B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47" y="5749793"/>
            <a:ext cx="11589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6E05B96-AE4B-4707-820C-09BFB101A3F4}"/>
              </a:ext>
            </a:extLst>
          </p:cNvPr>
          <p:cNvGrpSpPr/>
          <p:nvPr/>
        </p:nvGrpSpPr>
        <p:grpSpPr>
          <a:xfrm>
            <a:off x="881950" y="2020552"/>
            <a:ext cx="1216186" cy="3486551"/>
            <a:chOff x="995219" y="1949450"/>
            <a:chExt cx="1216186" cy="3486551"/>
          </a:xfrm>
        </p:grpSpPr>
        <p:sp>
          <p:nvSpPr>
            <p:cNvPr id="143" name="Line 51">
              <a:extLst>
                <a:ext uri="{FF2B5EF4-FFF2-40B4-BE49-F238E27FC236}">
                  <a16:creationId xmlns:a16="http://schemas.microsoft.com/office/drawing/2014/main" id="{4CF033B8-ED65-43A1-BE36-B187F2D66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66" y="1949450"/>
              <a:ext cx="2877" cy="3312857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="" xmlns:a14="http://schemas.microsoft.com/office/drawing/2010/main">
                  <a:noFill/>
                </a14:hiddenFill>
              </a:ext>
              <a:ext uri="{AF507438-7753-43e0-B8FC-AC1667EBCBE1}">
                <a14:hiddenEffects xmlns:lc="http://schemas.openxmlformats.org/drawingml/2006/lockedCanvas"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4" name="Line 55">
              <a:extLst>
                <a:ext uri="{FF2B5EF4-FFF2-40B4-BE49-F238E27FC236}">
                  <a16:creationId xmlns:a16="http://schemas.microsoft.com/office/drawing/2014/main" id="{9A2A91BE-06B6-434F-BA69-B4B65ADB8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1255" y="2463799"/>
              <a:ext cx="1200150" cy="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="" xmlns:a14="http://schemas.microsoft.com/office/drawing/2010/main">
                  <a:noFill/>
                </a14:hiddenFill>
              </a:ext>
              <a:ext uri="{AF507438-7753-43e0-B8FC-AC1667EBCBE1}">
                <a14:hiddenEffects xmlns:lc="http://schemas.openxmlformats.org/drawingml/2006/lockedCanvas"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5" name="Line 56">
              <a:extLst>
                <a:ext uri="{FF2B5EF4-FFF2-40B4-BE49-F238E27FC236}">
                  <a16:creationId xmlns:a16="http://schemas.microsoft.com/office/drawing/2014/main" id="{A348E411-F44D-432E-8BDA-DE0B1C4DC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6643" y="2463800"/>
              <a:ext cx="0" cy="22860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lc="http://schemas.openxmlformats.org/drawingml/2006/lockedCanvas" xmlns="" xmlns:a14="http://schemas.microsoft.com/office/drawing/2010/main">
                  <a:noFill/>
                </a14:hiddenFill>
              </a:ext>
              <a:ext uri="{AF507438-7753-43e0-B8FC-AC1667EBCBE1}">
                <a14:hiddenEffects xmlns:lc="http://schemas.openxmlformats.org/drawingml/2006/lockedCanvas"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6" name="Line 59">
              <a:extLst>
                <a:ext uri="{FF2B5EF4-FFF2-40B4-BE49-F238E27FC236}">
                  <a16:creationId xmlns:a16="http://schemas.microsoft.com/office/drawing/2014/main" id="{A1CE6CC5-FA9B-4CDC-B8C6-206424C70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573" y="3442914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lc="http://schemas.openxmlformats.org/drawingml/2006/lockedCanvas" xmlns="" xmlns:a14="http://schemas.microsoft.com/office/drawing/2010/main">
                  <a:noFill/>
                </a14:hiddenFill>
              </a:ext>
              <a:ext uri="{AF507438-7753-43e0-B8FC-AC1667EBCBE1}">
                <a14:hiddenEffects xmlns:lc="http://schemas.openxmlformats.org/drawingml/2006/lockedCanvas"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7" name="Line 60">
              <a:extLst>
                <a:ext uri="{FF2B5EF4-FFF2-40B4-BE49-F238E27FC236}">
                  <a16:creationId xmlns:a16="http://schemas.microsoft.com/office/drawing/2014/main" id="{14D8FD40-69FA-4FB7-87D5-384FC6C67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67" y="3439318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="" xmlns:a14="http://schemas.microsoft.com/office/drawing/2010/main">
                  <a:noFill/>
                </a14:hiddenFill>
              </a:ext>
              <a:ext uri="{AF507438-7753-43e0-B8FC-AC1667EBCBE1}">
                <a14:hiddenEffects xmlns:lc="http://schemas.openxmlformats.org/drawingml/2006/lockedCanvas"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8" name="Line 59">
              <a:extLst>
                <a:ext uri="{FF2B5EF4-FFF2-40B4-BE49-F238E27FC236}">
                  <a16:creationId xmlns:a16="http://schemas.microsoft.com/office/drawing/2014/main" id="{79EDC44D-B1E0-4A7C-BB63-7F0031B2D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6775" y="4352071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lc="http://schemas.openxmlformats.org/drawingml/2006/lockedCanvas" xmlns="" xmlns:a14="http://schemas.microsoft.com/office/drawing/2010/main">
                  <a:noFill/>
                </a14:hiddenFill>
              </a:ext>
              <a:ext uri="{AF507438-7753-43e0-B8FC-AC1667EBCBE1}">
                <a14:hiddenEffects xmlns:lc="http://schemas.openxmlformats.org/drawingml/2006/lockedCanvas"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9" name="Line 60">
              <a:extLst>
                <a:ext uri="{FF2B5EF4-FFF2-40B4-BE49-F238E27FC236}">
                  <a16:creationId xmlns:a16="http://schemas.microsoft.com/office/drawing/2014/main" id="{D2314EB4-79A4-42E2-9C9A-7267BF8410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169" y="4348475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="" xmlns:a14="http://schemas.microsoft.com/office/drawing/2010/main">
                  <a:noFill/>
                </a14:hiddenFill>
              </a:ext>
              <a:ext uri="{AF507438-7753-43e0-B8FC-AC1667EBCBE1}">
                <a14:hiddenEffects xmlns:lc="http://schemas.openxmlformats.org/drawingml/2006/lockedCanvas"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50" name="Line 59">
              <a:extLst>
                <a:ext uri="{FF2B5EF4-FFF2-40B4-BE49-F238E27FC236}">
                  <a16:creationId xmlns:a16="http://schemas.microsoft.com/office/drawing/2014/main" id="{2D2C3505-109B-4DB2-BF7C-075595CA9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0825" y="5265903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lc="http://schemas.openxmlformats.org/drawingml/2006/lockedCanvas" xmlns="" xmlns:a14="http://schemas.microsoft.com/office/drawing/2010/main">
                  <a:noFill/>
                </a14:hiddenFill>
              </a:ext>
              <a:ext uri="{AF507438-7753-43e0-B8FC-AC1667EBCBE1}">
                <a14:hiddenEffects xmlns:lc="http://schemas.openxmlformats.org/drawingml/2006/lockedCanvas"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51" name="Line 60">
              <a:extLst>
                <a:ext uri="{FF2B5EF4-FFF2-40B4-BE49-F238E27FC236}">
                  <a16:creationId xmlns:a16="http://schemas.microsoft.com/office/drawing/2014/main" id="{25E4B0CA-0D6F-4682-AF69-355DD448B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5219" y="5262307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lc="http://schemas.openxmlformats.org/drawingml/2006/lockedCanvas" xmlns="" xmlns:a14="http://schemas.microsoft.com/office/drawing/2010/main">
                  <a:noFill/>
                </a14:hiddenFill>
              </a:ext>
              <a:ext uri="{AF507438-7753-43e0-B8FC-AC1667EBCBE1}">
                <a14:hiddenEffects xmlns:lc="http://schemas.openxmlformats.org/drawingml/2006/lockedCanvas"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28" name="Line 51">
            <a:extLst>
              <a:ext uri="{FF2B5EF4-FFF2-40B4-BE49-F238E27FC236}">
                <a16:creationId xmlns:a16="http://schemas.microsoft.com/office/drawing/2014/main" id="{A0A9BC36-8597-4D69-868C-555DA29FE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9702" y="2018500"/>
            <a:ext cx="2877" cy="3312857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9" name="Line 55">
            <a:extLst>
              <a:ext uri="{FF2B5EF4-FFF2-40B4-BE49-F238E27FC236}">
                <a16:creationId xmlns:a16="http://schemas.microsoft.com/office/drawing/2014/main" id="{2E245911-2E86-4C20-8011-CF0311E28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2534901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0" name="Line 56">
            <a:extLst>
              <a:ext uri="{FF2B5EF4-FFF2-40B4-BE49-F238E27FC236}">
                <a16:creationId xmlns:a16="http://schemas.microsoft.com/office/drawing/2014/main" id="{53D3471C-76A3-4F22-9BC8-CC9D8EDC1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9623" y="2534902"/>
            <a:ext cx="0" cy="22860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Line 55">
            <a:extLst>
              <a:ext uri="{FF2B5EF4-FFF2-40B4-BE49-F238E27FC236}">
                <a16:creationId xmlns:a16="http://schemas.microsoft.com/office/drawing/2014/main" id="{DAA9AFF7-D10D-4CA4-860E-56AAE2E64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399" y="3514613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2" name="Line 59">
            <a:extLst>
              <a:ext uri="{FF2B5EF4-FFF2-40B4-BE49-F238E27FC236}">
                <a16:creationId xmlns:a16="http://schemas.microsoft.com/office/drawing/2014/main" id="{79F07807-29AE-4F00-885F-FAAA8B171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157" y="3512092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3" name="Line 55">
            <a:extLst>
              <a:ext uri="{FF2B5EF4-FFF2-40B4-BE49-F238E27FC236}">
                <a16:creationId xmlns:a16="http://schemas.microsoft.com/office/drawing/2014/main" id="{9983E45D-9EF6-4575-8953-A319097CA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7245" y="4428162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4" name="Line 59">
            <a:extLst>
              <a:ext uri="{FF2B5EF4-FFF2-40B4-BE49-F238E27FC236}">
                <a16:creationId xmlns:a16="http://schemas.microsoft.com/office/drawing/2014/main" id="{300B4723-4386-4944-B2CB-A78BCC417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7003" y="4425641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5" name="Line 55">
            <a:extLst>
              <a:ext uri="{FF2B5EF4-FFF2-40B4-BE49-F238E27FC236}">
                <a16:creationId xmlns:a16="http://schemas.microsoft.com/office/drawing/2014/main" id="{B969CA3C-8EF1-465D-99DC-8162CDEE2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646" y="5334954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6" name="Line 59">
            <a:extLst>
              <a:ext uri="{FF2B5EF4-FFF2-40B4-BE49-F238E27FC236}">
                <a16:creationId xmlns:a16="http://schemas.microsoft.com/office/drawing/2014/main" id="{21169ACB-1CAF-4BB1-82F7-C98779292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404" y="5332433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noFill/>
              </a14:hiddenFill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7" name="Rectangle 64">
            <a:extLst>
              <a:ext uri="{FF2B5EF4-FFF2-40B4-BE49-F238E27FC236}">
                <a16:creationId xmlns:a16="http://schemas.microsoft.com/office/drawing/2014/main" id="{69286E1A-6B1C-425A-940E-3F3904A17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93499"/>
            <a:ext cx="88966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 err="1">
                <a:latin typeface="+mn-lt"/>
                <a:ea typeface="PMingLiU" pitchFamily="18" charset="-120"/>
              </a:rPr>
              <a:t>Binvert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38" name="Rectangle 76">
            <a:extLst>
              <a:ext uri="{FF2B5EF4-FFF2-40B4-BE49-F238E27FC236}">
                <a16:creationId xmlns:a16="http://schemas.microsoft.com/office/drawing/2014/main" id="{37330E70-F2C4-4D32-9BF2-59BBF74B0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331" y="1693499"/>
            <a:ext cx="115256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Operation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674BA2B9-40AC-4F3E-9A7F-8C8E766D8AFB}"/>
              </a:ext>
            </a:extLst>
          </p:cNvPr>
          <p:cNvSpPr/>
          <p:nvPr/>
        </p:nvSpPr>
        <p:spPr bwMode="auto">
          <a:xfrm>
            <a:off x="3230237" y="2642492"/>
            <a:ext cx="1142245" cy="747248"/>
          </a:xfrm>
          <a:prstGeom prst="rect">
            <a:avLst/>
          </a:prstGeom>
          <a:noFill/>
          <a:ln w="28575" cap="flat" cmpd="sng" algn="ctr">
            <a:solidFill>
              <a:srgbClr val="3333FF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037FB43C-30A0-4FB9-A497-7FAB7BB4C718}"/>
              </a:ext>
            </a:extLst>
          </p:cNvPr>
          <p:cNvSpPr/>
          <p:nvPr/>
        </p:nvSpPr>
        <p:spPr bwMode="auto">
          <a:xfrm>
            <a:off x="3241566" y="3567496"/>
            <a:ext cx="1127343" cy="2376918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lc="http://schemas.openxmlformats.org/drawingml/2006/lockedCanvas"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A53FA908-2A3E-1F6B-EA5A-CA8113EC1587}"/>
              </a:ext>
            </a:extLst>
          </p:cNvPr>
          <p:cNvGrpSpPr/>
          <p:nvPr/>
        </p:nvGrpSpPr>
        <p:grpSpPr>
          <a:xfrm>
            <a:off x="4704147" y="3981708"/>
            <a:ext cx="3560642" cy="1990643"/>
            <a:chOff x="4902201" y="3522676"/>
            <a:chExt cx="3560642" cy="1990643"/>
          </a:xfrm>
        </p:grpSpPr>
        <p:sp>
          <p:nvSpPr>
            <p:cNvPr id="64" name="Line 79">
              <a:extLst>
                <a:ext uri="{FF2B5EF4-FFF2-40B4-BE49-F238E27FC236}">
                  <a16:creationId xmlns:a16="http://schemas.microsoft.com/office/drawing/2014/main" id="{7C49910F-7653-55F6-8690-BB3424154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0537" y="4556110"/>
              <a:ext cx="692874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5" name="梯形 64">
              <a:extLst>
                <a:ext uri="{FF2B5EF4-FFF2-40B4-BE49-F238E27FC236}">
                  <a16:creationId xmlns:a16="http://schemas.microsoft.com/office/drawing/2014/main" id="{329AD50B-5D64-EEE5-6C20-1AAA356CEF2A}"/>
                </a:ext>
              </a:extLst>
            </p:cNvPr>
            <p:cNvSpPr/>
            <p:nvPr/>
          </p:nvSpPr>
          <p:spPr>
            <a:xfrm rot="5400000">
              <a:off x="7010024" y="3855164"/>
              <a:ext cx="668470" cy="241176"/>
            </a:xfrm>
            <a:prstGeom prst="trapezoid">
              <a:avLst>
                <a:gd name="adj" fmla="val 59245"/>
              </a:avLst>
            </a:prstGeom>
            <a:noFill/>
            <a:ln w="25400">
              <a:solidFill>
                <a:srgbClr val="7030A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66" name="Line 6">
              <a:extLst>
                <a:ext uri="{FF2B5EF4-FFF2-40B4-BE49-F238E27FC236}">
                  <a16:creationId xmlns:a16="http://schemas.microsoft.com/office/drawing/2014/main" id="{379F268A-DC02-7E55-7B3E-3C38FFCFE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4001" y="3970403"/>
              <a:ext cx="801206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7" name="Line 6">
              <a:extLst>
                <a:ext uri="{FF2B5EF4-FFF2-40B4-BE49-F238E27FC236}">
                  <a16:creationId xmlns:a16="http://schemas.microsoft.com/office/drawing/2014/main" id="{74D9F31E-7E7D-5AD4-5153-2D1B37C44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0862" y="3844419"/>
              <a:ext cx="527351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8" name="Rectangle 9">
              <a:extLst>
                <a:ext uri="{FF2B5EF4-FFF2-40B4-BE49-F238E27FC236}">
                  <a16:creationId xmlns:a16="http://schemas.microsoft.com/office/drawing/2014/main" id="{703DCFF2-9D51-07A3-8686-A13ED510E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2890" y="3657912"/>
              <a:ext cx="7165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ALU0</a:t>
              </a:r>
              <a:endParaRPr kumimoji="1" lang="en-US" altLang="zh-TW" sz="1600" b="1" dirty="0">
                <a:solidFill>
                  <a:srgbClr val="7030A0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69" name="Rectangle 9">
              <a:extLst>
                <a:ext uri="{FF2B5EF4-FFF2-40B4-BE49-F238E27FC236}">
                  <a16:creationId xmlns:a16="http://schemas.microsoft.com/office/drawing/2014/main" id="{507FE391-3D5B-4EB0-0878-68C4EFE6F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4790" y="3522676"/>
              <a:ext cx="8768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Result0</a:t>
              </a:r>
              <a:endParaRPr kumimoji="1" lang="en-US" altLang="zh-TW" sz="1600" dirty="0">
                <a:solidFill>
                  <a:srgbClr val="7030A0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70" name="梯形 69">
              <a:extLst>
                <a:ext uri="{FF2B5EF4-FFF2-40B4-BE49-F238E27FC236}">
                  <a16:creationId xmlns:a16="http://schemas.microsoft.com/office/drawing/2014/main" id="{8AD62727-2A2B-1DE2-2357-B891405304C1}"/>
                </a:ext>
              </a:extLst>
            </p:cNvPr>
            <p:cNvSpPr/>
            <p:nvPr/>
          </p:nvSpPr>
          <p:spPr>
            <a:xfrm rot="5400000">
              <a:off x="7019178" y="5058496"/>
              <a:ext cx="668470" cy="241176"/>
            </a:xfrm>
            <a:prstGeom prst="trapezoid">
              <a:avLst>
                <a:gd name="adj" fmla="val 59245"/>
              </a:avLst>
            </a:prstGeom>
            <a:noFill/>
            <a:ln w="25400">
              <a:solidFill>
                <a:srgbClr val="7030A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71" name="Line 79">
              <a:extLst>
                <a:ext uri="{FF2B5EF4-FFF2-40B4-BE49-F238E27FC236}">
                  <a16:creationId xmlns:a16="http://schemas.microsoft.com/office/drawing/2014/main" id="{B3EDE584-0ECA-0CF1-DEF7-674462EC2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53388" y="4244438"/>
              <a:ext cx="0" cy="651461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solidFill>
                  <a:srgbClr val="7030A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8A3FE989-657E-00CB-E0E2-504DAB403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1202" y="5030614"/>
              <a:ext cx="1027011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3" name="Rectangle 9">
              <a:extLst>
                <a:ext uri="{FF2B5EF4-FFF2-40B4-BE49-F238E27FC236}">
                  <a16:creationId xmlns:a16="http://schemas.microsoft.com/office/drawing/2014/main" id="{C7C49B70-7687-5C39-0552-F972A8B7B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2878" y="4727905"/>
              <a:ext cx="116217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Result</a:t>
              </a:r>
              <a:r>
                <a:rPr kumimoji="1" lang="en-US" altLang="zh-TW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1:31</a:t>
              </a:r>
            </a:p>
          </p:txBody>
        </p:sp>
        <p:sp>
          <p:nvSpPr>
            <p:cNvPr id="74" name="Line 6">
              <a:extLst>
                <a:ext uri="{FF2B5EF4-FFF2-40B4-BE49-F238E27FC236}">
                  <a16:creationId xmlns:a16="http://schemas.microsoft.com/office/drawing/2014/main" id="{705A69B3-D506-B4D1-74C5-0098AA1352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0538" y="4962890"/>
              <a:ext cx="94023" cy="15240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8C72098F-0394-A496-40F7-44D8288FFFDE}"/>
                </a:ext>
              </a:extLst>
            </p:cNvPr>
            <p:cNvSpPr txBox="1"/>
            <p:nvPr/>
          </p:nvSpPr>
          <p:spPr>
            <a:xfrm>
              <a:off x="4902201" y="4349367"/>
              <a:ext cx="18200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" b="1" dirty="0">
                  <a:solidFill>
                    <a:srgbClr val="3333FF"/>
                  </a:solidFill>
                  <a:latin typeface="+mn-ea"/>
                  <a:ea typeface="+mn-ea"/>
                </a:rPr>
                <a:t>是否是</a:t>
              </a:r>
              <a:r>
                <a:rPr lang="en-US" altLang="zh-CN" b="1" dirty="0">
                  <a:solidFill>
                    <a:srgbClr val="3333FF"/>
                  </a:solidFill>
                  <a:latin typeface="+mn-ea"/>
                  <a:ea typeface="+mn-ea"/>
                </a:rPr>
                <a:t>SLT</a:t>
              </a:r>
              <a:r>
                <a:rPr lang="zh-CN" altLang="en-US" b="1" dirty="0">
                  <a:solidFill>
                    <a:srgbClr val="3333FF"/>
                  </a:solidFill>
                  <a:latin typeface="+mn-ea"/>
                  <a:ea typeface="+mn-ea"/>
                </a:rPr>
                <a:t>指令？</a:t>
              </a:r>
              <a:endParaRPr lang="en" altLang="zh-CN" b="1" dirty="0">
                <a:solidFill>
                  <a:srgbClr val="3333FF"/>
                </a:solidFill>
                <a:latin typeface="+mn-ea"/>
                <a:ea typeface="+mn-ea"/>
              </a:endParaRPr>
            </a:p>
          </p:txBody>
        </p:sp>
        <p:sp>
          <p:nvSpPr>
            <p:cNvPr id="152" name="Rectangle 9">
              <a:extLst>
                <a:ext uri="{FF2B5EF4-FFF2-40B4-BE49-F238E27FC236}">
                  <a16:creationId xmlns:a16="http://schemas.microsoft.com/office/drawing/2014/main" id="{F65B71EF-B36A-FD0D-551C-5C881BF38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8002" y="3676805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153" name="Rectangle 9">
              <a:extLst>
                <a:ext uri="{FF2B5EF4-FFF2-40B4-BE49-F238E27FC236}">
                  <a16:creationId xmlns:a16="http://schemas.microsoft.com/office/drawing/2014/main" id="{7CDC5B83-0B44-B9CA-73CF-3D820B2BD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8002" y="4861660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154" name="Rectangle 9">
              <a:extLst>
                <a:ext uri="{FF2B5EF4-FFF2-40B4-BE49-F238E27FC236}">
                  <a16:creationId xmlns:a16="http://schemas.microsoft.com/office/drawing/2014/main" id="{F6199F6A-F0C1-B8A0-5FE1-6A8A7709E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682" y="3982126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155" name="Rectangle 9">
              <a:extLst>
                <a:ext uri="{FF2B5EF4-FFF2-40B4-BE49-F238E27FC236}">
                  <a16:creationId xmlns:a16="http://schemas.microsoft.com/office/drawing/2014/main" id="{C0A4E478-59C0-C808-1F49-3CAE4C792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682" y="5166981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156" name="Rectangle 9">
              <a:extLst>
                <a:ext uri="{FF2B5EF4-FFF2-40B4-BE49-F238E27FC236}">
                  <a16:creationId xmlns:a16="http://schemas.microsoft.com/office/drawing/2014/main" id="{BC5C5400-DDEF-25AF-0FD4-440CF12F7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9744" y="4850318"/>
              <a:ext cx="101309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ALU1:31</a:t>
              </a:r>
              <a:endParaRPr kumimoji="1" lang="en-US" altLang="zh-TW" sz="1600" b="1" dirty="0">
                <a:solidFill>
                  <a:srgbClr val="7030A0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157" name="Line 6">
              <a:extLst>
                <a:ext uri="{FF2B5EF4-FFF2-40B4-BE49-F238E27FC236}">
                  <a16:creationId xmlns:a16="http://schemas.microsoft.com/office/drawing/2014/main" id="{85347799-7C9F-AA42-54D8-463375EE3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4001" y="5166981"/>
              <a:ext cx="801206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" name="Line 6">
              <a:extLst>
                <a:ext uri="{FF2B5EF4-FFF2-40B4-BE49-F238E27FC236}">
                  <a16:creationId xmlns:a16="http://schemas.microsoft.com/office/drawing/2014/main" id="{47C6FFED-3DB5-BF5E-C0A7-F0BC195828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91599" y="5087915"/>
              <a:ext cx="94023" cy="15240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779CD704-C8E0-D8AD-A973-E593E378C0D0}"/>
              </a:ext>
            </a:extLst>
          </p:cNvPr>
          <p:cNvGrpSpPr/>
          <p:nvPr/>
        </p:nvGrpSpPr>
        <p:grpSpPr>
          <a:xfrm>
            <a:off x="5103281" y="4327796"/>
            <a:ext cx="1963680" cy="1539569"/>
            <a:chOff x="5316083" y="3868764"/>
            <a:chExt cx="1963680" cy="1539569"/>
          </a:xfrm>
        </p:grpSpPr>
        <p:sp>
          <p:nvSpPr>
            <p:cNvPr id="164" name="Rectangle 82">
              <a:extLst>
                <a:ext uri="{FF2B5EF4-FFF2-40B4-BE49-F238E27FC236}">
                  <a16:creationId xmlns:a16="http://schemas.microsoft.com/office/drawing/2014/main" id="{77DEC20E-936F-7679-086D-354B7F56E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083" y="3868764"/>
              <a:ext cx="196368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Result31 (sign bit)</a:t>
              </a:r>
            </a:p>
          </p:txBody>
        </p:sp>
        <p:sp>
          <p:nvSpPr>
            <p:cNvPr id="165" name="Line 77">
              <a:extLst>
                <a:ext uri="{FF2B5EF4-FFF2-40B4-BE49-F238E27FC236}">
                  <a16:creationId xmlns:a16="http://schemas.microsoft.com/office/drawing/2014/main" id="{E33C114C-2B96-9A75-C8A9-0414B347C8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6853" y="4176467"/>
              <a:ext cx="1634784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6" name="Line 6">
              <a:extLst>
                <a:ext uri="{FF2B5EF4-FFF2-40B4-BE49-F238E27FC236}">
                  <a16:creationId xmlns:a16="http://schemas.microsoft.com/office/drawing/2014/main" id="{2BDB2868-D5AC-3D96-5859-39C4879E7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9373" y="5355101"/>
              <a:ext cx="527351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7" name="Rectangle 9">
              <a:extLst>
                <a:ext uri="{FF2B5EF4-FFF2-40B4-BE49-F238E27FC236}">
                  <a16:creationId xmlns:a16="http://schemas.microsoft.com/office/drawing/2014/main" id="{3A83E69E-3A41-0678-1822-F67FACBC1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924" y="5072344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F3B9CD2-2A98-5AC0-1F45-88DE234C489A}"/>
                  </a:ext>
                </a:extLst>
              </p14:cNvPr>
              <p14:cNvContentPartPr/>
              <p14:nvPr/>
            </p14:nvContentPartPr>
            <p14:xfrm>
              <a:off x="7677000" y="3058560"/>
              <a:ext cx="36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F3B9CD2-2A98-5AC0-1F45-88DE234C48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67640" y="304920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 Box 103">
            <a:extLst>
              <a:ext uri="{FF2B5EF4-FFF2-40B4-BE49-F238E27FC236}">
                <a16:creationId xmlns:a16="http://schemas.microsoft.com/office/drawing/2014/main" id="{BF653967-1370-C0FB-472E-5865262FF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251" y="2090484"/>
            <a:ext cx="4181337" cy="15703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Result0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置为</a:t>
            </a:r>
            <a:r>
              <a:rPr lang="en-US" altLang="zh-CN" sz="2400" b="1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a-b</a:t>
            </a:r>
            <a:r>
              <a:rPr lang="zh-CN" altLang="en-US" sz="2400" b="1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的符号位</a:t>
            </a:r>
            <a:endParaRPr lang="en-US" altLang="zh-CN" sz="2400" b="1" dirty="0">
              <a:solidFill>
                <a:srgbClr val="3333FF"/>
              </a:solidFill>
              <a:latin typeface="+mn-lt"/>
              <a:ea typeface="SimHei" panose="02010609060101010101" pitchFamily="49" charset="-122"/>
            </a:endParaRPr>
          </a:p>
          <a:p>
            <a:pPr eaLnBrk="1" hangingPunct="1"/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Result1-31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置为</a:t>
            </a:r>
            <a:r>
              <a:rPr lang="en-US" altLang="zh-CN" sz="2400" b="1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0</a:t>
            </a:r>
          </a:p>
          <a:p>
            <a:pPr eaLnBrk="1" hangingPunct="1"/>
            <a:endParaRPr lang="en-US" altLang="zh-CN" sz="2400" b="1" dirty="0">
              <a:latin typeface="+mn-lt"/>
              <a:ea typeface="SimHei" panose="02010609060101010101" pitchFamily="49" charset="-122"/>
            </a:endParaRPr>
          </a:p>
          <a:p>
            <a:pPr eaLnBrk="1" hangingPunct="1"/>
            <a:r>
              <a:rPr lang="zh-CN" altLang="en-US" sz="2400" b="1" dirty="0">
                <a:latin typeface="+mn-lt"/>
                <a:ea typeface="SimHei" panose="02010609060101010101" pitchFamily="49" charset="-122"/>
              </a:rPr>
              <a:t>后续添加第二级：</a:t>
            </a:r>
            <a:endParaRPr lang="en-US" altLang="zh-CN" sz="2400" b="1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189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5AB50-25D7-45D9-9CA5-C7ECBC80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32-bit</a:t>
            </a:r>
            <a:r>
              <a:rPr lang="zh-CN" altLang="en-US" dirty="0"/>
              <a:t> </a:t>
            </a:r>
            <a:r>
              <a:rPr lang="en-US" altLang="zh-CN" dirty="0"/>
              <a:t>ALU:</a:t>
            </a:r>
            <a:r>
              <a:rPr lang="zh-CN" altLang="en-US" dirty="0"/>
              <a:t> </a:t>
            </a:r>
            <a:r>
              <a:rPr lang="en-US" altLang="zh-CN" dirty="0" err="1"/>
              <a:t>slt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1AAF7-2D1D-4795-B487-5C802803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47</a:t>
            </a:fld>
            <a:endParaRPr lang="en-US" altLang="zh-CN"/>
          </a:p>
        </p:txBody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99E5BB2C-F62E-426C-B9A4-49457CCD7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26827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91FD324E-580D-459E-A32A-B4BB40A34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3063741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80" name="Rectangle 4">
            <a:extLst>
              <a:ext uri="{FF2B5EF4-FFF2-40B4-BE49-F238E27FC236}">
                <a16:creationId xmlns:a16="http://schemas.microsoft.com/office/drawing/2014/main" id="{A8F37911-6005-4598-88D8-AA54ED6C2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2773229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B868CBE6-2DE4-4047-AC4D-D20507940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255" y="2865817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82" name="Line 6">
            <a:extLst>
              <a:ext uri="{FF2B5EF4-FFF2-40B4-BE49-F238E27FC236}">
                <a16:creationId xmlns:a16="http://schemas.microsoft.com/office/drawing/2014/main" id="{24F0776A-050A-4452-A848-0E6FEE7CC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3037181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3" name="Line 7">
            <a:extLst>
              <a:ext uri="{FF2B5EF4-FFF2-40B4-BE49-F238E27FC236}">
                <a16:creationId xmlns:a16="http://schemas.microsoft.com/office/drawing/2014/main" id="{1B045D68-C500-4996-9A6C-7E71F6D2F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29129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4" name="Line 8">
            <a:extLst>
              <a:ext uri="{FF2B5EF4-FFF2-40B4-BE49-F238E27FC236}">
                <a16:creationId xmlns:a16="http://schemas.microsoft.com/office/drawing/2014/main" id="{E63330B8-CECD-4CC5-B059-5B543653F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31415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5" name="Rectangle 9">
            <a:extLst>
              <a:ext uri="{FF2B5EF4-FFF2-40B4-BE49-F238E27FC236}">
                <a16:creationId xmlns:a16="http://schemas.microsoft.com/office/drawing/2014/main" id="{3FDF759F-DB59-4695-ABA1-D31FFEFD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835141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86" name="Line 10">
            <a:extLst>
              <a:ext uri="{FF2B5EF4-FFF2-40B4-BE49-F238E27FC236}">
                <a16:creationId xmlns:a16="http://schemas.microsoft.com/office/drawing/2014/main" id="{ED7D02F0-5955-4CE5-BCD7-E4D101F46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23795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7" name="Rectangle 11">
            <a:extLst>
              <a:ext uri="{FF2B5EF4-FFF2-40B4-BE49-F238E27FC236}">
                <a16:creationId xmlns:a16="http://schemas.microsoft.com/office/drawing/2014/main" id="{559E8D28-29E1-4996-B7AF-7CA231855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082" y="2720519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</a:t>
            </a:r>
            <a:r>
              <a:rPr kumimoji="1" lang="en-US" altLang="zh-TW" sz="1400" b="1" dirty="0">
                <a:latin typeface="+mn-lt"/>
                <a:ea typeface="PMingLiU" pitchFamily="18" charset="-120"/>
              </a:rPr>
              <a:t>0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181C37D6-7577-4FB4-BE57-305E78E9E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35971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89" name="Rectangle 13">
            <a:extLst>
              <a:ext uri="{FF2B5EF4-FFF2-40B4-BE49-F238E27FC236}">
                <a16:creationId xmlns:a16="http://schemas.microsoft.com/office/drawing/2014/main" id="{83577279-95CF-43A5-B6DE-B925CFA71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3978141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1</a:t>
            </a:r>
          </a:p>
        </p:txBody>
      </p:sp>
      <p:sp>
        <p:nvSpPr>
          <p:cNvPr id="90" name="Rectangle 14">
            <a:extLst>
              <a:ext uri="{FF2B5EF4-FFF2-40B4-BE49-F238E27FC236}">
                <a16:creationId xmlns:a16="http://schemas.microsoft.com/office/drawing/2014/main" id="{75C7BDF6-9041-42C6-B2E4-FE8B708E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3687629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1" name="Line 16">
            <a:extLst>
              <a:ext uri="{FF2B5EF4-FFF2-40B4-BE49-F238E27FC236}">
                <a16:creationId xmlns:a16="http://schemas.microsoft.com/office/drawing/2014/main" id="{49F6EB1E-363D-4C8A-BCC9-AC7493668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394162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2" name="Line 17">
            <a:extLst>
              <a:ext uri="{FF2B5EF4-FFF2-40B4-BE49-F238E27FC236}">
                <a16:creationId xmlns:a16="http://schemas.microsoft.com/office/drawing/2014/main" id="{BAFEC107-25EB-472C-ADFA-7E9B007C4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38273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3" name="Line 18">
            <a:extLst>
              <a:ext uri="{FF2B5EF4-FFF2-40B4-BE49-F238E27FC236}">
                <a16:creationId xmlns:a16="http://schemas.microsoft.com/office/drawing/2014/main" id="{A521BCE8-5F2D-4E60-8746-D3224CEC0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40559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4" name="Rectangle 19">
            <a:extLst>
              <a:ext uri="{FF2B5EF4-FFF2-40B4-BE49-F238E27FC236}">
                <a16:creationId xmlns:a16="http://schemas.microsoft.com/office/drawing/2014/main" id="{5971536D-52C5-41B6-A913-AABB7C60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749541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Result1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95" name="Line 20">
            <a:extLst>
              <a:ext uri="{FF2B5EF4-FFF2-40B4-BE49-F238E27FC236}">
                <a16:creationId xmlns:a16="http://schemas.microsoft.com/office/drawing/2014/main" id="{8BF9C2BB-B16A-4133-8F70-77F35BB6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32939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6" name="Rectangle 22">
            <a:extLst>
              <a:ext uri="{FF2B5EF4-FFF2-40B4-BE49-F238E27FC236}">
                <a16:creationId xmlns:a16="http://schemas.microsoft.com/office/drawing/2014/main" id="{0C414DF5-6A7C-4851-8A9C-898C90DE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45115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97" name="Rectangle 23">
            <a:extLst>
              <a:ext uri="{FF2B5EF4-FFF2-40B4-BE49-F238E27FC236}">
                <a16:creationId xmlns:a16="http://schemas.microsoft.com/office/drawing/2014/main" id="{24E0512E-7059-484A-AAB3-854BC0516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4892541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>
                <a:latin typeface="+mn-lt"/>
                <a:ea typeface="PMingLiU" pitchFamily="18" charset="-120"/>
              </a:rPr>
              <a:t>2</a:t>
            </a:r>
          </a:p>
        </p:txBody>
      </p:sp>
      <p:sp>
        <p:nvSpPr>
          <p:cNvPr id="98" name="Rectangle 24">
            <a:extLst>
              <a:ext uri="{FF2B5EF4-FFF2-40B4-BE49-F238E27FC236}">
                <a16:creationId xmlns:a16="http://schemas.microsoft.com/office/drawing/2014/main" id="{D90BCE60-966A-44E0-8265-F4FCB4EDF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4602029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9" name="Line 26">
            <a:extLst>
              <a:ext uri="{FF2B5EF4-FFF2-40B4-BE49-F238E27FC236}">
                <a16:creationId xmlns:a16="http://schemas.microsoft.com/office/drawing/2014/main" id="{FEFA6AE9-057E-47EF-8586-1B55874C7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485602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3" name="Line 27">
            <a:extLst>
              <a:ext uri="{FF2B5EF4-FFF2-40B4-BE49-F238E27FC236}">
                <a16:creationId xmlns:a16="http://schemas.microsoft.com/office/drawing/2014/main" id="{8CD391ED-5479-4D92-896C-D2B1E415B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47417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4" name="Line 28">
            <a:extLst>
              <a:ext uri="{FF2B5EF4-FFF2-40B4-BE49-F238E27FC236}">
                <a16:creationId xmlns:a16="http://schemas.microsoft.com/office/drawing/2014/main" id="{34A558D1-29D2-4436-94A7-523408A37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49703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5" name="Rectangle 29">
            <a:extLst>
              <a:ext uri="{FF2B5EF4-FFF2-40B4-BE49-F238E27FC236}">
                <a16:creationId xmlns:a16="http://schemas.microsoft.com/office/drawing/2014/main" id="{0AC11507-FD22-420A-8DDF-A95F6B7E9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4663941"/>
            <a:ext cx="9233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Result2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06" name="Line 30">
            <a:extLst>
              <a:ext uri="{FF2B5EF4-FFF2-40B4-BE49-F238E27FC236}">
                <a16:creationId xmlns:a16="http://schemas.microsoft.com/office/drawing/2014/main" id="{3AFABD7C-FDD2-4D1B-894B-4B95B453E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42083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7" name="Rectangle 32">
            <a:extLst>
              <a:ext uri="{FF2B5EF4-FFF2-40B4-BE49-F238E27FC236}">
                <a16:creationId xmlns:a16="http://schemas.microsoft.com/office/drawing/2014/main" id="{CE0551A2-37BA-4DEC-A597-C365E1D93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68" y="5466336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a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108" name="Rectangle 33">
            <a:extLst>
              <a:ext uri="{FF2B5EF4-FFF2-40B4-BE49-F238E27FC236}">
                <a16:creationId xmlns:a16="http://schemas.microsoft.com/office/drawing/2014/main" id="{3B1A0900-F03E-4949-97A8-9902EA1F1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68" y="5837126"/>
            <a:ext cx="53540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b</a:t>
            </a:r>
            <a:r>
              <a:rPr kumimoji="1" lang="en-US" altLang="zh-TW" sz="1600" b="1" dirty="0">
                <a:latin typeface="+mn-lt"/>
                <a:ea typeface="PMingLiU" pitchFamily="18" charset="-120"/>
              </a:rPr>
              <a:t>31</a:t>
            </a:r>
          </a:p>
        </p:txBody>
      </p:sp>
      <p:sp>
        <p:nvSpPr>
          <p:cNvPr id="109" name="Rectangle 34">
            <a:extLst>
              <a:ext uri="{FF2B5EF4-FFF2-40B4-BE49-F238E27FC236}">
                <a16:creationId xmlns:a16="http://schemas.microsoft.com/office/drawing/2014/main" id="{EFDAA348-B7C9-4509-B222-BDAA25E6D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5516429"/>
            <a:ext cx="10414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0" name="Line 36">
            <a:extLst>
              <a:ext uri="{FF2B5EF4-FFF2-40B4-BE49-F238E27FC236}">
                <a16:creationId xmlns:a16="http://schemas.microsoft.com/office/drawing/2014/main" id="{2AB35612-231B-4427-AC76-771E027A2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577042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1" name="Line 37">
            <a:extLst>
              <a:ext uri="{FF2B5EF4-FFF2-40B4-BE49-F238E27FC236}">
                <a16:creationId xmlns:a16="http://schemas.microsoft.com/office/drawing/2014/main" id="{28722EEB-DE52-4042-8038-02486FD21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56561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2" name="Line 38">
            <a:extLst>
              <a:ext uri="{FF2B5EF4-FFF2-40B4-BE49-F238E27FC236}">
                <a16:creationId xmlns:a16="http://schemas.microsoft.com/office/drawing/2014/main" id="{EE1D00BB-761E-473E-88F4-6707D3986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5884729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3" name="Rectangle 39">
            <a:extLst>
              <a:ext uri="{FF2B5EF4-FFF2-40B4-BE49-F238E27FC236}">
                <a16:creationId xmlns:a16="http://schemas.microsoft.com/office/drawing/2014/main" id="{FF9EF737-D1A9-43EA-AC2F-E40A66B42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5578341"/>
            <a:ext cx="1037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Result31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14" name="Line 40">
            <a:extLst>
              <a:ext uri="{FF2B5EF4-FFF2-40B4-BE49-F238E27FC236}">
                <a16:creationId xmlns:a16="http://schemas.microsoft.com/office/drawing/2014/main" id="{D1A664AF-7A6D-46F0-BEEB-A5C807D51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51227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5" name="Line 42">
            <a:extLst>
              <a:ext uri="{FF2B5EF4-FFF2-40B4-BE49-F238E27FC236}">
                <a16:creationId xmlns:a16="http://schemas.microsoft.com/office/drawing/2014/main" id="{211416D8-E0A6-43A5-BA20-182D658DD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6037129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6" name="Rectangle 45">
            <a:extLst>
              <a:ext uri="{FF2B5EF4-FFF2-40B4-BE49-F238E27FC236}">
                <a16:creationId xmlns:a16="http://schemas.microsoft.com/office/drawing/2014/main" id="{F31A3C18-184B-4FC2-B494-204D7D7B6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932" y="3008761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CarryOut0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17" name="Line 40">
            <a:extLst>
              <a:ext uri="{FF2B5EF4-FFF2-40B4-BE49-F238E27FC236}">
                <a16:creationId xmlns:a16="http://schemas.microsoft.com/office/drawing/2014/main" id="{C51FD45B-98D8-4127-BDD6-E568779FF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8875" y="5197341"/>
            <a:ext cx="0" cy="31908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8" name="Rectangle 5">
            <a:extLst>
              <a:ext uri="{FF2B5EF4-FFF2-40B4-BE49-F238E27FC236}">
                <a16:creationId xmlns:a16="http://schemas.microsoft.com/office/drawing/2014/main" id="{ECBC15D6-01A0-4594-84FE-77EB0A9BA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110" y="3786940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19" name="Rectangle 11">
            <a:extLst>
              <a:ext uri="{FF2B5EF4-FFF2-40B4-BE49-F238E27FC236}">
                <a16:creationId xmlns:a16="http://schemas.microsoft.com/office/drawing/2014/main" id="{8AE12389-708D-43A7-B5D0-F3A132B13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937" y="3641642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0" name="Rectangle 45">
            <a:extLst>
              <a:ext uri="{FF2B5EF4-FFF2-40B4-BE49-F238E27FC236}">
                <a16:creationId xmlns:a16="http://schemas.microsoft.com/office/drawing/2014/main" id="{1D7041C1-0429-48F8-91E2-D52BFAAF4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787" y="3929884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1" name="Rectangle 5">
            <a:extLst>
              <a:ext uri="{FF2B5EF4-FFF2-40B4-BE49-F238E27FC236}">
                <a16:creationId xmlns:a16="http://schemas.microsoft.com/office/drawing/2014/main" id="{4ADC60C0-94CD-4DC9-8E97-3E6D404A5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442" y="4702321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22" name="Rectangle 11">
            <a:extLst>
              <a:ext uri="{FF2B5EF4-FFF2-40B4-BE49-F238E27FC236}">
                <a16:creationId xmlns:a16="http://schemas.microsoft.com/office/drawing/2014/main" id="{E5A474FE-2575-4172-BA38-56223C77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269" y="4557023"/>
            <a:ext cx="9121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3" name="Rectangle 45">
            <a:extLst>
              <a:ext uri="{FF2B5EF4-FFF2-40B4-BE49-F238E27FC236}">
                <a16:creationId xmlns:a16="http://schemas.microsoft.com/office/drawing/2014/main" id="{78B7E01B-F34C-47EC-96BF-097BABE7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119" y="4845265"/>
            <a:ext cx="105958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CarryOut2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4" name="Rectangle 5">
            <a:extLst>
              <a:ext uri="{FF2B5EF4-FFF2-40B4-BE49-F238E27FC236}">
                <a16:creationId xmlns:a16="http://schemas.microsoft.com/office/drawing/2014/main" id="{DC33E90F-C72B-438F-A1F2-D74486C84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757" y="5608426"/>
            <a:ext cx="30296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+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25" name="Rectangle 11">
            <a:extLst>
              <a:ext uri="{FF2B5EF4-FFF2-40B4-BE49-F238E27FC236}">
                <a16:creationId xmlns:a16="http://schemas.microsoft.com/office/drawing/2014/main" id="{C0C04E57-8C4A-4E5A-A0B8-783B91940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4584" y="5463128"/>
            <a:ext cx="100187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CarryIn31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sp>
        <p:nvSpPr>
          <p:cNvPr id="126" name="Rectangle 45">
            <a:extLst>
              <a:ext uri="{FF2B5EF4-FFF2-40B4-BE49-F238E27FC236}">
                <a16:creationId xmlns:a16="http://schemas.microsoft.com/office/drawing/2014/main" id="{7664E77C-8CBC-4D2D-B1E9-56C1E96B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47" y="5749793"/>
            <a:ext cx="11589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CarryOut31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6E05B96-AE4B-4707-820C-09BFB101A3F4}"/>
              </a:ext>
            </a:extLst>
          </p:cNvPr>
          <p:cNvGrpSpPr/>
          <p:nvPr/>
        </p:nvGrpSpPr>
        <p:grpSpPr>
          <a:xfrm>
            <a:off x="881950" y="2020552"/>
            <a:ext cx="1216186" cy="3486551"/>
            <a:chOff x="995219" y="1949450"/>
            <a:chExt cx="1216186" cy="3486551"/>
          </a:xfrm>
        </p:grpSpPr>
        <p:sp>
          <p:nvSpPr>
            <p:cNvPr id="143" name="Line 51">
              <a:extLst>
                <a:ext uri="{FF2B5EF4-FFF2-40B4-BE49-F238E27FC236}">
                  <a16:creationId xmlns:a16="http://schemas.microsoft.com/office/drawing/2014/main" id="{4CF033B8-ED65-43A1-BE36-B187F2D66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66" y="1949450"/>
              <a:ext cx="2877" cy="3312857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4" name="Line 55">
              <a:extLst>
                <a:ext uri="{FF2B5EF4-FFF2-40B4-BE49-F238E27FC236}">
                  <a16:creationId xmlns:a16="http://schemas.microsoft.com/office/drawing/2014/main" id="{9A2A91BE-06B6-434F-BA69-B4B65ADB8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1255" y="2463799"/>
              <a:ext cx="1200150" cy="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5" name="Line 56">
              <a:extLst>
                <a:ext uri="{FF2B5EF4-FFF2-40B4-BE49-F238E27FC236}">
                  <a16:creationId xmlns:a16="http://schemas.microsoft.com/office/drawing/2014/main" id="{A348E411-F44D-432E-8BDA-DE0B1C4DC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6643" y="2463800"/>
              <a:ext cx="0" cy="22860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6" name="Line 59">
              <a:extLst>
                <a:ext uri="{FF2B5EF4-FFF2-40B4-BE49-F238E27FC236}">
                  <a16:creationId xmlns:a16="http://schemas.microsoft.com/office/drawing/2014/main" id="{A1CE6CC5-FA9B-4CDC-B8C6-206424C70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573" y="3442914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7" name="Line 60">
              <a:extLst>
                <a:ext uri="{FF2B5EF4-FFF2-40B4-BE49-F238E27FC236}">
                  <a16:creationId xmlns:a16="http://schemas.microsoft.com/office/drawing/2014/main" id="{14D8FD40-69FA-4FB7-87D5-384FC6C67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67" y="3439318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8" name="Line 59">
              <a:extLst>
                <a:ext uri="{FF2B5EF4-FFF2-40B4-BE49-F238E27FC236}">
                  <a16:creationId xmlns:a16="http://schemas.microsoft.com/office/drawing/2014/main" id="{79EDC44D-B1E0-4A7C-BB63-7F0031B2D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6775" y="4352071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9" name="Line 60">
              <a:extLst>
                <a:ext uri="{FF2B5EF4-FFF2-40B4-BE49-F238E27FC236}">
                  <a16:creationId xmlns:a16="http://schemas.microsoft.com/office/drawing/2014/main" id="{D2314EB4-79A4-42E2-9C9A-7267BF8410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169" y="4348475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50" name="Line 59">
              <a:extLst>
                <a:ext uri="{FF2B5EF4-FFF2-40B4-BE49-F238E27FC236}">
                  <a16:creationId xmlns:a16="http://schemas.microsoft.com/office/drawing/2014/main" id="{2D2C3505-109B-4DB2-BF7C-075595CA9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0825" y="5265903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51" name="Line 60">
              <a:extLst>
                <a:ext uri="{FF2B5EF4-FFF2-40B4-BE49-F238E27FC236}">
                  <a16:creationId xmlns:a16="http://schemas.microsoft.com/office/drawing/2014/main" id="{25E4B0CA-0D6F-4682-AF69-355DD448B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5219" y="5262307"/>
              <a:ext cx="1187354" cy="3595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28" name="Line 51">
            <a:extLst>
              <a:ext uri="{FF2B5EF4-FFF2-40B4-BE49-F238E27FC236}">
                <a16:creationId xmlns:a16="http://schemas.microsoft.com/office/drawing/2014/main" id="{A0A9BC36-8597-4D69-868C-555DA29FE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9702" y="2018500"/>
            <a:ext cx="2877" cy="3312857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9" name="Line 55">
            <a:extLst>
              <a:ext uri="{FF2B5EF4-FFF2-40B4-BE49-F238E27FC236}">
                <a16:creationId xmlns:a16="http://schemas.microsoft.com/office/drawing/2014/main" id="{2E245911-2E86-4C20-8011-CF0311E28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2534901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0" name="Line 56">
            <a:extLst>
              <a:ext uri="{FF2B5EF4-FFF2-40B4-BE49-F238E27FC236}">
                <a16:creationId xmlns:a16="http://schemas.microsoft.com/office/drawing/2014/main" id="{53D3471C-76A3-4F22-9BC8-CC9D8EDC1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9623" y="2534902"/>
            <a:ext cx="0" cy="22860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Line 55">
            <a:extLst>
              <a:ext uri="{FF2B5EF4-FFF2-40B4-BE49-F238E27FC236}">
                <a16:creationId xmlns:a16="http://schemas.microsoft.com/office/drawing/2014/main" id="{DAA9AFF7-D10D-4CA4-860E-56AAE2E64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399" y="3514613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2" name="Line 59">
            <a:extLst>
              <a:ext uri="{FF2B5EF4-FFF2-40B4-BE49-F238E27FC236}">
                <a16:creationId xmlns:a16="http://schemas.microsoft.com/office/drawing/2014/main" id="{79F07807-29AE-4F00-885F-FAAA8B171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157" y="3512092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3" name="Line 55">
            <a:extLst>
              <a:ext uri="{FF2B5EF4-FFF2-40B4-BE49-F238E27FC236}">
                <a16:creationId xmlns:a16="http://schemas.microsoft.com/office/drawing/2014/main" id="{9983E45D-9EF6-4575-8953-A319097CA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7245" y="4428162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4" name="Line 59">
            <a:extLst>
              <a:ext uri="{FF2B5EF4-FFF2-40B4-BE49-F238E27FC236}">
                <a16:creationId xmlns:a16="http://schemas.microsoft.com/office/drawing/2014/main" id="{300B4723-4386-4944-B2CB-A78BCC417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7003" y="4425641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5" name="Line 55">
            <a:extLst>
              <a:ext uri="{FF2B5EF4-FFF2-40B4-BE49-F238E27FC236}">
                <a16:creationId xmlns:a16="http://schemas.microsoft.com/office/drawing/2014/main" id="{B969CA3C-8EF1-465D-99DC-8162CDEE2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646" y="5334954"/>
            <a:ext cx="604301" cy="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6" name="Line 59">
            <a:extLst>
              <a:ext uri="{FF2B5EF4-FFF2-40B4-BE49-F238E27FC236}">
                <a16:creationId xmlns:a16="http://schemas.microsoft.com/office/drawing/2014/main" id="{21169ACB-1CAF-4BB1-82F7-C98779292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404" y="5332433"/>
            <a:ext cx="1748" cy="170098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7" name="Rectangle 64">
            <a:extLst>
              <a:ext uri="{FF2B5EF4-FFF2-40B4-BE49-F238E27FC236}">
                <a16:creationId xmlns:a16="http://schemas.microsoft.com/office/drawing/2014/main" id="{69286E1A-6B1C-425A-940E-3F3904A17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93499"/>
            <a:ext cx="88966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 err="1">
                <a:latin typeface="+mn-lt"/>
                <a:ea typeface="PMingLiU" pitchFamily="18" charset="-120"/>
              </a:rPr>
              <a:t>Binvert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38" name="Rectangle 76">
            <a:extLst>
              <a:ext uri="{FF2B5EF4-FFF2-40B4-BE49-F238E27FC236}">
                <a16:creationId xmlns:a16="http://schemas.microsoft.com/office/drawing/2014/main" id="{37330E70-F2C4-4D32-9BF2-59BBF74B0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331" y="1693499"/>
            <a:ext cx="115256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b="1" dirty="0">
                <a:latin typeface="+mn-lt"/>
                <a:ea typeface="PMingLiU" pitchFamily="18" charset="-120"/>
              </a:rPr>
              <a:t>Operation</a:t>
            </a:r>
            <a:endParaRPr kumimoji="1" lang="en-US" altLang="zh-TW" sz="1600" b="1" dirty="0">
              <a:latin typeface="+mn-lt"/>
              <a:ea typeface="PMingLiU" pitchFamily="18" charset="-12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674BA2B9-40AC-4F3E-9A7F-8C8E766D8AFB}"/>
              </a:ext>
            </a:extLst>
          </p:cNvPr>
          <p:cNvSpPr/>
          <p:nvPr/>
        </p:nvSpPr>
        <p:spPr bwMode="auto">
          <a:xfrm>
            <a:off x="3230237" y="2642492"/>
            <a:ext cx="1070513" cy="747248"/>
          </a:xfrm>
          <a:prstGeom prst="rect">
            <a:avLst/>
          </a:prstGeom>
          <a:noFill/>
          <a:ln w="28575" cap="flat" cmpd="sng" algn="ctr">
            <a:solidFill>
              <a:srgbClr val="3333FF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037FB43C-30A0-4FB9-A497-7FAB7BB4C718}"/>
              </a:ext>
            </a:extLst>
          </p:cNvPr>
          <p:cNvSpPr/>
          <p:nvPr/>
        </p:nvSpPr>
        <p:spPr bwMode="auto">
          <a:xfrm>
            <a:off x="3241566" y="3567496"/>
            <a:ext cx="1056547" cy="2376918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A53FA908-2A3E-1F6B-EA5A-CA8113EC1587}"/>
              </a:ext>
            </a:extLst>
          </p:cNvPr>
          <p:cNvGrpSpPr/>
          <p:nvPr/>
        </p:nvGrpSpPr>
        <p:grpSpPr>
          <a:xfrm>
            <a:off x="4765034" y="4292740"/>
            <a:ext cx="3499755" cy="1990643"/>
            <a:chOff x="4963088" y="3522676"/>
            <a:chExt cx="3499755" cy="1990643"/>
          </a:xfrm>
        </p:grpSpPr>
        <p:sp>
          <p:nvSpPr>
            <p:cNvPr id="64" name="Line 79">
              <a:extLst>
                <a:ext uri="{FF2B5EF4-FFF2-40B4-BE49-F238E27FC236}">
                  <a16:creationId xmlns:a16="http://schemas.microsoft.com/office/drawing/2014/main" id="{7C49910F-7653-55F6-8690-BB3424154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0537" y="4556110"/>
              <a:ext cx="692874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5" name="梯形 64">
              <a:extLst>
                <a:ext uri="{FF2B5EF4-FFF2-40B4-BE49-F238E27FC236}">
                  <a16:creationId xmlns:a16="http://schemas.microsoft.com/office/drawing/2014/main" id="{329AD50B-5D64-EEE5-6C20-1AAA356CEF2A}"/>
                </a:ext>
              </a:extLst>
            </p:cNvPr>
            <p:cNvSpPr/>
            <p:nvPr/>
          </p:nvSpPr>
          <p:spPr>
            <a:xfrm rot="5400000">
              <a:off x="7010024" y="3855164"/>
              <a:ext cx="668470" cy="241176"/>
            </a:xfrm>
            <a:prstGeom prst="trapezoid">
              <a:avLst>
                <a:gd name="adj" fmla="val 59245"/>
              </a:avLst>
            </a:prstGeom>
            <a:noFill/>
            <a:ln w="25400">
              <a:solidFill>
                <a:srgbClr val="7030A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66" name="Line 6">
              <a:extLst>
                <a:ext uri="{FF2B5EF4-FFF2-40B4-BE49-F238E27FC236}">
                  <a16:creationId xmlns:a16="http://schemas.microsoft.com/office/drawing/2014/main" id="{379F268A-DC02-7E55-7B3E-3C38FFCFE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4001" y="3970403"/>
              <a:ext cx="801206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7" name="Line 6">
              <a:extLst>
                <a:ext uri="{FF2B5EF4-FFF2-40B4-BE49-F238E27FC236}">
                  <a16:creationId xmlns:a16="http://schemas.microsoft.com/office/drawing/2014/main" id="{74D9F31E-7E7D-5AD4-5153-2D1B37C44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0862" y="3844419"/>
              <a:ext cx="527351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8" name="Rectangle 9">
              <a:extLst>
                <a:ext uri="{FF2B5EF4-FFF2-40B4-BE49-F238E27FC236}">
                  <a16:creationId xmlns:a16="http://schemas.microsoft.com/office/drawing/2014/main" id="{703DCFF2-9D51-07A3-8686-A13ED510E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2890" y="3657912"/>
              <a:ext cx="7165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ALU0</a:t>
              </a:r>
              <a:endParaRPr kumimoji="1" lang="en-US" altLang="zh-TW" sz="1600" b="1" dirty="0">
                <a:solidFill>
                  <a:srgbClr val="7030A0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69" name="Rectangle 9">
              <a:extLst>
                <a:ext uri="{FF2B5EF4-FFF2-40B4-BE49-F238E27FC236}">
                  <a16:creationId xmlns:a16="http://schemas.microsoft.com/office/drawing/2014/main" id="{507FE391-3D5B-4EB0-0878-68C4EFE6F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4457" y="3522676"/>
              <a:ext cx="8768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Result</a:t>
              </a:r>
              <a:r>
                <a:rPr kumimoji="1" lang="en-US" altLang="zh-TW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70" name="梯形 69">
              <a:extLst>
                <a:ext uri="{FF2B5EF4-FFF2-40B4-BE49-F238E27FC236}">
                  <a16:creationId xmlns:a16="http://schemas.microsoft.com/office/drawing/2014/main" id="{8AD62727-2A2B-1DE2-2357-B891405304C1}"/>
                </a:ext>
              </a:extLst>
            </p:cNvPr>
            <p:cNvSpPr/>
            <p:nvPr/>
          </p:nvSpPr>
          <p:spPr>
            <a:xfrm rot="5400000">
              <a:off x="7019178" y="5058496"/>
              <a:ext cx="668470" cy="241176"/>
            </a:xfrm>
            <a:prstGeom prst="trapezoid">
              <a:avLst>
                <a:gd name="adj" fmla="val 59245"/>
              </a:avLst>
            </a:prstGeom>
            <a:noFill/>
            <a:ln w="25400">
              <a:solidFill>
                <a:srgbClr val="7030A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71" name="Line 79">
              <a:extLst>
                <a:ext uri="{FF2B5EF4-FFF2-40B4-BE49-F238E27FC236}">
                  <a16:creationId xmlns:a16="http://schemas.microsoft.com/office/drawing/2014/main" id="{B3EDE584-0ECA-0CF1-DEF7-674462EC2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53388" y="4244438"/>
              <a:ext cx="0" cy="651461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solidFill>
                  <a:srgbClr val="7030A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8A3FE989-657E-00CB-E0E2-504DAB403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1202" y="5030614"/>
              <a:ext cx="1027011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3" name="Rectangle 9">
              <a:extLst>
                <a:ext uri="{FF2B5EF4-FFF2-40B4-BE49-F238E27FC236}">
                  <a16:creationId xmlns:a16="http://schemas.microsoft.com/office/drawing/2014/main" id="{C7C49B70-7687-5C39-0552-F972A8B7B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3707" y="4727905"/>
              <a:ext cx="116217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Result</a:t>
              </a:r>
              <a:r>
                <a:rPr kumimoji="1" lang="en-US" altLang="zh-TW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1:31</a:t>
              </a:r>
            </a:p>
          </p:txBody>
        </p:sp>
        <p:sp>
          <p:nvSpPr>
            <p:cNvPr id="74" name="Line 6">
              <a:extLst>
                <a:ext uri="{FF2B5EF4-FFF2-40B4-BE49-F238E27FC236}">
                  <a16:creationId xmlns:a16="http://schemas.microsoft.com/office/drawing/2014/main" id="{705A69B3-D506-B4D1-74C5-0098AA1352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0538" y="4962890"/>
              <a:ext cx="94023" cy="15240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8C72098F-0394-A496-40F7-44D8288FFFDE}"/>
                </a:ext>
              </a:extLst>
            </p:cNvPr>
            <p:cNvSpPr txBox="1"/>
            <p:nvPr/>
          </p:nvSpPr>
          <p:spPr>
            <a:xfrm>
              <a:off x="4963088" y="4349367"/>
              <a:ext cx="17591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" b="1" dirty="0">
                  <a:solidFill>
                    <a:srgbClr val="3333FF"/>
                  </a:solidFill>
                  <a:latin typeface="+mn-ea"/>
                  <a:ea typeface="+mn-ea"/>
                </a:rPr>
                <a:t>是否是</a:t>
              </a:r>
              <a:r>
                <a:rPr lang="en-US" altLang="zh-CN" b="1" dirty="0">
                  <a:solidFill>
                    <a:srgbClr val="3333FF"/>
                  </a:solidFill>
                  <a:latin typeface="+mn-ea"/>
                  <a:ea typeface="+mn-ea"/>
                </a:rPr>
                <a:t>SLT</a:t>
              </a:r>
              <a:r>
                <a:rPr lang="zh-CN" altLang="en-US" b="1" dirty="0">
                  <a:solidFill>
                    <a:srgbClr val="3333FF"/>
                  </a:solidFill>
                  <a:latin typeface="+mn-ea"/>
                  <a:ea typeface="+mn-ea"/>
                </a:rPr>
                <a:t>指令？</a:t>
              </a:r>
              <a:endParaRPr lang="en" altLang="zh-CN" b="1" dirty="0">
                <a:solidFill>
                  <a:srgbClr val="3333FF"/>
                </a:solidFill>
                <a:latin typeface="+mn-ea"/>
                <a:ea typeface="+mn-ea"/>
              </a:endParaRPr>
            </a:p>
          </p:txBody>
        </p:sp>
        <p:sp>
          <p:nvSpPr>
            <p:cNvPr id="152" name="Rectangle 9">
              <a:extLst>
                <a:ext uri="{FF2B5EF4-FFF2-40B4-BE49-F238E27FC236}">
                  <a16:creationId xmlns:a16="http://schemas.microsoft.com/office/drawing/2014/main" id="{F65B71EF-B36A-FD0D-551C-5C881BF38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8002" y="3676805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153" name="Rectangle 9">
              <a:extLst>
                <a:ext uri="{FF2B5EF4-FFF2-40B4-BE49-F238E27FC236}">
                  <a16:creationId xmlns:a16="http://schemas.microsoft.com/office/drawing/2014/main" id="{7CDC5B83-0B44-B9CA-73CF-3D820B2BD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8002" y="4861660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154" name="Rectangle 9">
              <a:extLst>
                <a:ext uri="{FF2B5EF4-FFF2-40B4-BE49-F238E27FC236}">
                  <a16:creationId xmlns:a16="http://schemas.microsoft.com/office/drawing/2014/main" id="{F6199F6A-F0C1-B8A0-5FE1-6A8A7709E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682" y="3982126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155" name="Rectangle 9">
              <a:extLst>
                <a:ext uri="{FF2B5EF4-FFF2-40B4-BE49-F238E27FC236}">
                  <a16:creationId xmlns:a16="http://schemas.microsoft.com/office/drawing/2014/main" id="{C0A4E478-59C0-C808-1F49-3CAE4C792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682" y="5166981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156" name="Rectangle 9">
              <a:extLst>
                <a:ext uri="{FF2B5EF4-FFF2-40B4-BE49-F238E27FC236}">
                  <a16:creationId xmlns:a16="http://schemas.microsoft.com/office/drawing/2014/main" id="{BC5C5400-DDEF-25AF-0FD4-440CF12F7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9744" y="4850318"/>
              <a:ext cx="101309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ALU1:31</a:t>
              </a:r>
              <a:endParaRPr kumimoji="1" lang="en-US" altLang="zh-TW" sz="1600" b="1" dirty="0">
                <a:solidFill>
                  <a:srgbClr val="7030A0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157" name="Line 6">
              <a:extLst>
                <a:ext uri="{FF2B5EF4-FFF2-40B4-BE49-F238E27FC236}">
                  <a16:creationId xmlns:a16="http://schemas.microsoft.com/office/drawing/2014/main" id="{85347799-7C9F-AA42-54D8-463375EE3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4001" y="5166981"/>
              <a:ext cx="801206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" name="Line 6">
              <a:extLst>
                <a:ext uri="{FF2B5EF4-FFF2-40B4-BE49-F238E27FC236}">
                  <a16:creationId xmlns:a16="http://schemas.microsoft.com/office/drawing/2014/main" id="{47C6FFED-3DB5-BF5E-C0A7-F0BC195828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91599" y="5087915"/>
              <a:ext cx="94023" cy="15240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779CD704-C8E0-D8AD-A973-E593E378C0D0}"/>
              </a:ext>
            </a:extLst>
          </p:cNvPr>
          <p:cNvGrpSpPr/>
          <p:nvPr/>
        </p:nvGrpSpPr>
        <p:grpSpPr>
          <a:xfrm>
            <a:off x="5166026" y="4638828"/>
            <a:ext cx="1963680" cy="1539569"/>
            <a:chOff x="5364080" y="3868764"/>
            <a:chExt cx="1963680" cy="1539569"/>
          </a:xfrm>
        </p:grpSpPr>
        <p:sp>
          <p:nvSpPr>
            <p:cNvPr id="164" name="Rectangle 82">
              <a:extLst>
                <a:ext uri="{FF2B5EF4-FFF2-40B4-BE49-F238E27FC236}">
                  <a16:creationId xmlns:a16="http://schemas.microsoft.com/office/drawing/2014/main" id="{77DEC20E-936F-7679-086D-354B7F56E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4080" y="3868764"/>
              <a:ext cx="196368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Result</a:t>
              </a:r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31 (sign bit)</a:t>
              </a:r>
            </a:p>
          </p:txBody>
        </p:sp>
        <p:sp>
          <p:nvSpPr>
            <p:cNvPr id="165" name="Line 77">
              <a:extLst>
                <a:ext uri="{FF2B5EF4-FFF2-40B4-BE49-F238E27FC236}">
                  <a16:creationId xmlns:a16="http://schemas.microsoft.com/office/drawing/2014/main" id="{E33C114C-2B96-9A75-C8A9-0414B347C8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6853" y="4176467"/>
              <a:ext cx="1634784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6" name="Line 6">
              <a:extLst>
                <a:ext uri="{FF2B5EF4-FFF2-40B4-BE49-F238E27FC236}">
                  <a16:creationId xmlns:a16="http://schemas.microsoft.com/office/drawing/2014/main" id="{2BDB2868-D5AC-3D96-5859-39C4879E7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9373" y="5355101"/>
              <a:ext cx="527351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7" name="Rectangle 9">
              <a:extLst>
                <a:ext uri="{FF2B5EF4-FFF2-40B4-BE49-F238E27FC236}">
                  <a16:creationId xmlns:a16="http://schemas.microsoft.com/office/drawing/2014/main" id="{3A83E69E-3A41-0678-1822-F67FACBC1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924" y="5072344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B415C0D-1252-43ED-85D7-163148B71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707" y="1423926"/>
            <a:ext cx="3781568" cy="241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77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5AB50-25D7-45D9-9CA5-C7ECBC80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32-bit</a:t>
            </a:r>
            <a:r>
              <a:rPr lang="zh-CN" altLang="en-US" dirty="0"/>
              <a:t> </a:t>
            </a:r>
            <a:r>
              <a:rPr lang="en-US" altLang="zh-CN" dirty="0"/>
              <a:t>ALU:</a:t>
            </a:r>
            <a:r>
              <a:rPr lang="zh-CN" altLang="en-US" dirty="0"/>
              <a:t> </a:t>
            </a:r>
            <a:r>
              <a:rPr lang="en-US" altLang="zh-CN" dirty="0" err="1"/>
              <a:t>slt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1AAF7-2D1D-4795-B487-5C802803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48</a:t>
            </a:fld>
            <a:endParaRPr lang="en-US" altLang="zh-CN"/>
          </a:p>
        </p:txBody>
      </p: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A53FA908-2A3E-1F6B-EA5A-CA8113EC1587}"/>
              </a:ext>
            </a:extLst>
          </p:cNvPr>
          <p:cNvGrpSpPr/>
          <p:nvPr/>
        </p:nvGrpSpPr>
        <p:grpSpPr>
          <a:xfrm>
            <a:off x="5424044" y="4292740"/>
            <a:ext cx="2840745" cy="1990643"/>
            <a:chOff x="5622098" y="3522676"/>
            <a:chExt cx="2840745" cy="1990643"/>
          </a:xfrm>
        </p:grpSpPr>
        <p:sp>
          <p:nvSpPr>
            <p:cNvPr id="64" name="Line 79">
              <a:extLst>
                <a:ext uri="{FF2B5EF4-FFF2-40B4-BE49-F238E27FC236}">
                  <a16:creationId xmlns:a16="http://schemas.microsoft.com/office/drawing/2014/main" id="{7C49910F-7653-55F6-8690-BB3424154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26557" y="4556110"/>
              <a:ext cx="326854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5" name="梯形 64">
              <a:extLst>
                <a:ext uri="{FF2B5EF4-FFF2-40B4-BE49-F238E27FC236}">
                  <a16:creationId xmlns:a16="http://schemas.microsoft.com/office/drawing/2014/main" id="{329AD50B-5D64-EEE5-6C20-1AAA356CEF2A}"/>
                </a:ext>
              </a:extLst>
            </p:cNvPr>
            <p:cNvSpPr/>
            <p:nvPr/>
          </p:nvSpPr>
          <p:spPr>
            <a:xfrm rot="5400000">
              <a:off x="7010024" y="3855164"/>
              <a:ext cx="668470" cy="241176"/>
            </a:xfrm>
            <a:prstGeom prst="trapezoid">
              <a:avLst>
                <a:gd name="adj" fmla="val 59245"/>
              </a:avLst>
            </a:prstGeom>
            <a:noFill/>
            <a:ln w="25400">
              <a:solidFill>
                <a:srgbClr val="7030A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66" name="Line 6">
              <a:extLst>
                <a:ext uri="{FF2B5EF4-FFF2-40B4-BE49-F238E27FC236}">
                  <a16:creationId xmlns:a16="http://schemas.microsoft.com/office/drawing/2014/main" id="{379F268A-DC02-7E55-7B3E-3C38FFCFE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4001" y="3970403"/>
              <a:ext cx="801206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7" name="Line 6">
              <a:extLst>
                <a:ext uri="{FF2B5EF4-FFF2-40B4-BE49-F238E27FC236}">
                  <a16:creationId xmlns:a16="http://schemas.microsoft.com/office/drawing/2014/main" id="{74D9F31E-7E7D-5AD4-5153-2D1B37C44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0862" y="3844419"/>
              <a:ext cx="527351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8" name="Rectangle 9">
              <a:extLst>
                <a:ext uri="{FF2B5EF4-FFF2-40B4-BE49-F238E27FC236}">
                  <a16:creationId xmlns:a16="http://schemas.microsoft.com/office/drawing/2014/main" id="{703DCFF2-9D51-07A3-8686-A13ED510E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2890" y="3657912"/>
              <a:ext cx="7165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ALU0</a:t>
              </a:r>
              <a:endParaRPr kumimoji="1" lang="en-US" altLang="zh-TW" sz="1600" b="1" dirty="0">
                <a:solidFill>
                  <a:srgbClr val="7030A0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69" name="Rectangle 9">
              <a:extLst>
                <a:ext uri="{FF2B5EF4-FFF2-40B4-BE49-F238E27FC236}">
                  <a16:creationId xmlns:a16="http://schemas.microsoft.com/office/drawing/2014/main" id="{507FE391-3D5B-4EB0-0878-68C4EFE6F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378" y="3522676"/>
              <a:ext cx="8768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Result</a:t>
              </a:r>
              <a:r>
                <a:rPr kumimoji="1" lang="en-US" altLang="zh-TW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70" name="梯形 69">
              <a:extLst>
                <a:ext uri="{FF2B5EF4-FFF2-40B4-BE49-F238E27FC236}">
                  <a16:creationId xmlns:a16="http://schemas.microsoft.com/office/drawing/2014/main" id="{8AD62727-2A2B-1DE2-2357-B891405304C1}"/>
                </a:ext>
              </a:extLst>
            </p:cNvPr>
            <p:cNvSpPr/>
            <p:nvPr/>
          </p:nvSpPr>
          <p:spPr>
            <a:xfrm rot="5400000">
              <a:off x="7019178" y="5058496"/>
              <a:ext cx="668470" cy="241176"/>
            </a:xfrm>
            <a:prstGeom prst="trapezoid">
              <a:avLst>
                <a:gd name="adj" fmla="val 59245"/>
              </a:avLst>
            </a:prstGeom>
            <a:noFill/>
            <a:ln w="25400">
              <a:solidFill>
                <a:srgbClr val="7030A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71" name="Line 79">
              <a:extLst>
                <a:ext uri="{FF2B5EF4-FFF2-40B4-BE49-F238E27FC236}">
                  <a16:creationId xmlns:a16="http://schemas.microsoft.com/office/drawing/2014/main" id="{B3EDE584-0ECA-0CF1-DEF7-674462EC2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53388" y="4244438"/>
              <a:ext cx="0" cy="651461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solidFill>
                  <a:srgbClr val="7030A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8A3FE989-657E-00CB-E0E2-504DAB403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1202" y="5030614"/>
              <a:ext cx="1027011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3" name="Rectangle 9">
              <a:extLst>
                <a:ext uri="{FF2B5EF4-FFF2-40B4-BE49-F238E27FC236}">
                  <a16:creationId xmlns:a16="http://schemas.microsoft.com/office/drawing/2014/main" id="{C7C49B70-7687-5C39-0552-F972A8B7B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1874" y="4727905"/>
              <a:ext cx="116217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Result</a:t>
              </a:r>
              <a:r>
                <a:rPr kumimoji="1" lang="en-US" altLang="zh-TW" sz="1600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1:31</a:t>
              </a:r>
            </a:p>
          </p:txBody>
        </p:sp>
        <p:sp>
          <p:nvSpPr>
            <p:cNvPr id="74" name="Line 6">
              <a:extLst>
                <a:ext uri="{FF2B5EF4-FFF2-40B4-BE49-F238E27FC236}">
                  <a16:creationId xmlns:a16="http://schemas.microsoft.com/office/drawing/2014/main" id="{705A69B3-D506-B4D1-74C5-0098AA1352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0538" y="4962890"/>
              <a:ext cx="94023" cy="15240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8C72098F-0394-A496-40F7-44D8288FFFDE}"/>
                </a:ext>
              </a:extLst>
            </p:cNvPr>
            <p:cNvSpPr txBox="1"/>
            <p:nvPr/>
          </p:nvSpPr>
          <p:spPr>
            <a:xfrm>
              <a:off x="5622098" y="4349367"/>
              <a:ext cx="1282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" b="1" dirty="0">
                  <a:solidFill>
                    <a:srgbClr val="3333FF"/>
                  </a:solidFill>
                  <a:latin typeface="+mn-ea"/>
                  <a:ea typeface="+mn-ea"/>
                </a:rPr>
                <a:t>是</a:t>
              </a:r>
              <a:r>
                <a:rPr lang="en-US" altLang="zh-CN" b="1" dirty="0">
                  <a:solidFill>
                    <a:srgbClr val="3333FF"/>
                  </a:solidFill>
                  <a:latin typeface="+mn-ea"/>
                  <a:ea typeface="+mn-ea"/>
                </a:rPr>
                <a:t>SLT</a:t>
              </a:r>
              <a:r>
                <a:rPr lang="zh-CN" altLang="en-US" b="1" dirty="0">
                  <a:solidFill>
                    <a:srgbClr val="3333FF"/>
                  </a:solidFill>
                  <a:latin typeface="+mn-ea"/>
                  <a:ea typeface="+mn-ea"/>
                </a:rPr>
                <a:t>指令？</a:t>
              </a:r>
              <a:endParaRPr lang="en" altLang="zh-CN" b="1" dirty="0">
                <a:solidFill>
                  <a:srgbClr val="3333FF"/>
                </a:solidFill>
                <a:latin typeface="+mn-ea"/>
                <a:ea typeface="+mn-ea"/>
              </a:endParaRPr>
            </a:p>
          </p:txBody>
        </p:sp>
        <p:sp>
          <p:nvSpPr>
            <p:cNvPr id="152" name="Rectangle 9">
              <a:extLst>
                <a:ext uri="{FF2B5EF4-FFF2-40B4-BE49-F238E27FC236}">
                  <a16:creationId xmlns:a16="http://schemas.microsoft.com/office/drawing/2014/main" id="{F65B71EF-B36A-FD0D-551C-5C881BF38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8002" y="3676805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153" name="Rectangle 9">
              <a:extLst>
                <a:ext uri="{FF2B5EF4-FFF2-40B4-BE49-F238E27FC236}">
                  <a16:creationId xmlns:a16="http://schemas.microsoft.com/office/drawing/2014/main" id="{7CDC5B83-0B44-B9CA-73CF-3D820B2BD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8002" y="4861660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154" name="Rectangle 9">
              <a:extLst>
                <a:ext uri="{FF2B5EF4-FFF2-40B4-BE49-F238E27FC236}">
                  <a16:creationId xmlns:a16="http://schemas.microsoft.com/office/drawing/2014/main" id="{F6199F6A-F0C1-B8A0-5FE1-6A8A7709E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682" y="3982126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155" name="Rectangle 9">
              <a:extLst>
                <a:ext uri="{FF2B5EF4-FFF2-40B4-BE49-F238E27FC236}">
                  <a16:creationId xmlns:a16="http://schemas.microsoft.com/office/drawing/2014/main" id="{C0A4E478-59C0-C808-1F49-3CAE4C792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682" y="5166981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156" name="Rectangle 9">
              <a:extLst>
                <a:ext uri="{FF2B5EF4-FFF2-40B4-BE49-F238E27FC236}">
                  <a16:creationId xmlns:a16="http://schemas.microsoft.com/office/drawing/2014/main" id="{BC5C5400-DDEF-25AF-0FD4-440CF12F7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9744" y="4850318"/>
              <a:ext cx="101309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7030A0"/>
                  </a:solidFill>
                  <a:latin typeface="+mn-lt"/>
                  <a:ea typeface="PMingLiU" pitchFamily="18" charset="-120"/>
                </a:rPr>
                <a:t>ALU1:31</a:t>
              </a:r>
              <a:endParaRPr kumimoji="1" lang="en-US" altLang="zh-TW" sz="1600" b="1" dirty="0">
                <a:solidFill>
                  <a:srgbClr val="7030A0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157" name="Line 6">
              <a:extLst>
                <a:ext uri="{FF2B5EF4-FFF2-40B4-BE49-F238E27FC236}">
                  <a16:creationId xmlns:a16="http://schemas.microsoft.com/office/drawing/2014/main" id="{85347799-7C9F-AA42-54D8-463375EE3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4001" y="5166981"/>
              <a:ext cx="801206" cy="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" name="Line 6">
              <a:extLst>
                <a:ext uri="{FF2B5EF4-FFF2-40B4-BE49-F238E27FC236}">
                  <a16:creationId xmlns:a16="http://schemas.microsoft.com/office/drawing/2014/main" id="{47C6FFED-3DB5-BF5E-C0A7-F0BC195828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91599" y="5087915"/>
              <a:ext cx="94023" cy="152400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779CD704-C8E0-D8AD-A973-E593E378C0D0}"/>
              </a:ext>
            </a:extLst>
          </p:cNvPr>
          <p:cNvGrpSpPr/>
          <p:nvPr/>
        </p:nvGrpSpPr>
        <p:grpSpPr>
          <a:xfrm>
            <a:off x="5157364" y="4638828"/>
            <a:ext cx="1963680" cy="1539569"/>
            <a:chOff x="5355418" y="3868764"/>
            <a:chExt cx="1963680" cy="1539569"/>
          </a:xfrm>
        </p:grpSpPr>
        <p:sp>
          <p:nvSpPr>
            <p:cNvPr id="164" name="Rectangle 82">
              <a:extLst>
                <a:ext uri="{FF2B5EF4-FFF2-40B4-BE49-F238E27FC236}">
                  <a16:creationId xmlns:a16="http://schemas.microsoft.com/office/drawing/2014/main" id="{77DEC20E-936F-7679-086D-354B7F56E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5418" y="3868764"/>
              <a:ext cx="196368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CN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Result</a:t>
              </a:r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31 (sign bit)</a:t>
              </a:r>
            </a:p>
          </p:txBody>
        </p:sp>
        <p:sp>
          <p:nvSpPr>
            <p:cNvPr id="165" name="Line 77">
              <a:extLst>
                <a:ext uri="{FF2B5EF4-FFF2-40B4-BE49-F238E27FC236}">
                  <a16:creationId xmlns:a16="http://schemas.microsoft.com/office/drawing/2014/main" id="{E33C114C-2B96-9A75-C8A9-0414B347C8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6853" y="4176467"/>
              <a:ext cx="1634784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6" name="Line 6">
              <a:extLst>
                <a:ext uri="{FF2B5EF4-FFF2-40B4-BE49-F238E27FC236}">
                  <a16:creationId xmlns:a16="http://schemas.microsoft.com/office/drawing/2014/main" id="{2BDB2868-D5AC-3D96-5859-39C4879E7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9373" y="5355101"/>
              <a:ext cx="527351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7" name="Rectangle 9">
              <a:extLst>
                <a:ext uri="{FF2B5EF4-FFF2-40B4-BE49-F238E27FC236}">
                  <a16:creationId xmlns:a16="http://schemas.microsoft.com/office/drawing/2014/main" id="{3A83E69E-3A41-0678-1822-F67FACBC1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924" y="5072344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kumimoji="1" lang="en-US" altLang="zh-TW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0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F1B01F75-ED7F-C4B3-2B19-31BBD3366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78" y="1688303"/>
            <a:ext cx="3781568" cy="24135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C505093-6FCD-58FD-5E6A-BAA2C7BAB65B}"/>
              </a:ext>
            </a:extLst>
          </p:cNvPr>
          <p:cNvSpPr txBox="1"/>
          <p:nvPr/>
        </p:nvSpPr>
        <p:spPr>
          <a:xfrm>
            <a:off x="131451" y="1865078"/>
            <a:ext cx="3108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+mn-ea"/>
                <a:ea typeface="+mn-ea"/>
              </a:rPr>
              <a:t>前后两级</a:t>
            </a:r>
            <a:r>
              <a:rPr kumimoji="1" lang="en-US" altLang="zh-CN" sz="2400" dirty="0">
                <a:latin typeface="+mn-ea"/>
                <a:ea typeface="+mn-ea"/>
              </a:rPr>
              <a:t>MUX</a:t>
            </a:r>
            <a:r>
              <a:rPr kumimoji="1" lang="zh-CN" altLang="en-US" sz="2400" dirty="0">
                <a:latin typeface="+mn-ea"/>
                <a:ea typeface="+mn-ea"/>
              </a:rPr>
              <a:t>可合并：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81CC735-9064-0A47-1F83-E59167E63923}"/>
              </a:ext>
            </a:extLst>
          </p:cNvPr>
          <p:cNvGrpSpPr/>
          <p:nvPr/>
        </p:nvGrpSpPr>
        <p:grpSpPr>
          <a:xfrm>
            <a:off x="290047" y="2655516"/>
            <a:ext cx="4880696" cy="3002692"/>
            <a:chOff x="290047" y="2655516"/>
            <a:chExt cx="4880696" cy="300269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EDFD556-B626-F932-584B-F9AC00CA33B6}"/>
                </a:ext>
              </a:extLst>
            </p:cNvPr>
            <p:cNvGrpSpPr/>
            <p:nvPr/>
          </p:nvGrpSpPr>
          <p:grpSpPr>
            <a:xfrm>
              <a:off x="290047" y="2655516"/>
              <a:ext cx="4880696" cy="3002692"/>
              <a:chOff x="290047" y="2655516"/>
              <a:chExt cx="4880696" cy="3002692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FF061822-7678-C57F-EDF7-29FF78F0C93C}"/>
                  </a:ext>
                </a:extLst>
              </p:cNvPr>
              <p:cNvGrpSpPr/>
              <p:nvPr/>
            </p:nvGrpSpPr>
            <p:grpSpPr>
              <a:xfrm>
                <a:off x="290047" y="2655516"/>
                <a:ext cx="4090086" cy="3002692"/>
                <a:chOff x="4485503" y="3212757"/>
                <a:chExt cx="4090086" cy="3002692"/>
              </a:xfrm>
            </p:grpSpPr>
            <p:pic>
              <p:nvPicPr>
                <p:cNvPr id="12" name="图片 11">
                  <a:extLst>
                    <a:ext uri="{FF2B5EF4-FFF2-40B4-BE49-F238E27FC236}">
                      <a16:creationId xmlns:a16="http://schemas.microsoft.com/office/drawing/2014/main" id="{29A03FA1-2AA9-743A-F7E2-3C9EBBDD6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28788" y="3295694"/>
                  <a:ext cx="4020756" cy="2853026"/>
                </a:xfrm>
                <a:prstGeom prst="rect">
                  <a:avLst/>
                </a:prstGeom>
              </p:spPr>
            </p:pic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CA436CD9-F398-C34D-DCC2-1AC251FD8450}"/>
                    </a:ext>
                  </a:extLst>
                </p:cNvPr>
                <p:cNvSpPr/>
                <p:nvPr/>
              </p:nvSpPr>
              <p:spPr>
                <a:xfrm>
                  <a:off x="7153388" y="5805084"/>
                  <a:ext cx="619012" cy="323864"/>
                </a:xfrm>
                <a:prstGeom prst="ellipse">
                  <a:avLst/>
                </a:prstGeom>
                <a:noFill/>
                <a:ln>
                  <a:solidFill>
                    <a:srgbClr val="3333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77E5DAC8-A68E-F3A1-4E05-977711E6CB49}"/>
                    </a:ext>
                  </a:extLst>
                </p:cNvPr>
                <p:cNvSpPr/>
                <p:nvPr/>
              </p:nvSpPr>
              <p:spPr>
                <a:xfrm>
                  <a:off x="4485503" y="3212757"/>
                  <a:ext cx="4090086" cy="3002692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10" name="左大括号 9">
                <a:extLst>
                  <a:ext uri="{FF2B5EF4-FFF2-40B4-BE49-F238E27FC236}">
                    <a16:creationId xmlns:a16="http://schemas.microsoft.com/office/drawing/2014/main" id="{D8A5949C-E44A-6319-83D3-8FEA897E67A6}"/>
                  </a:ext>
                </a:extLst>
              </p:cNvPr>
              <p:cNvSpPr/>
              <p:nvPr/>
            </p:nvSpPr>
            <p:spPr>
              <a:xfrm>
                <a:off x="5007437" y="2934520"/>
                <a:ext cx="163306" cy="2356583"/>
              </a:xfrm>
              <a:prstGeom prst="leftBrace">
                <a:avLst>
                  <a:gd name="adj1" fmla="val 103640"/>
                  <a:gd name="adj2" fmla="val 50000"/>
                </a:avLst>
              </a:prstGeom>
              <a:ln w="28575">
                <a:solidFill>
                  <a:srgbClr val="3333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左箭头 9">
                <a:extLst>
                  <a:ext uri="{FF2B5EF4-FFF2-40B4-BE49-F238E27FC236}">
                    <a16:creationId xmlns:a16="http://schemas.microsoft.com/office/drawing/2014/main" id="{AF44DF11-8BB1-82FC-7A97-3691D8B599C0}"/>
                  </a:ext>
                </a:extLst>
              </p:cNvPr>
              <p:cNvSpPr/>
              <p:nvPr/>
            </p:nvSpPr>
            <p:spPr>
              <a:xfrm>
                <a:off x="4592894" y="4027069"/>
                <a:ext cx="355616" cy="171625"/>
              </a:xfrm>
              <a:prstGeom prst="leftArrow">
                <a:avLst/>
              </a:prstGeom>
              <a:solidFill>
                <a:srgbClr val="3333FF"/>
              </a:solidFill>
              <a:ln>
                <a:solidFill>
                  <a:srgbClr val="3333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2BF1DAF-3D35-331C-B598-A5828FF6B2F8}"/>
                </a:ext>
              </a:extLst>
            </p:cNvPr>
            <p:cNvSpPr txBox="1"/>
            <p:nvPr/>
          </p:nvSpPr>
          <p:spPr>
            <a:xfrm>
              <a:off x="2943610" y="5233293"/>
              <a:ext cx="113562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3333FF"/>
                  </a:solidFill>
                </a:rPr>
                <a:t>Result31</a:t>
              </a:r>
              <a:endParaRPr lang="zh-CN" altLang="en-US" b="1" dirty="0">
                <a:solidFill>
                  <a:srgbClr val="3333FF"/>
                </a:solidFill>
              </a:endParaRP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D91197E-FF7E-3236-21DC-C50817762FC7}"/>
                </a:ext>
              </a:extLst>
            </p:cNvPr>
            <p:cNvCxnSpPr>
              <a:cxnSpLocks/>
            </p:cNvCxnSpPr>
            <p:nvPr/>
          </p:nvCxnSpPr>
          <p:spPr>
            <a:xfrm>
              <a:off x="3129826" y="4365391"/>
              <a:ext cx="0" cy="940993"/>
            </a:xfrm>
            <a:prstGeom prst="straightConnector1">
              <a:avLst/>
            </a:prstGeom>
            <a:ln w="28575">
              <a:solidFill>
                <a:srgbClr val="3333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62FBD92-A2CC-F9A2-3C14-DE201BFCDED9}"/>
                </a:ext>
              </a:extLst>
            </p:cNvPr>
            <p:cNvSpPr txBox="1"/>
            <p:nvPr/>
          </p:nvSpPr>
          <p:spPr>
            <a:xfrm>
              <a:off x="3737620" y="3734890"/>
              <a:ext cx="642513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00" b="1" dirty="0">
                  <a:solidFill>
                    <a:srgbClr val="3333FF"/>
                  </a:solidFill>
                </a:rPr>
                <a:t>ALU31</a:t>
              </a:r>
              <a:endParaRPr lang="zh-CN" altLang="en-US" sz="1400" b="1" dirty="0">
                <a:solidFill>
                  <a:srgbClr val="3333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051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5AB50-25D7-45D9-9CA5-C7ECBC80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32-bit</a:t>
            </a:r>
            <a:r>
              <a:rPr lang="zh-CN" altLang="en-US" dirty="0"/>
              <a:t> </a:t>
            </a:r>
            <a:r>
              <a:rPr lang="en-US" altLang="zh-CN" dirty="0"/>
              <a:t>ALU:</a:t>
            </a:r>
            <a:r>
              <a:rPr lang="zh-CN" altLang="en-US" dirty="0"/>
              <a:t> </a:t>
            </a:r>
            <a:r>
              <a:rPr lang="en-US" altLang="zh-CN" dirty="0" err="1"/>
              <a:t>slt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1AAF7-2D1D-4795-B487-5C802803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49</a:t>
            </a:fld>
            <a:endParaRPr lang="en-US" altLang="zh-CN"/>
          </a:p>
        </p:txBody>
      </p:sp>
      <p:sp>
        <p:nvSpPr>
          <p:cNvPr id="90" name="Text Box 8">
            <a:extLst>
              <a:ext uri="{FF2B5EF4-FFF2-40B4-BE49-F238E27FC236}">
                <a16:creationId xmlns:a16="http://schemas.microsoft.com/office/drawing/2014/main" id="{1D3521BF-9188-4AD0-83A2-67406DC64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878" y="3122044"/>
            <a:ext cx="1699248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1" hangingPunct="1"/>
            <a:r>
              <a:rPr lang="en-US" altLang="zh-CN" dirty="0">
                <a:latin typeface="+mn-lt"/>
                <a:ea typeface="SimHei" panose="02010609060101010101" pitchFamily="49" charset="-122"/>
              </a:rPr>
              <a:t>MSB</a:t>
            </a:r>
            <a:r>
              <a:rPr lang="zh-CN" altLang="en-US" dirty="0"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+mn-lt"/>
                <a:ea typeface="SimHei" panose="02010609060101010101" pitchFamily="49" charset="-122"/>
              </a:rPr>
              <a:t>1-bit</a:t>
            </a:r>
            <a:r>
              <a:rPr lang="zh-CN" altLang="en-US" dirty="0"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+mn-lt"/>
                <a:ea typeface="SimHei" panose="02010609060101010101" pitchFamily="49" charset="-122"/>
              </a:rPr>
              <a:t>ALU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5EB767C0-339D-3AD8-070E-D9705316CFE9}"/>
              </a:ext>
            </a:extLst>
          </p:cNvPr>
          <p:cNvGrpSpPr/>
          <p:nvPr/>
        </p:nvGrpSpPr>
        <p:grpSpPr>
          <a:xfrm>
            <a:off x="4554953" y="3506145"/>
            <a:ext cx="4090086" cy="3002692"/>
            <a:chOff x="4485503" y="3212757"/>
            <a:chExt cx="4090086" cy="3002692"/>
          </a:xfrm>
        </p:grpSpPr>
        <p:pic>
          <p:nvPicPr>
            <p:cNvPr id="261" name="图片 260">
              <a:extLst>
                <a:ext uri="{FF2B5EF4-FFF2-40B4-BE49-F238E27FC236}">
                  <a16:creationId xmlns:a16="http://schemas.microsoft.com/office/drawing/2014/main" id="{39A9DB64-9DA3-4474-A12E-7F5A27826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8788" y="3295694"/>
              <a:ext cx="4020756" cy="2853026"/>
            </a:xfrm>
            <a:prstGeom prst="rect">
              <a:avLst/>
            </a:prstGeom>
          </p:spPr>
        </p:pic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2D2BA57B-01D7-2F5F-1D91-F3296281B03C}"/>
                </a:ext>
              </a:extLst>
            </p:cNvPr>
            <p:cNvSpPr/>
            <p:nvPr/>
          </p:nvSpPr>
          <p:spPr>
            <a:xfrm>
              <a:off x="7153388" y="5805084"/>
              <a:ext cx="619012" cy="323864"/>
            </a:xfrm>
            <a:prstGeom prst="ellipse">
              <a:avLst/>
            </a:prstGeom>
            <a:noFill/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163F33EC-986D-6059-8812-91E2DBACB4D5}"/>
                </a:ext>
              </a:extLst>
            </p:cNvPr>
            <p:cNvSpPr/>
            <p:nvPr/>
          </p:nvSpPr>
          <p:spPr>
            <a:xfrm>
              <a:off x="4485503" y="3212757"/>
              <a:ext cx="4090086" cy="3002692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</p:grpSp>
      <p:cxnSp>
        <p:nvCxnSpPr>
          <p:cNvPr id="93" name="直线连接符 269">
            <a:extLst>
              <a:ext uri="{FF2B5EF4-FFF2-40B4-BE49-F238E27FC236}">
                <a16:creationId xmlns:a16="http://schemas.microsoft.com/office/drawing/2014/main" id="{80F1F7EA-9B2C-7DFD-E19D-99297169C0E1}"/>
              </a:ext>
            </a:extLst>
          </p:cNvPr>
          <p:cNvCxnSpPr>
            <a:cxnSpLocks/>
          </p:cNvCxnSpPr>
          <p:nvPr/>
        </p:nvCxnSpPr>
        <p:spPr>
          <a:xfrm flipV="1">
            <a:off x="2734235" y="3511150"/>
            <a:ext cx="1803041" cy="1953512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270">
            <a:extLst>
              <a:ext uri="{FF2B5EF4-FFF2-40B4-BE49-F238E27FC236}">
                <a16:creationId xmlns:a16="http://schemas.microsoft.com/office/drawing/2014/main" id="{8E8D3FDD-61C8-0E30-873A-FE508B633E71}"/>
              </a:ext>
            </a:extLst>
          </p:cNvPr>
          <p:cNvCxnSpPr>
            <a:cxnSpLocks/>
          </p:cNvCxnSpPr>
          <p:nvPr/>
        </p:nvCxnSpPr>
        <p:spPr>
          <a:xfrm>
            <a:off x="2743200" y="5975650"/>
            <a:ext cx="1817225" cy="53334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280D3944-0BB8-BB6D-3F0F-8F8B7EA7D1D1}"/>
              </a:ext>
            </a:extLst>
          </p:cNvPr>
          <p:cNvGrpSpPr/>
          <p:nvPr/>
        </p:nvGrpSpPr>
        <p:grpSpPr>
          <a:xfrm>
            <a:off x="101430" y="1639545"/>
            <a:ext cx="3895522" cy="4724630"/>
            <a:chOff x="101430" y="1670248"/>
            <a:chExt cx="3895522" cy="4724630"/>
          </a:xfrm>
        </p:grpSpPr>
        <p:sp>
          <p:nvSpPr>
            <p:cNvPr id="97" name="Rectangle 2">
              <a:extLst>
                <a:ext uri="{FF2B5EF4-FFF2-40B4-BE49-F238E27FC236}">
                  <a16:creationId xmlns:a16="http://schemas.microsoft.com/office/drawing/2014/main" id="{B2E32EE9-3C48-41FC-7CC3-FFE68E4B0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5" y="2659490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a</a:t>
              </a:r>
              <a:r>
                <a:rPr kumimoji="1" lang="en-US" altLang="zh-TW" sz="1600" b="1" dirty="0"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98" name="Rectangle 3">
              <a:extLst>
                <a:ext uri="{FF2B5EF4-FFF2-40B4-BE49-F238E27FC236}">
                  <a16:creationId xmlns:a16="http://schemas.microsoft.com/office/drawing/2014/main" id="{27758535-6A1B-9FE0-B48C-3B4070972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5" y="3040490"/>
              <a:ext cx="42159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b</a:t>
              </a:r>
              <a:r>
                <a:rPr kumimoji="1" lang="en-US" altLang="zh-TW" sz="1600" b="1" dirty="0"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C57B62E3-DF30-5070-2A35-D091A7924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100" y="2749978"/>
              <a:ext cx="1041400" cy="508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73B8DE07-A6D0-4CF1-A353-CBC140C63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442" y="2842566"/>
              <a:ext cx="30296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+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103" name="Line 6">
              <a:extLst>
                <a:ext uri="{FF2B5EF4-FFF2-40B4-BE49-F238E27FC236}">
                  <a16:creationId xmlns:a16="http://schemas.microsoft.com/office/drawing/2014/main" id="{0FEFC1AB-06A3-D8D4-33EF-AC40A7AF8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3013930"/>
              <a:ext cx="457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4" name="Line 7">
              <a:extLst>
                <a:ext uri="{FF2B5EF4-FFF2-40B4-BE49-F238E27FC236}">
                  <a16:creationId xmlns:a16="http://schemas.microsoft.com/office/drawing/2014/main" id="{E66C93A3-818A-D8E5-3688-47DD65338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2889678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6" name="Line 8">
              <a:extLst>
                <a:ext uri="{FF2B5EF4-FFF2-40B4-BE49-F238E27FC236}">
                  <a16:creationId xmlns:a16="http://schemas.microsoft.com/office/drawing/2014/main" id="{6F89949C-3734-508B-E296-DC52CDFB6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3118278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7" name="Line 10">
              <a:extLst>
                <a:ext uri="{FF2B5EF4-FFF2-40B4-BE49-F238E27FC236}">
                  <a16:creationId xmlns:a16="http://schemas.microsoft.com/office/drawing/2014/main" id="{A955D51B-BEB4-1FBE-2E35-C4622DAD2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2356278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8" name="Rectangle 11">
              <a:extLst>
                <a:ext uri="{FF2B5EF4-FFF2-40B4-BE49-F238E27FC236}">
                  <a16:creationId xmlns:a16="http://schemas.microsoft.com/office/drawing/2014/main" id="{F406C4EC-9302-5CE0-E2B5-D2702930D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269" y="2697268"/>
              <a:ext cx="912110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b="1" dirty="0">
                  <a:latin typeface="+mn-lt"/>
                  <a:ea typeface="PMingLiU" pitchFamily="18" charset="-120"/>
                </a:rPr>
                <a:t>CarryIn</a:t>
              </a:r>
              <a:r>
                <a:rPr kumimoji="1" lang="en-US" altLang="zh-TW" sz="1400" b="1" dirty="0">
                  <a:latin typeface="+mn-lt"/>
                  <a:ea typeface="PMingLiU" pitchFamily="18" charset="-120"/>
                </a:rPr>
                <a:t>0</a:t>
              </a:r>
            </a:p>
          </p:txBody>
        </p:sp>
        <p:sp>
          <p:nvSpPr>
            <p:cNvPr id="109" name="Rectangle 12">
              <a:extLst>
                <a:ext uri="{FF2B5EF4-FFF2-40B4-BE49-F238E27FC236}">
                  <a16:creationId xmlns:a16="http://schemas.microsoft.com/office/drawing/2014/main" id="{117BD175-FFFF-4CA4-EB65-5D0D5C38B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5" y="3573890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>
                  <a:latin typeface="+mn-lt"/>
                  <a:ea typeface="PMingLiU" pitchFamily="18" charset="-120"/>
                </a:rPr>
                <a:t>a</a:t>
              </a:r>
              <a:r>
                <a:rPr kumimoji="1" lang="en-US" altLang="zh-TW" sz="1600" b="1"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110" name="Rectangle 13">
              <a:extLst>
                <a:ext uri="{FF2B5EF4-FFF2-40B4-BE49-F238E27FC236}">
                  <a16:creationId xmlns:a16="http://schemas.microsoft.com/office/drawing/2014/main" id="{26D8A7A4-DC7B-2CA4-81C4-70CB8DBB6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5" y="3954890"/>
              <a:ext cx="42159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>
                  <a:latin typeface="+mn-lt"/>
                  <a:ea typeface="PMingLiU" pitchFamily="18" charset="-120"/>
                </a:rPr>
                <a:t>b</a:t>
              </a:r>
              <a:r>
                <a:rPr kumimoji="1" lang="en-US" altLang="zh-TW" sz="1600" b="1">
                  <a:latin typeface="+mn-lt"/>
                  <a:ea typeface="PMingLiU" pitchFamily="18" charset="-120"/>
                </a:rPr>
                <a:t>1</a:t>
              </a:r>
            </a:p>
          </p:txBody>
        </p:sp>
        <p:sp>
          <p:nvSpPr>
            <p:cNvPr id="111" name="Rectangle 14">
              <a:extLst>
                <a:ext uri="{FF2B5EF4-FFF2-40B4-BE49-F238E27FC236}">
                  <a16:creationId xmlns:a16="http://schemas.microsoft.com/office/drawing/2014/main" id="{02D784CE-D685-3900-C1D8-7DE343521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100" y="3664378"/>
              <a:ext cx="1041400" cy="508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2" name="Line 16">
              <a:extLst>
                <a:ext uri="{FF2B5EF4-FFF2-40B4-BE49-F238E27FC236}">
                  <a16:creationId xmlns:a16="http://schemas.microsoft.com/office/drawing/2014/main" id="{7BAEAFB4-B1DC-E56F-B64A-E40B2811B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3918378"/>
              <a:ext cx="457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3" name="Line 17">
              <a:extLst>
                <a:ext uri="{FF2B5EF4-FFF2-40B4-BE49-F238E27FC236}">
                  <a16:creationId xmlns:a16="http://schemas.microsoft.com/office/drawing/2014/main" id="{972A4A71-939A-D5D5-7677-AE282613B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3804078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4" name="Line 18">
              <a:extLst>
                <a:ext uri="{FF2B5EF4-FFF2-40B4-BE49-F238E27FC236}">
                  <a16:creationId xmlns:a16="http://schemas.microsoft.com/office/drawing/2014/main" id="{0702A7D2-DF2E-87B7-D9F2-6DFF6CFFC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4032678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6" name="Line 20">
              <a:extLst>
                <a:ext uri="{FF2B5EF4-FFF2-40B4-BE49-F238E27FC236}">
                  <a16:creationId xmlns:a16="http://schemas.microsoft.com/office/drawing/2014/main" id="{8B861BF5-BA80-B3E9-6814-43A34FCAB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3270678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7" name="Rectangle 22">
              <a:extLst>
                <a:ext uri="{FF2B5EF4-FFF2-40B4-BE49-F238E27FC236}">
                  <a16:creationId xmlns:a16="http://schemas.microsoft.com/office/drawing/2014/main" id="{D291D1AF-0415-037E-BB7B-D76E3E07A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5" y="4488290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>
                  <a:latin typeface="+mn-lt"/>
                  <a:ea typeface="PMingLiU" pitchFamily="18" charset="-120"/>
                </a:rPr>
                <a:t>a</a:t>
              </a:r>
              <a:r>
                <a:rPr kumimoji="1" lang="en-US" altLang="zh-TW" sz="1600" b="1">
                  <a:latin typeface="+mn-lt"/>
                  <a:ea typeface="PMingLiU" pitchFamily="18" charset="-120"/>
                </a:rPr>
                <a:t>2</a:t>
              </a:r>
            </a:p>
          </p:txBody>
        </p:sp>
        <p:sp>
          <p:nvSpPr>
            <p:cNvPr id="198" name="Rectangle 23">
              <a:extLst>
                <a:ext uri="{FF2B5EF4-FFF2-40B4-BE49-F238E27FC236}">
                  <a16:creationId xmlns:a16="http://schemas.microsoft.com/office/drawing/2014/main" id="{F289F279-578B-929D-7F1E-D10E51F04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5" y="4869290"/>
              <a:ext cx="42159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>
                  <a:latin typeface="+mn-lt"/>
                  <a:ea typeface="PMingLiU" pitchFamily="18" charset="-120"/>
                </a:rPr>
                <a:t>b</a:t>
              </a:r>
              <a:r>
                <a:rPr kumimoji="1" lang="en-US" altLang="zh-TW" sz="1600" b="1">
                  <a:latin typeface="+mn-lt"/>
                  <a:ea typeface="PMingLiU" pitchFamily="18" charset="-120"/>
                </a:rPr>
                <a:t>2</a:t>
              </a:r>
            </a:p>
          </p:txBody>
        </p:sp>
        <p:sp>
          <p:nvSpPr>
            <p:cNvPr id="199" name="Rectangle 24">
              <a:extLst>
                <a:ext uri="{FF2B5EF4-FFF2-40B4-BE49-F238E27FC236}">
                  <a16:creationId xmlns:a16="http://schemas.microsoft.com/office/drawing/2014/main" id="{29DCF61A-F8A8-60AA-D29A-602809B75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100" y="4578778"/>
              <a:ext cx="1041400" cy="508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0" name="Line 26">
              <a:extLst>
                <a:ext uri="{FF2B5EF4-FFF2-40B4-BE49-F238E27FC236}">
                  <a16:creationId xmlns:a16="http://schemas.microsoft.com/office/drawing/2014/main" id="{EC0A10E6-EEAF-421E-AECF-A58127DDA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4832778"/>
              <a:ext cx="457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1" name="Line 27">
              <a:extLst>
                <a:ext uri="{FF2B5EF4-FFF2-40B4-BE49-F238E27FC236}">
                  <a16:creationId xmlns:a16="http://schemas.microsoft.com/office/drawing/2014/main" id="{CC014CBD-88BB-C1F0-4EC8-D6D4FFD56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4718478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2" name="Line 28">
              <a:extLst>
                <a:ext uri="{FF2B5EF4-FFF2-40B4-BE49-F238E27FC236}">
                  <a16:creationId xmlns:a16="http://schemas.microsoft.com/office/drawing/2014/main" id="{55E0285E-EF73-7E2C-1DB1-6A967A316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4947078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3" name="Line 30">
              <a:extLst>
                <a:ext uri="{FF2B5EF4-FFF2-40B4-BE49-F238E27FC236}">
                  <a16:creationId xmlns:a16="http://schemas.microsoft.com/office/drawing/2014/main" id="{2630412C-9D3E-A7C4-6CC9-19D635DDC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4185078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4" name="Rectangle 32">
              <a:extLst>
                <a:ext uri="{FF2B5EF4-FFF2-40B4-BE49-F238E27FC236}">
                  <a16:creationId xmlns:a16="http://schemas.microsoft.com/office/drawing/2014/main" id="{F072E9E2-E794-1052-8489-27F689F3E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157" y="5398663"/>
              <a:ext cx="52418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a</a:t>
              </a:r>
              <a:r>
                <a:rPr kumimoji="1" lang="en-US" altLang="zh-TW" sz="1600" b="1" dirty="0">
                  <a:latin typeface="+mn-lt"/>
                  <a:ea typeface="PMingLiU" pitchFamily="18" charset="-120"/>
                </a:rPr>
                <a:t>31</a:t>
              </a:r>
            </a:p>
          </p:txBody>
        </p:sp>
        <p:sp>
          <p:nvSpPr>
            <p:cNvPr id="205" name="Rectangle 33">
              <a:extLst>
                <a:ext uri="{FF2B5EF4-FFF2-40B4-BE49-F238E27FC236}">
                  <a16:creationId xmlns:a16="http://schemas.microsoft.com/office/drawing/2014/main" id="{5B06EC34-E9BD-DC42-28C1-49CBB894B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968" y="5769577"/>
              <a:ext cx="5354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b</a:t>
              </a:r>
              <a:r>
                <a:rPr kumimoji="1" lang="en-US" altLang="zh-TW" sz="1600" b="1" dirty="0">
                  <a:latin typeface="+mn-lt"/>
                  <a:ea typeface="PMingLiU" pitchFamily="18" charset="-120"/>
                </a:rPr>
                <a:t>31</a:t>
              </a:r>
            </a:p>
          </p:txBody>
        </p:sp>
        <p:sp>
          <p:nvSpPr>
            <p:cNvPr id="206" name="Rectangle 34">
              <a:extLst>
                <a:ext uri="{FF2B5EF4-FFF2-40B4-BE49-F238E27FC236}">
                  <a16:creationId xmlns:a16="http://schemas.microsoft.com/office/drawing/2014/main" id="{29D603B1-67BD-E387-E642-94065E351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100" y="5493178"/>
              <a:ext cx="1041400" cy="5080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7" name="Line 36">
              <a:extLst>
                <a:ext uri="{FF2B5EF4-FFF2-40B4-BE49-F238E27FC236}">
                  <a16:creationId xmlns:a16="http://schemas.microsoft.com/office/drawing/2014/main" id="{B9F381CD-238D-9FDA-17CC-9E3277163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5747178"/>
              <a:ext cx="457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8" name="Line 37">
              <a:extLst>
                <a:ext uri="{FF2B5EF4-FFF2-40B4-BE49-F238E27FC236}">
                  <a16:creationId xmlns:a16="http://schemas.microsoft.com/office/drawing/2014/main" id="{9A4D781A-BC05-37C7-F489-F7F910AA4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5632878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9" name="Line 38">
              <a:extLst>
                <a:ext uri="{FF2B5EF4-FFF2-40B4-BE49-F238E27FC236}">
                  <a16:creationId xmlns:a16="http://schemas.microsoft.com/office/drawing/2014/main" id="{1FBB2DCE-947D-5F0D-9667-D4A044E8C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5861478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0" name="Line 40">
              <a:extLst>
                <a:ext uri="{FF2B5EF4-FFF2-40B4-BE49-F238E27FC236}">
                  <a16:creationId xmlns:a16="http://schemas.microsoft.com/office/drawing/2014/main" id="{3F182D82-5424-FC2D-C325-12F0BB4E6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5099478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1" name="Line 42">
              <a:extLst>
                <a:ext uri="{FF2B5EF4-FFF2-40B4-BE49-F238E27FC236}">
                  <a16:creationId xmlns:a16="http://schemas.microsoft.com/office/drawing/2014/main" id="{67092826-6048-C429-817E-D798008E74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6013878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2" name="Rectangle 45">
              <a:extLst>
                <a:ext uri="{FF2B5EF4-FFF2-40B4-BE49-F238E27FC236}">
                  <a16:creationId xmlns:a16="http://schemas.microsoft.com/office/drawing/2014/main" id="{927D9020-99EC-369C-9E9E-2D54983E9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4119" y="2985510"/>
              <a:ext cx="105958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b="1" dirty="0">
                  <a:latin typeface="+mn-lt"/>
                  <a:ea typeface="PMingLiU" pitchFamily="18" charset="-120"/>
                </a:rPr>
                <a:t>CarryOut0</a:t>
              </a:r>
              <a:endParaRPr kumimoji="1" lang="en-US" altLang="zh-TW" sz="14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13" name="Line 40">
              <a:extLst>
                <a:ext uri="{FF2B5EF4-FFF2-40B4-BE49-F238E27FC236}">
                  <a16:creationId xmlns:a16="http://schemas.microsoft.com/office/drawing/2014/main" id="{8D2D5D95-BAB9-793C-13C3-F7E2E913C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060" y="5174090"/>
              <a:ext cx="0" cy="305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4" name="Rectangle 5">
              <a:extLst>
                <a:ext uri="{FF2B5EF4-FFF2-40B4-BE49-F238E27FC236}">
                  <a16:creationId xmlns:a16="http://schemas.microsoft.com/office/drawing/2014/main" id="{29AD5122-54C8-7780-B557-C0FB24656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297" y="3763689"/>
              <a:ext cx="30296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+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15" name="Rectangle 11">
              <a:extLst>
                <a:ext uri="{FF2B5EF4-FFF2-40B4-BE49-F238E27FC236}">
                  <a16:creationId xmlns:a16="http://schemas.microsoft.com/office/drawing/2014/main" id="{F51A0A0C-7CE7-A24D-8F75-10030AE31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124" y="3618391"/>
              <a:ext cx="912110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b="1" dirty="0">
                  <a:latin typeface="+mn-lt"/>
                  <a:ea typeface="PMingLiU" pitchFamily="18" charset="-120"/>
                </a:rPr>
                <a:t>CarryIn1</a:t>
              </a:r>
              <a:endParaRPr kumimoji="1" lang="en-US" altLang="zh-TW" sz="14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16" name="Rectangle 45">
              <a:extLst>
                <a:ext uri="{FF2B5EF4-FFF2-40B4-BE49-F238E27FC236}">
                  <a16:creationId xmlns:a16="http://schemas.microsoft.com/office/drawing/2014/main" id="{1CE16F60-B85C-7224-22E2-040DAA904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974" y="3906633"/>
              <a:ext cx="105958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b="1" dirty="0">
                  <a:latin typeface="+mn-lt"/>
                  <a:ea typeface="PMingLiU" pitchFamily="18" charset="-120"/>
                </a:rPr>
                <a:t>CarryOut1</a:t>
              </a:r>
              <a:endParaRPr kumimoji="1" lang="en-US" altLang="zh-TW" sz="14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17" name="Rectangle 5">
              <a:extLst>
                <a:ext uri="{FF2B5EF4-FFF2-40B4-BE49-F238E27FC236}">
                  <a16:creationId xmlns:a16="http://schemas.microsoft.com/office/drawing/2014/main" id="{9551D49D-E4C9-E6A6-E80E-2F6A707C5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0629" y="4679070"/>
              <a:ext cx="30296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+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18" name="Rectangle 11">
              <a:extLst>
                <a:ext uri="{FF2B5EF4-FFF2-40B4-BE49-F238E27FC236}">
                  <a16:creationId xmlns:a16="http://schemas.microsoft.com/office/drawing/2014/main" id="{03CFFF8A-5096-74D8-F02C-675416C07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456" y="4533772"/>
              <a:ext cx="912110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b="1" dirty="0">
                  <a:latin typeface="+mn-lt"/>
                  <a:ea typeface="PMingLiU" pitchFamily="18" charset="-120"/>
                </a:rPr>
                <a:t>CarryIn2</a:t>
              </a:r>
              <a:endParaRPr kumimoji="1" lang="en-US" altLang="zh-TW" sz="14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19" name="Rectangle 45">
              <a:extLst>
                <a:ext uri="{FF2B5EF4-FFF2-40B4-BE49-F238E27FC236}">
                  <a16:creationId xmlns:a16="http://schemas.microsoft.com/office/drawing/2014/main" id="{848AD1A7-D2A8-1108-F743-85F4ECD0A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306" y="4822014"/>
              <a:ext cx="105958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b="1" dirty="0">
                  <a:latin typeface="+mn-lt"/>
                  <a:ea typeface="PMingLiU" pitchFamily="18" charset="-120"/>
                </a:rPr>
                <a:t>CarryOut2</a:t>
              </a:r>
              <a:endParaRPr kumimoji="1" lang="en-US" altLang="zh-TW" sz="14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20" name="Rectangle 5">
              <a:extLst>
                <a:ext uri="{FF2B5EF4-FFF2-40B4-BE49-F238E27FC236}">
                  <a16:creationId xmlns:a16="http://schemas.microsoft.com/office/drawing/2014/main" id="{AB325831-EF6A-85D1-2253-ED0FDE7F5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944" y="5585175"/>
              <a:ext cx="30296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+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21" name="Rectangle 11">
              <a:extLst>
                <a:ext uri="{FF2B5EF4-FFF2-40B4-BE49-F238E27FC236}">
                  <a16:creationId xmlns:a16="http://schemas.microsoft.com/office/drawing/2014/main" id="{ACFDBA6C-549C-36E8-876B-469C45A92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771" y="5439877"/>
              <a:ext cx="1001878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b="1" dirty="0">
                  <a:latin typeface="+mn-lt"/>
                  <a:ea typeface="PMingLiU" pitchFamily="18" charset="-120"/>
                </a:rPr>
                <a:t>CarryIn31</a:t>
              </a:r>
              <a:endParaRPr kumimoji="1" lang="en-US" altLang="zh-TW" sz="14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22" name="Rectangle 45">
              <a:extLst>
                <a:ext uri="{FF2B5EF4-FFF2-40B4-BE49-F238E27FC236}">
                  <a16:creationId xmlns:a16="http://schemas.microsoft.com/office/drawing/2014/main" id="{76243795-451F-2C0F-AB3A-B0F616058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234" y="5726542"/>
              <a:ext cx="1158973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b="1" dirty="0">
                  <a:latin typeface="+mn-lt"/>
                  <a:ea typeface="PMingLiU" pitchFamily="18" charset="-120"/>
                </a:rPr>
                <a:t>CarryOut31</a:t>
              </a:r>
              <a:endParaRPr kumimoji="1" lang="en-US" altLang="zh-TW" sz="1400" b="1" dirty="0">
                <a:latin typeface="+mn-lt"/>
                <a:ea typeface="PMingLiU" pitchFamily="18" charset="-120"/>
              </a:endParaRPr>
            </a:p>
          </p:txBody>
        </p:sp>
        <p:grpSp>
          <p:nvGrpSpPr>
            <p:cNvPr id="223" name="组合 222">
              <a:extLst>
                <a:ext uri="{FF2B5EF4-FFF2-40B4-BE49-F238E27FC236}">
                  <a16:creationId xmlns:a16="http://schemas.microsoft.com/office/drawing/2014/main" id="{DCCC24CD-A17C-22B7-BA64-3A993A865BB5}"/>
                </a:ext>
              </a:extLst>
            </p:cNvPr>
            <p:cNvGrpSpPr/>
            <p:nvPr/>
          </p:nvGrpSpPr>
          <p:grpSpPr>
            <a:xfrm>
              <a:off x="731137" y="1997301"/>
              <a:ext cx="1216186" cy="3486551"/>
              <a:chOff x="995219" y="1949450"/>
              <a:chExt cx="1216186" cy="3486551"/>
            </a:xfrm>
          </p:grpSpPr>
          <p:sp>
            <p:nvSpPr>
              <p:cNvPr id="252" name="Line 51">
                <a:extLst>
                  <a:ext uri="{FF2B5EF4-FFF2-40B4-BE49-F238E27FC236}">
                    <a16:creationId xmlns:a16="http://schemas.microsoft.com/office/drawing/2014/main" id="{1D04AF43-58BE-D3FF-C99A-C0F906BB6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6966" y="1949450"/>
                <a:ext cx="2877" cy="3312857"/>
              </a:xfrm>
              <a:prstGeom prst="line">
                <a:avLst/>
              </a:prstGeom>
              <a:noFill/>
              <a:ln w="12700">
                <a:solidFill>
                  <a:srgbClr val="33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9pPr>
              </a:lstStyle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3" name="Line 55">
                <a:extLst>
                  <a:ext uri="{FF2B5EF4-FFF2-40B4-BE49-F238E27FC236}">
                    <a16:creationId xmlns:a16="http://schemas.microsoft.com/office/drawing/2014/main" id="{DFF4CE72-4BF7-0506-3812-38F862D02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1255" y="2463799"/>
                <a:ext cx="1200150" cy="0"/>
              </a:xfrm>
              <a:prstGeom prst="line">
                <a:avLst/>
              </a:prstGeom>
              <a:noFill/>
              <a:ln w="12700">
                <a:solidFill>
                  <a:srgbClr val="33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9pPr>
              </a:lstStyle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4" name="Line 56">
                <a:extLst>
                  <a:ext uri="{FF2B5EF4-FFF2-40B4-BE49-F238E27FC236}">
                    <a16:creationId xmlns:a16="http://schemas.microsoft.com/office/drawing/2014/main" id="{11BA6F77-F991-13F7-73DD-00900C0BE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6643" y="2463800"/>
                <a:ext cx="0" cy="228600"/>
              </a:xfrm>
              <a:prstGeom prst="line">
                <a:avLst/>
              </a:prstGeom>
              <a:noFill/>
              <a:ln w="12700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9pPr>
              </a:lstStyle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5" name="Line 59">
                <a:extLst>
                  <a:ext uri="{FF2B5EF4-FFF2-40B4-BE49-F238E27FC236}">
                    <a16:creationId xmlns:a16="http://schemas.microsoft.com/office/drawing/2014/main" id="{64FF3ACE-2B9C-D56B-1E7D-41E82DCD1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2573" y="3442914"/>
                <a:ext cx="1748" cy="170098"/>
              </a:xfrm>
              <a:prstGeom prst="line">
                <a:avLst/>
              </a:prstGeom>
              <a:noFill/>
              <a:ln w="12700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9pPr>
              </a:lstStyle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6" name="Line 60">
                <a:extLst>
                  <a:ext uri="{FF2B5EF4-FFF2-40B4-BE49-F238E27FC236}">
                    <a16:creationId xmlns:a16="http://schemas.microsoft.com/office/drawing/2014/main" id="{8F82D306-F935-51B7-92F5-F86ED4DEF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6967" y="3439318"/>
                <a:ext cx="1187354" cy="3595"/>
              </a:xfrm>
              <a:prstGeom prst="line">
                <a:avLst/>
              </a:prstGeom>
              <a:noFill/>
              <a:ln w="12700">
                <a:solidFill>
                  <a:srgbClr val="33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9pPr>
              </a:lstStyle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7" name="Line 59">
                <a:extLst>
                  <a:ext uri="{FF2B5EF4-FFF2-40B4-BE49-F238E27FC236}">
                    <a16:creationId xmlns:a16="http://schemas.microsoft.com/office/drawing/2014/main" id="{93C061E7-DDF7-D14C-FFFB-E2970F024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6775" y="4352071"/>
                <a:ext cx="1748" cy="170098"/>
              </a:xfrm>
              <a:prstGeom prst="line">
                <a:avLst/>
              </a:prstGeom>
              <a:noFill/>
              <a:ln w="12700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9pPr>
              </a:lstStyle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8" name="Line 60">
                <a:extLst>
                  <a:ext uri="{FF2B5EF4-FFF2-40B4-BE49-F238E27FC236}">
                    <a16:creationId xmlns:a16="http://schemas.microsoft.com/office/drawing/2014/main" id="{94E6D186-44D2-0C17-0CCE-7609EDD0F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1169" y="4348475"/>
                <a:ext cx="1187354" cy="3595"/>
              </a:xfrm>
              <a:prstGeom prst="line">
                <a:avLst/>
              </a:prstGeom>
              <a:noFill/>
              <a:ln w="12700">
                <a:solidFill>
                  <a:srgbClr val="33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9pPr>
              </a:lstStyle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9" name="Line 59">
                <a:extLst>
                  <a:ext uri="{FF2B5EF4-FFF2-40B4-BE49-F238E27FC236}">
                    <a16:creationId xmlns:a16="http://schemas.microsoft.com/office/drawing/2014/main" id="{6B6AF9A3-74D3-C9A7-9391-C0ED40DB8C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0825" y="5265903"/>
                <a:ext cx="1748" cy="170098"/>
              </a:xfrm>
              <a:prstGeom prst="line">
                <a:avLst/>
              </a:prstGeom>
              <a:noFill/>
              <a:ln w="12700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9pPr>
              </a:lstStyle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60" name="Line 60">
                <a:extLst>
                  <a:ext uri="{FF2B5EF4-FFF2-40B4-BE49-F238E27FC236}">
                    <a16:creationId xmlns:a16="http://schemas.microsoft.com/office/drawing/2014/main" id="{58DBF44F-6DF6-1035-8737-E2FD68D83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5219" y="5262307"/>
                <a:ext cx="1187354" cy="3595"/>
              </a:xfrm>
              <a:prstGeom prst="line">
                <a:avLst/>
              </a:prstGeom>
              <a:noFill/>
              <a:ln w="12700">
                <a:solidFill>
                  <a:srgbClr val="33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7184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宋体" charset="-122"/>
                    <a:cs typeface="+mn-cs"/>
                  </a:defRPr>
                </a:lvl9pPr>
              </a:lstStyle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4" name="Line 51">
              <a:extLst>
                <a:ext uri="{FF2B5EF4-FFF2-40B4-BE49-F238E27FC236}">
                  <a16:creationId xmlns:a16="http://schemas.microsoft.com/office/drawing/2014/main" id="{7EE8F751-8449-2121-8099-A8527E4A6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8889" y="1995249"/>
              <a:ext cx="2877" cy="3312857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5" name="Line 55">
              <a:extLst>
                <a:ext uri="{FF2B5EF4-FFF2-40B4-BE49-F238E27FC236}">
                  <a16:creationId xmlns:a16="http://schemas.microsoft.com/office/drawing/2014/main" id="{129FD850-EBA1-430B-B691-4CED0D758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587" y="2511650"/>
              <a:ext cx="604301" cy="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6" name="Line 56">
              <a:extLst>
                <a:ext uri="{FF2B5EF4-FFF2-40B4-BE49-F238E27FC236}">
                  <a16:creationId xmlns:a16="http://schemas.microsoft.com/office/drawing/2014/main" id="{63DE636E-3644-3BD1-B35C-66BF81716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8810" y="2511651"/>
              <a:ext cx="0" cy="22860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7" name="Line 55">
              <a:extLst>
                <a:ext uri="{FF2B5EF4-FFF2-40B4-BE49-F238E27FC236}">
                  <a16:creationId xmlns:a16="http://schemas.microsoft.com/office/drawing/2014/main" id="{367D76C2-B581-4C4E-D329-8F739D709D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586" y="3491362"/>
              <a:ext cx="604301" cy="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8" name="Line 59">
              <a:extLst>
                <a:ext uri="{FF2B5EF4-FFF2-40B4-BE49-F238E27FC236}">
                  <a16:creationId xmlns:a16="http://schemas.microsoft.com/office/drawing/2014/main" id="{2C7422D1-7DA6-D968-C50B-84DEACF71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344" y="3488841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9" name="Line 55">
              <a:extLst>
                <a:ext uri="{FF2B5EF4-FFF2-40B4-BE49-F238E27FC236}">
                  <a16:creationId xmlns:a16="http://schemas.microsoft.com/office/drawing/2014/main" id="{C7AF6D68-4770-3FC6-EC26-F22F00824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432" y="4404911"/>
              <a:ext cx="604301" cy="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0" name="Line 59">
              <a:extLst>
                <a:ext uri="{FF2B5EF4-FFF2-40B4-BE49-F238E27FC236}">
                  <a16:creationId xmlns:a16="http://schemas.microsoft.com/office/drawing/2014/main" id="{479FFBE4-3212-606A-E191-FBCB8831B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190" y="4402390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1" name="Line 55">
              <a:extLst>
                <a:ext uri="{FF2B5EF4-FFF2-40B4-BE49-F238E27FC236}">
                  <a16:creationId xmlns:a16="http://schemas.microsoft.com/office/drawing/2014/main" id="{479332B4-7EC5-7FD9-3FF6-671EE083B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2833" y="5311703"/>
              <a:ext cx="604301" cy="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2" name="Line 59">
              <a:extLst>
                <a:ext uri="{FF2B5EF4-FFF2-40B4-BE49-F238E27FC236}">
                  <a16:creationId xmlns:a16="http://schemas.microsoft.com/office/drawing/2014/main" id="{13E62969-AEBB-654C-7D1F-A05E5E02E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2591" y="5309182"/>
              <a:ext cx="1748" cy="17009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3" name="Rectangle 64">
              <a:extLst>
                <a:ext uri="{FF2B5EF4-FFF2-40B4-BE49-F238E27FC236}">
                  <a16:creationId xmlns:a16="http://schemas.microsoft.com/office/drawing/2014/main" id="{AF3B7988-35D5-E4F6-1030-E660DA64C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87" y="1670248"/>
              <a:ext cx="8896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 err="1">
                  <a:latin typeface="+mn-lt"/>
                  <a:ea typeface="PMingLiU" pitchFamily="18" charset="-120"/>
                </a:rPr>
                <a:t>Binvert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34" name="Rectangle 76">
              <a:extLst>
                <a:ext uri="{FF2B5EF4-FFF2-40B4-BE49-F238E27FC236}">
                  <a16:creationId xmlns:a16="http://schemas.microsoft.com/office/drawing/2014/main" id="{CBB0FC22-455A-3229-AFF7-43A25E599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1518" y="1670248"/>
              <a:ext cx="115256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Operation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35" name="Rectangle 85">
              <a:extLst>
                <a:ext uri="{FF2B5EF4-FFF2-40B4-BE49-F238E27FC236}">
                  <a16:creationId xmlns:a16="http://schemas.microsoft.com/office/drawing/2014/main" id="{B2839BE0-D651-7B42-338B-77E86EEBF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058" y="2835177"/>
              <a:ext cx="58990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Less</a:t>
              </a:r>
              <a:endParaRPr kumimoji="1" lang="en-US" altLang="zh-TW" sz="1400" b="1" dirty="0">
                <a:solidFill>
                  <a:srgbClr val="3333FF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236" name="Line 81">
              <a:extLst>
                <a:ext uri="{FF2B5EF4-FFF2-40B4-BE49-F238E27FC236}">
                  <a16:creationId xmlns:a16="http://schemas.microsoft.com/office/drawing/2014/main" id="{DC60E16F-08B4-F3FF-0CC3-DCC013072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8274" y="3002478"/>
              <a:ext cx="788635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7" name="Rectangle 85">
              <a:extLst>
                <a:ext uri="{FF2B5EF4-FFF2-40B4-BE49-F238E27FC236}">
                  <a16:creationId xmlns:a16="http://schemas.microsoft.com/office/drawing/2014/main" id="{4B117615-93E5-DC6C-2EE5-AA1FF5B71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273" y="3747504"/>
              <a:ext cx="58990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eaLnBrk="0" hangingPunct="0"/>
              <a:r>
                <a:rPr kumimoji="1" lang="en-US" altLang="zh-CN" sz="14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Less</a:t>
              </a:r>
              <a:endParaRPr kumimoji="1" lang="en-US" altLang="zh-TW" sz="1400" b="1" dirty="0">
                <a:solidFill>
                  <a:srgbClr val="3333FF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238" name="Line 81">
              <a:extLst>
                <a:ext uri="{FF2B5EF4-FFF2-40B4-BE49-F238E27FC236}">
                  <a16:creationId xmlns:a16="http://schemas.microsoft.com/office/drawing/2014/main" id="{9D2A1E44-5C20-623C-154C-E484E1FF2E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6498" y="3914806"/>
              <a:ext cx="770412" cy="356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9" name="Rectangle 82">
              <a:extLst>
                <a:ext uri="{FF2B5EF4-FFF2-40B4-BE49-F238E27FC236}">
                  <a16:creationId xmlns:a16="http://schemas.microsoft.com/office/drawing/2014/main" id="{A8CD3986-797C-012E-FDCE-76CE4ECE8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696" y="3754208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0</a:t>
              </a:r>
              <a:endParaRPr kumimoji="1" lang="en-US" altLang="zh-TW" sz="1600" b="1" dirty="0">
                <a:solidFill>
                  <a:srgbClr val="3333FF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240" name="Rectangle 85">
              <a:extLst>
                <a:ext uri="{FF2B5EF4-FFF2-40B4-BE49-F238E27FC236}">
                  <a16:creationId xmlns:a16="http://schemas.microsoft.com/office/drawing/2014/main" id="{60349154-CB74-A84C-DA39-63D8B90A5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273" y="4654880"/>
              <a:ext cx="58990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eaLnBrk="0" hangingPunct="0"/>
              <a:r>
                <a:rPr kumimoji="1" lang="en-US" altLang="zh-CN" sz="14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Less</a:t>
              </a:r>
              <a:endParaRPr kumimoji="1" lang="en-US" altLang="zh-TW" sz="1400" b="1" dirty="0">
                <a:solidFill>
                  <a:srgbClr val="3333FF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241" name="Line 81">
              <a:extLst>
                <a:ext uri="{FF2B5EF4-FFF2-40B4-BE49-F238E27FC236}">
                  <a16:creationId xmlns:a16="http://schemas.microsoft.com/office/drawing/2014/main" id="{81414854-B271-2193-BCBA-62A2884167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6498" y="4822182"/>
              <a:ext cx="770412" cy="356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42" name="Rectangle 82">
              <a:extLst>
                <a:ext uri="{FF2B5EF4-FFF2-40B4-BE49-F238E27FC236}">
                  <a16:creationId xmlns:a16="http://schemas.microsoft.com/office/drawing/2014/main" id="{BA5BD92A-4800-5036-886E-2CFBCD5FA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696" y="4661584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0</a:t>
              </a:r>
              <a:endParaRPr kumimoji="1" lang="en-US" altLang="zh-TW" sz="1600" b="1" dirty="0">
                <a:solidFill>
                  <a:srgbClr val="3333FF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243" name="Rectangle 85">
              <a:extLst>
                <a:ext uri="{FF2B5EF4-FFF2-40B4-BE49-F238E27FC236}">
                  <a16:creationId xmlns:a16="http://schemas.microsoft.com/office/drawing/2014/main" id="{73D9AD11-4A6C-C4E8-E3EC-75BB12B67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889" y="5577202"/>
              <a:ext cx="58990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eaLnBrk="0" hangingPunct="0"/>
              <a:r>
                <a:rPr kumimoji="1" lang="en-US" altLang="zh-CN" sz="14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Less</a:t>
              </a:r>
              <a:endParaRPr kumimoji="1" lang="en-US" altLang="zh-TW" sz="1400" b="1" dirty="0">
                <a:solidFill>
                  <a:srgbClr val="3333FF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244" name="Line 81">
              <a:extLst>
                <a:ext uri="{FF2B5EF4-FFF2-40B4-BE49-F238E27FC236}">
                  <a16:creationId xmlns:a16="http://schemas.microsoft.com/office/drawing/2014/main" id="{44BC7D50-6F55-FD83-36A4-B24A041595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0114" y="5744504"/>
              <a:ext cx="770412" cy="356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45" name="Rectangle 82">
              <a:extLst>
                <a:ext uri="{FF2B5EF4-FFF2-40B4-BE49-F238E27FC236}">
                  <a16:creationId xmlns:a16="http://schemas.microsoft.com/office/drawing/2014/main" id="{AF8F9928-5396-C6FF-6DB5-0EECF3A76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312" y="5583906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solidFill>
                    <a:srgbClr val="3333FF"/>
                  </a:solidFill>
                  <a:latin typeface="+mn-lt"/>
                  <a:ea typeface="PMingLiU" pitchFamily="18" charset="-120"/>
                </a:rPr>
                <a:t>0</a:t>
              </a:r>
              <a:endParaRPr kumimoji="1" lang="en-US" altLang="zh-TW" sz="1600" b="1" dirty="0">
                <a:solidFill>
                  <a:srgbClr val="3333FF"/>
                </a:solidFill>
                <a:latin typeface="+mn-lt"/>
                <a:ea typeface="PMingLiU" pitchFamily="18" charset="-120"/>
              </a:endParaRPr>
            </a:p>
          </p:txBody>
        </p:sp>
        <p:sp>
          <p:nvSpPr>
            <p:cNvPr id="246" name="文本框 171">
              <a:extLst>
                <a:ext uri="{FF2B5EF4-FFF2-40B4-BE49-F238E27FC236}">
                  <a16:creationId xmlns:a16="http://schemas.microsoft.com/office/drawing/2014/main" id="{09202469-A1E0-CDCD-02D3-10586468319D}"/>
                </a:ext>
              </a:extLst>
            </p:cNvPr>
            <p:cNvSpPr txBox="1"/>
            <p:nvPr/>
          </p:nvSpPr>
          <p:spPr>
            <a:xfrm>
              <a:off x="101430" y="2851937"/>
              <a:ext cx="8242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r>
                <a:rPr kumimoji="1" lang="en-US" altLang="zh-CN" sz="1200" b="1" dirty="0">
                  <a:solidFill>
                    <a:srgbClr val="3333FF"/>
                  </a:solidFill>
                </a:rPr>
                <a:t>Result31</a:t>
              </a:r>
              <a:endParaRPr kumimoji="1" lang="zh-CN" altLang="en-US" sz="1200" b="1" dirty="0">
                <a:solidFill>
                  <a:srgbClr val="3333FF"/>
                </a:solidFill>
              </a:endParaRPr>
            </a:p>
          </p:txBody>
        </p:sp>
        <p:sp>
          <p:nvSpPr>
            <p:cNvPr id="248" name="Rectangle 9">
              <a:extLst>
                <a:ext uri="{FF2B5EF4-FFF2-40B4-BE49-F238E27FC236}">
                  <a16:creationId xmlns:a16="http://schemas.microsoft.com/office/drawing/2014/main" id="{F17AB1E3-6A55-12AC-CAB9-F2926C514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595" y="2811890"/>
              <a:ext cx="7165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ALU0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49" name="Rectangle 19">
              <a:extLst>
                <a:ext uri="{FF2B5EF4-FFF2-40B4-BE49-F238E27FC236}">
                  <a16:creationId xmlns:a16="http://schemas.microsoft.com/office/drawing/2014/main" id="{DF474836-4024-D636-2C4D-FC167A292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595" y="3726290"/>
              <a:ext cx="7165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ALU1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50" name="Rectangle 29">
              <a:extLst>
                <a:ext uri="{FF2B5EF4-FFF2-40B4-BE49-F238E27FC236}">
                  <a16:creationId xmlns:a16="http://schemas.microsoft.com/office/drawing/2014/main" id="{0937D4B1-C84D-089C-FA59-C38BD51EF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595" y="4640690"/>
              <a:ext cx="71654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ALU2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  <p:sp>
          <p:nvSpPr>
            <p:cNvPr id="251" name="Rectangle 39">
              <a:extLst>
                <a:ext uri="{FF2B5EF4-FFF2-40B4-BE49-F238E27FC236}">
                  <a16:creationId xmlns:a16="http://schemas.microsoft.com/office/drawing/2014/main" id="{8E8CFC85-3FC2-54B1-0952-FEC54C62C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595" y="5555090"/>
              <a:ext cx="8303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600" b="1" dirty="0">
                  <a:latin typeface="+mn-lt"/>
                  <a:ea typeface="PMingLiU" pitchFamily="18" charset="-120"/>
                </a:rPr>
                <a:t>ALU31</a:t>
              </a:r>
              <a:endParaRPr kumimoji="1" lang="en-US" altLang="zh-TW" sz="1600" b="1" dirty="0">
                <a:latin typeface="+mn-lt"/>
                <a:ea typeface="PMingLiU" pitchFamily="18" charset="-120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2C0C63B-8581-B0BC-D86D-3C8B5A8391DA}"/>
              </a:ext>
            </a:extLst>
          </p:cNvPr>
          <p:cNvSpPr txBox="1"/>
          <p:nvPr/>
        </p:nvSpPr>
        <p:spPr>
          <a:xfrm>
            <a:off x="4476878" y="1952246"/>
            <a:ext cx="3964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/>
              <a:t>After merging the </a:t>
            </a:r>
            <a:r>
              <a:rPr kumimoji="1" lang="en-US" altLang="zh-CN" sz="2400" b="1" dirty="0" err="1"/>
              <a:t>MUXes</a:t>
            </a:r>
            <a:r>
              <a:rPr kumimoji="1" lang="en-US" altLang="zh-CN" sz="2400" b="1" dirty="0"/>
              <a:t>:</a:t>
            </a:r>
            <a:endParaRPr kumimoji="1" lang="zh-CN" altLang="en-US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130EC68-64F9-8FEF-0859-95AD053507C8}"/>
                  </a:ext>
                </a:extLst>
              </p14:cNvPr>
              <p14:cNvContentPartPr/>
              <p14:nvPr/>
            </p14:nvContentPartPr>
            <p14:xfrm>
              <a:off x="6325560" y="2303640"/>
              <a:ext cx="36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130EC68-64F9-8FEF-0859-95AD053507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16200" y="2294280"/>
                <a:ext cx="19080" cy="1908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1C725AC8-0B31-CE06-B8CB-FB901DDBE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9248" y="5213158"/>
            <a:ext cx="1237595" cy="1329043"/>
          </a:xfrm>
          <a:prstGeom prst="rect">
            <a:avLst/>
          </a:prstGeom>
        </p:spPr>
      </p:pic>
      <p:sp>
        <p:nvSpPr>
          <p:cNvPr id="9" name="Rectangle 39">
            <a:extLst>
              <a:ext uri="{FF2B5EF4-FFF2-40B4-BE49-F238E27FC236}">
                <a16:creationId xmlns:a16="http://schemas.microsoft.com/office/drawing/2014/main" id="{10578352-56BA-FB56-A7C8-B4CD88106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480" y="4583940"/>
            <a:ext cx="567463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ALU31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69691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049D-8B91-4FB8-A396-5A5E5D2A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ALU:</a:t>
            </a:r>
            <a:r>
              <a:rPr lang="zh-CN" altLang="en-US" dirty="0"/>
              <a:t>考虑溢出的</a:t>
            </a:r>
            <a:r>
              <a:rPr lang="en-US" altLang="zh-CN" dirty="0" err="1"/>
              <a:t>Slt</a:t>
            </a:r>
            <a:r>
              <a:rPr lang="zh-CN" altLang="en-US" dirty="0"/>
              <a:t>计算电路</a:t>
            </a:r>
            <a:endParaRPr lang="zh-CN" alt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4F960-93B2-4EC9-A6FF-D82ACAAD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50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7C8FE6-FB13-45FF-8E60-134D4D6ADA92}"/>
              </a:ext>
            </a:extLst>
          </p:cNvPr>
          <p:cNvSpPr/>
          <p:nvPr/>
        </p:nvSpPr>
        <p:spPr>
          <a:xfrm>
            <a:off x="1434663" y="1691194"/>
            <a:ext cx="59666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70C0"/>
                </a:solidFill>
              </a:rPr>
              <a:t>The impact of Overflow on </a:t>
            </a:r>
            <a:r>
              <a:rPr lang="en-US" altLang="zh-CN" sz="3200" b="1" dirty="0" err="1">
                <a:solidFill>
                  <a:srgbClr val="0070C0"/>
                </a:solidFill>
              </a:rPr>
              <a:t>Slt</a:t>
            </a:r>
            <a:endParaRPr lang="zh-CN" altLang="en-US" sz="3200" b="1" dirty="0">
              <a:solidFill>
                <a:srgbClr val="0070C0"/>
              </a:solidFill>
            </a:endParaRPr>
          </a:p>
        </p:txBody>
      </p:sp>
      <p:grpSp>
        <p:nvGrpSpPr>
          <p:cNvPr id="6" name="Group 53">
            <a:extLst>
              <a:ext uri="{FF2B5EF4-FFF2-40B4-BE49-F238E27FC236}">
                <a16:creationId xmlns:a16="http://schemas.microsoft.com/office/drawing/2014/main" id="{7FB4441D-FD47-4994-A4C9-93D5BBCA3A25}"/>
              </a:ext>
            </a:extLst>
          </p:cNvPr>
          <p:cNvGrpSpPr>
            <a:grpSpLocks/>
          </p:cNvGrpSpPr>
          <p:nvPr/>
        </p:nvGrpSpPr>
        <p:grpSpPr bwMode="auto">
          <a:xfrm>
            <a:off x="4177642" y="5342289"/>
            <a:ext cx="1295400" cy="609600"/>
            <a:chOff x="3072" y="3264"/>
            <a:chExt cx="816" cy="384"/>
          </a:xfrm>
        </p:grpSpPr>
        <p:sp>
          <p:nvSpPr>
            <p:cNvPr id="7" name="Arc 54">
              <a:extLst>
                <a:ext uri="{FF2B5EF4-FFF2-40B4-BE49-F238E27FC236}">
                  <a16:creationId xmlns:a16="http://schemas.microsoft.com/office/drawing/2014/main" id="{15D78FCC-6FE3-4D8F-AED9-47FF6EB1E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" y="3264"/>
              <a:ext cx="407" cy="192"/>
            </a:xfrm>
            <a:custGeom>
              <a:avLst/>
              <a:gdLst>
                <a:gd name="T0" fmla="*/ 0 w 21653"/>
                <a:gd name="T1" fmla="*/ 0 h 21600"/>
                <a:gd name="T2" fmla="*/ 407 w 21653"/>
                <a:gd name="T3" fmla="*/ 192 h 21600"/>
                <a:gd name="T4" fmla="*/ 1 w 21653"/>
                <a:gd name="T5" fmla="*/ 19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53" h="21600" fill="none" extrusionOk="0">
                  <a:moveTo>
                    <a:pt x="0" y="0"/>
                  </a:moveTo>
                  <a:cubicBezTo>
                    <a:pt x="17" y="0"/>
                    <a:pt x="35" y="-1"/>
                    <a:pt x="53" y="0"/>
                  </a:cubicBezTo>
                  <a:cubicBezTo>
                    <a:pt x="11982" y="0"/>
                    <a:pt x="21653" y="9670"/>
                    <a:pt x="21653" y="21600"/>
                  </a:cubicBezTo>
                </a:path>
                <a:path w="21653" h="21600" stroke="0" extrusionOk="0">
                  <a:moveTo>
                    <a:pt x="0" y="0"/>
                  </a:moveTo>
                  <a:cubicBezTo>
                    <a:pt x="17" y="0"/>
                    <a:pt x="35" y="-1"/>
                    <a:pt x="53" y="0"/>
                  </a:cubicBezTo>
                  <a:cubicBezTo>
                    <a:pt x="11982" y="0"/>
                    <a:pt x="21653" y="9670"/>
                    <a:pt x="21653" y="21600"/>
                  </a:cubicBezTo>
                  <a:lnTo>
                    <a:pt x="53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>
                <a:ea typeface="SimHei" panose="02010609060101010101" pitchFamily="49" charset="-122"/>
              </a:endParaRPr>
            </a:p>
          </p:txBody>
        </p:sp>
        <p:sp>
          <p:nvSpPr>
            <p:cNvPr id="8" name="Arc 55">
              <a:extLst>
                <a:ext uri="{FF2B5EF4-FFF2-40B4-BE49-F238E27FC236}">
                  <a16:creationId xmlns:a16="http://schemas.microsoft.com/office/drawing/2014/main" id="{30EF1D43-965D-4528-A140-DBF3E240BB8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294" y="3456"/>
              <a:ext cx="407" cy="192"/>
            </a:xfrm>
            <a:custGeom>
              <a:avLst/>
              <a:gdLst>
                <a:gd name="T0" fmla="*/ 0 w 21600"/>
                <a:gd name="T1" fmla="*/ 192 h 21600"/>
                <a:gd name="T2" fmla="*/ 406 w 21600"/>
                <a:gd name="T3" fmla="*/ 0 h 21600"/>
                <a:gd name="T4" fmla="*/ 407 w 21600"/>
                <a:gd name="T5" fmla="*/ 19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91"/>
                    <a:pt x="9638" y="29"/>
                    <a:pt x="2154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1"/>
                    <a:pt x="9638" y="29"/>
                    <a:pt x="21547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>
                <a:ea typeface="SimHei" panose="02010609060101010101" pitchFamily="49" charset="-122"/>
              </a:endParaRPr>
            </a:p>
          </p:txBody>
        </p:sp>
        <p:sp>
          <p:nvSpPr>
            <p:cNvPr id="9" name="Arc 56">
              <a:extLst>
                <a:ext uri="{FF2B5EF4-FFF2-40B4-BE49-F238E27FC236}">
                  <a16:creationId xmlns:a16="http://schemas.microsoft.com/office/drawing/2014/main" id="{5859D640-E21C-45F2-987E-60E4FC48E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3264"/>
              <a:ext cx="122" cy="192"/>
            </a:xfrm>
            <a:custGeom>
              <a:avLst/>
              <a:gdLst>
                <a:gd name="T0" fmla="*/ 0 w 21600"/>
                <a:gd name="T1" fmla="*/ 0 h 21600"/>
                <a:gd name="T2" fmla="*/ 122 w 21600"/>
                <a:gd name="T3" fmla="*/ 192 h 21600"/>
                <a:gd name="T4" fmla="*/ 0 w 21600"/>
                <a:gd name="T5" fmla="*/ 19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>
                <a:ea typeface="SimHei" panose="02010609060101010101" pitchFamily="49" charset="-122"/>
              </a:endParaRPr>
            </a:p>
          </p:txBody>
        </p:sp>
        <p:sp>
          <p:nvSpPr>
            <p:cNvPr id="10" name="Arc 57">
              <a:extLst>
                <a:ext uri="{FF2B5EF4-FFF2-40B4-BE49-F238E27FC236}">
                  <a16:creationId xmlns:a16="http://schemas.microsoft.com/office/drawing/2014/main" id="{5A5CE516-0A6B-43D1-AD94-004ACB6AE96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265" y="3456"/>
              <a:ext cx="122" cy="192"/>
            </a:xfrm>
            <a:custGeom>
              <a:avLst/>
              <a:gdLst>
                <a:gd name="T0" fmla="*/ 0 w 21600"/>
                <a:gd name="T1" fmla="*/ 192 h 21599"/>
                <a:gd name="T2" fmla="*/ 121 w 21600"/>
                <a:gd name="T3" fmla="*/ 0 h 21599"/>
                <a:gd name="T4" fmla="*/ 122 w 21600"/>
                <a:gd name="T5" fmla="*/ 192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9"/>
                  </a:moveTo>
                  <a:cubicBezTo>
                    <a:pt x="0" y="9738"/>
                    <a:pt x="9563" y="96"/>
                    <a:pt x="21422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38"/>
                    <a:pt x="9563" y="96"/>
                    <a:pt x="21422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>
                <a:ea typeface="SimHei" panose="02010609060101010101" pitchFamily="49" charset="-122"/>
              </a:endParaRPr>
            </a:p>
          </p:txBody>
        </p:sp>
        <p:sp>
          <p:nvSpPr>
            <p:cNvPr id="11" name="Arc 58">
              <a:extLst>
                <a:ext uri="{FF2B5EF4-FFF2-40B4-BE49-F238E27FC236}">
                  <a16:creationId xmlns:a16="http://schemas.microsoft.com/office/drawing/2014/main" id="{5036ED13-EBF5-40FE-A914-59A21C568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3264"/>
              <a:ext cx="122" cy="192"/>
            </a:xfrm>
            <a:custGeom>
              <a:avLst/>
              <a:gdLst>
                <a:gd name="T0" fmla="*/ 0 w 21600"/>
                <a:gd name="T1" fmla="*/ 0 h 21600"/>
                <a:gd name="T2" fmla="*/ 122 w 21600"/>
                <a:gd name="T3" fmla="*/ 192 h 21600"/>
                <a:gd name="T4" fmla="*/ 0 w 21600"/>
                <a:gd name="T5" fmla="*/ 19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>
                <a:ea typeface="SimHei" panose="02010609060101010101" pitchFamily="49" charset="-122"/>
              </a:endParaRPr>
            </a:p>
          </p:txBody>
        </p:sp>
        <p:sp>
          <p:nvSpPr>
            <p:cNvPr id="12" name="Arc 59">
              <a:extLst>
                <a:ext uri="{FF2B5EF4-FFF2-40B4-BE49-F238E27FC236}">
                  <a16:creationId xmlns:a16="http://schemas.microsoft.com/office/drawing/2014/main" id="{EC7147A9-BB12-41D2-B692-C4F1FF91013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169" y="3456"/>
              <a:ext cx="122" cy="192"/>
            </a:xfrm>
            <a:custGeom>
              <a:avLst/>
              <a:gdLst>
                <a:gd name="T0" fmla="*/ 0 w 21600"/>
                <a:gd name="T1" fmla="*/ 192 h 21599"/>
                <a:gd name="T2" fmla="*/ 121 w 21600"/>
                <a:gd name="T3" fmla="*/ 0 h 21599"/>
                <a:gd name="T4" fmla="*/ 122 w 21600"/>
                <a:gd name="T5" fmla="*/ 192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9"/>
                  </a:moveTo>
                  <a:cubicBezTo>
                    <a:pt x="0" y="9738"/>
                    <a:pt x="9563" y="96"/>
                    <a:pt x="21422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38"/>
                    <a:pt x="9563" y="96"/>
                    <a:pt x="21422" y="-1"/>
                  </a:cubicBez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>
                <a:ea typeface="SimHei" panose="02010609060101010101" pitchFamily="49" charset="-122"/>
              </a:endParaRPr>
            </a:p>
          </p:txBody>
        </p:sp>
        <p:sp>
          <p:nvSpPr>
            <p:cNvPr id="13" name="Line 60">
              <a:extLst>
                <a:ext uri="{FF2B5EF4-FFF2-40B4-BE49-F238E27FC236}">
                  <a16:creationId xmlns:a16="http://schemas.microsoft.com/office/drawing/2014/main" id="{B3C9FF84-8847-4BFF-A84D-96C3223B8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456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>
                <a:ea typeface="SimHei" panose="02010609060101010101" pitchFamily="49" charset="-122"/>
              </a:endParaRPr>
            </a:p>
          </p:txBody>
        </p:sp>
        <p:sp>
          <p:nvSpPr>
            <p:cNvPr id="14" name="Line 61">
              <a:extLst>
                <a:ext uri="{FF2B5EF4-FFF2-40B4-BE49-F238E27FC236}">
                  <a16:creationId xmlns:a16="http://schemas.microsoft.com/office/drawing/2014/main" id="{3DFD3A82-2098-483C-A955-5E8D32CA2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360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>
                <a:ea typeface="SimHei" panose="02010609060101010101" pitchFamily="49" charset="-122"/>
              </a:endParaRPr>
            </a:p>
          </p:txBody>
        </p:sp>
        <p:sp>
          <p:nvSpPr>
            <p:cNvPr id="15" name="Line 62">
              <a:extLst>
                <a:ext uri="{FF2B5EF4-FFF2-40B4-BE49-F238E27FC236}">
                  <a16:creationId xmlns:a16="http://schemas.microsoft.com/office/drawing/2014/main" id="{B05BC15A-5662-4926-8C19-AAA19B709E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552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>
                <a:ea typeface="SimHei" panose="02010609060101010101" pitchFamily="49" charset="-122"/>
              </a:endParaRPr>
            </a:p>
          </p:txBody>
        </p:sp>
      </p:grpSp>
      <p:sp>
        <p:nvSpPr>
          <p:cNvPr id="16" name="Line 64">
            <a:extLst>
              <a:ext uri="{FF2B5EF4-FFF2-40B4-BE49-F238E27FC236}">
                <a16:creationId xmlns:a16="http://schemas.microsoft.com/office/drawing/2014/main" id="{B0EC5D5C-45B3-4C13-99F1-BEFFC6F07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2842" y="5799489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 dirty="0">
              <a:ea typeface="SimHei" panose="02010609060101010101" pitchFamily="49" charset="-122"/>
            </a:endParaRPr>
          </a:p>
        </p:txBody>
      </p:sp>
      <p:sp>
        <p:nvSpPr>
          <p:cNvPr id="17" name="Line 65">
            <a:extLst>
              <a:ext uri="{FF2B5EF4-FFF2-40B4-BE49-F238E27FC236}">
                <a16:creationId xmlns:a16="http://schemas.microsoft.com/office/drawing/2014/main" id="{A441BD70-0516-4BA8-A762-DA5D69081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2842" y="5494689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 dirty="0">
              <a:ea typeface="SimHei" panose="02010609060101010101" pitchFamily="49" charset="-122"/>
            </a:endParaRPr>
          </a:p>
        </p:txBody>
      </p:sp>
      <p:sp>
        <p:nvSpPr>
          <p:cNvPr id="18" name="Rectangle 68">
            <a:extLst>
              <a:ext uri="{FF2B5EF4-FFF2-40B4-BE49-F238E27FC236}">
                <a16:creationId xmlns:a16="http://schemas.microsoft.com/office/drawing/2014/main" id="{D890364B-543C-4B34-A4B8-BEEDA5AF6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1946" y="5432722"/>
            <a:ext cx="130965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2000" dirty="0" err="1">
                <a:latin typeface="Arial" pitchFamily="34" charset="0"/>
                <a:ea typeface="PMingLiU" pitchFamily="18" charset="-120"/>
              </a:rPr>
              <a:t>LessThan</a:t>
            </a:r>
            <a:endParaRPr kumimoji="1" lang="en-US" altLang="zh-TW" sz="2000" dirty="0">
              <a:latin typeface="Arial" pitchFamily="34" charset="0"/>
              <a:ea typeface="PMingLiU" pitchFamily="18" charset="-120"/>
            </a:endParaRPr>
          </a:p>
        </p:txBody>
      </p:sp>
      <p:sp>
        <p:nvSpPr>
          <p:cNvPr id="19" name="Rectangle 68">
            <a:extLst>
              <a:ext uri="{FF2B5EF4-FFF2-40B4-BE49-F238E27FC236}">
                <a16:creationId xmlns:a16="http://schemas.microsoft.com/office/drawing/2014/main" id="{4629EF8A-43AE-42F1-AD9A-0CD5E7BA1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190" y="5310512"/>
            <a:ext cx="119423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2000" dirty="0">
                <a:latin typeface="Arial" pitchFamily="34" charset="0"/>
                <a:ea typeface="PMingLiU" pitchFamily="18" charset="-120"/>
              </a:rPr>
              <a:t>Overflow</a:t>
            </a:r>
          </a:p>
        </p:txBody>
      </p:sp>
      <p:sp>
        <p:nvSpPr>
          <p:cNvPr id="20" name="Rectangle 68">
            <a:extLst>
              <a:ext uri="{FF2B5EF4-FFF2-40B4-BE49-F238E27FC236}">
                <a16:creationId xmlns:a16="http://schemas.microsoft.com/office/drawing/2014/main" id="{3A8BDC4A-C2AA-4EFC-AD04-E318C5DFE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190" y="5611405"/>
            <a:ext cx="119584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2000" dirty="0">
                <a:latin typeface="Arial" pitchFamily="34" charset="0"/>
                <a:ea typeface="PMingLiU" pitchFamily="18" charset="-120"/>
              </a:rPr>
              <a:t>Result31</a:t>
            </a:r>
          </a:p>
        </p:txBody>
      </p:sp>
      <p:sp>
        <p:nvSpPr>
          <p:cNvPr id="21" name="Rectangle 68">
            <a:extLst>
              <a:ext uri="{FF2B5EF4-FFF2-40B4-BE49-F238E27FC236}">
                <a16:creationId xmlns:a16="http://schemas.microsoft.com/office/drawing/2014/main" id="{2EB0DBC5-7801-4A07-97CB-AE0F961F6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190" y="4767766"/>
            <a:ext cx="402033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kumimoji="1" lang="en-US" altLang="zh-TW" sz="2000" dirty="0" err="1">
                <a:latin typeface="Arial" pitchFamily="34" charset="0"/>
                <a:ea typeface="PMingLiU" pitchFamily="18" charset="-120"/>
              </a:rPr>
              <a:t>LessThan</a:t>
            </a:r>
            <a:r>
              <a:rPr kumimoji="1" lang="en-US" altLang="zh-TW" sz="2000" dirty="0">
                <a:latin typeface="Arial" pitchFamily="34" charset="0"/>
                <a:ea typeface="PMingLiU" pitchFamily="18" charset="-120"/>
              </a:rPr>
              <a:t> = Overflow ⊕ Result31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115CC281-C203-4653-BDCC-6609E32FB310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573392"/>
          <a:ext cx="6096000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65674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208112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37017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Overflow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Result31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LessThan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83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44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58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399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5118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0C986A2-BB42-9248-7F29-7EE00C30F8BE}"/>
                  </a:ext>
                </a:extLst>
              </p14:cNvPr>
              <p14:cNvContentPartPr/>
              <p14:nvPr/>
            </p14:nvContentPartPr>
            <p14:xfrm>
              <a:off x="7749360" y="1712160"/>
              <a:ext cx="36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0C986A2-BB42-9248-7F29-7EE00C30F8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0000" y="17028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66417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049D-8B91-4FB8-A396-5A5E5D2A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ALU:</a:t>
            </a:r>
            <a:r>
              <a:rPr lang="zh-CN" altLang="en-US" dirty="0"/>
              <a:t>考虑溢出的</a:t>
            </a:r>
            <a:r>
              <a:rPr lang="en-US" altLang="zh-CN" dirty="0" err="1"/>
              <a:t>Slt</a:t>
            </a:r>
            <a:r>
              <a:rPr lang="zh-CN" altLang="en-US" dirty="0"/>
              <a:t>计算电路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4F960-93B2-4EC9-A6FF-D82ACAAD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51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37CB40-9205-CE1D-5529-BBC081D81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115" y="3047013"/>
            <a:ext cx="4638964" cy="314128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588444E0-BAE5-3851-4511-874F0786E6D3}"/>
              </a:ext>
            </a:extLst>
          </p:cNvPr>
          <p:cNvGrpSpPr/>
          <p:nvPr/>
        </p:nvGrpSpPr>
        <p:grpSpPr>
          <a:xfrm>
            <a:off x="67733" y="1417638"/>
            <a:ext cx="3674765" cy="4993150"/>
            <a:chOff x="0" y="1465547"/>
            <a:chExt cx="3674765" cy="4993150"/>
          </a:xfrm>
        </p:grpSpPr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64B6E5CE-EAF2-EEF2-93F3-6DC0316AD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98304"/>
              <a:ext cx="186013" cy="36997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zh-CN" dirty="0">
                <a:ea typeface="SimHei" panose="02010609060101010101" pitchFamily="49" charset="-122"/>
              </a:endParaRPr>
            </a:p>
          </p:txBody>
        </p:sp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02E20E0E-815C-BE3E-20C9-900591B0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12" y="2429137"/>
              <a:ext cx="38151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a</a:t>
              </a:r>
              <a:r>
                <a:rPr kumimoji="1" lang="en-US" altLang="zh-TW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F3A640BD-C9C7-E45E-D058-8171BCC22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12" y="2791616"/>
              <a:ext cx="391134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b</a:t>
              </a:r>
              <a:r>
                <a:rPr kumimoji="1" lang="en-US" altLang="zh-TW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2E6CC92B-44DA-17B4-7C33-D85F3B4D6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252" y="2515226"/>
              <a:ext cx="990776" cy="48330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8" name="Line 6">
              <a:extLst>
                <a:ext uri="{FF2B5EF4-FFF2-40B4-BE49-F238E27FC236}">
                  <a16:creationId xmlns:a16="http://schemas.microsoft.com/office/drawing/2014/main" id="{46C1EB92-5682-D977-246B-DD31B911F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111" y="2720630"/>
              <a:ext cx="4349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9" name="Line 7">
              <a:extLst>
                <a:ext uri="{FF2B5EF4-FFF2-40B4-BE49-F238E27FC236}">
                  <a16:creationId xmlns:a16="http://schemas.microsoft.com/office/drawing/2014/main" id="{A15CF86D-CF03-D76A-2D49-6FF871502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8698" y="2648135"/>
              <a:ext cx="507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0" name="Line 8">
              <a:extLst>
                <a:ext uri="{FF2B5EF4-FFF2-40B4-BE49-F238E27FC236}">
                  <a16:creationId xmlns:a16="http://schemas.microsoft.com/office/drawing/2014/main" id="{C03D907B-1E46-5F4C-D79C-1E4C35583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8698" y="2865622"/>
              <a:ext cx="507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AF128145-A492-4A22-E1CC-7D2FB0F64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983" y="2574129"/>
              <a:ext cx="631584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ALU0</a:t>
              </a:r>
              <a:endParaRPr kumimoji="1" lang="en-US" altLang="zh-TW" sz="14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BF200C2F-F843-448A-1D8F-3A4DF854D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3640" y="2140664"/>
              <a:ext cx="0" cy="36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F292315E-F27C-3A9B-61FD-DD9F821C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077" y="1895926"/>
              <a:ext cx="868829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CarryIn0</a:t>
              </a:r>
              <a:endParaRPr kumimoji="1" lang="en-US" altLang="zh-TW" sz="14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24" name="Rectangle 12">
              <a:extLst>
                <a:ext uri="{FF2B5EF4-FFF2-40B4-BE49-F238E27FC236}">
                  <a16:creationId xmlns:a16="http://schemas.microsoft.com/office/drawing/2014/main" id="{59DF7A4E-3BCA-A098-75F9-C795850A6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12" y="3299087"/>
              <a:ext cx="38151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a</a:t>
              </a:r>
              <a:r>
                <a:rPr kumimoji="1" lang="en-US" altLang="zh-TW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5" name="Rectangle 13">
              <a:extLst>
                <a:ext uri="{FF2B5EF4-FFF2-40B4-BE49-F238E27FC236}">
                  <a16:creationId xmlns:a16="http://schemas.microsoft.com/office/drawing/2014/main" id="{79146860-1621-D028-C7BB-BF7697B30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12" y="3661566"/>
              <a:ext cx="391134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b</a:t>
              </a:r>
              <a:r>
                <a:rPr kumimoji="1" lang="en-US" altLang="zh-TW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" name="Rectangle 14">
              <a:extLst>
                <a:ext uri="{FF2B5EF4-FFF2-40B4-BE49-F238E27FC236}">
                  <a16:creationId xmlns:a16="http://schemas.microsoft.com/office/drawing/2014/main" id="{B4B8793F-DA67-5264-7724-A1563E6A4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252" y="3385176"/>
              <a:ext cx="990776" cy="48330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D686DDB2-BAEB-3E28-4592-AD5EAC018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111" y="3590580"/>
              <a:ext cx="4349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0574AAFE-F9FB-D06A-8417-43E218211E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8698" y="3518085"/>
              <a:ext cx="507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45A1B46F-2461-CA02-97E3-4112859D2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8698" y="3735572"/>
              <a:ext cx="507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0" name="Rectangle 19">
              <a:extLst>
                <a:ext uri="{FF2B5EF4-FFF2-40B4-BE49-F238E27FC236}">
                  <a16:creationId xmlns:a16="http://schemas.microsoft.com/office/drawing/2014/main" id="{1A5FCE8A-7251-3A3F-C035-6E90E8D95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983" y="3444079"/>
              <a:ext cx="631584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ALU1</a:t>
              </a:r>
              <a:endParaRPr kumimoji="1" lang="en-US" altLang="zh-TW" sz="14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01C85A93-A6C8-5DEE-8F73-ED1780404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3640" y="3010614"/>
              <a:ext cx="0" cy="36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2" name="Rectangle 22">
              <a:extLst>
                <a:ext uri="{FF2B5EF4-FFF2-40B4-BE49-F238E27FC236}">
                  <a16:creationId xmlns:a16="http://schemas.microsoft.com/office/drawing/2014/main" id="{D26DD826-EEC9-9786-9DB2-9D9F73710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12" y="4169038"/>
              <a:ext cx="381516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a</a:t>
              </a:r>
              <a:r>
                <a:rPr kumimoji="1" lang="en-US" altLang="zh-TW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43D4C9B3-E67B-7120-5338-FB5312973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12" y="4531516"/>
              <a:ext cx="391134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b</a:t>
              </a:r>
              <a:r>
                <a:rPr kumimoji="1" lang="en-US" altLang="zh-TW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4" name="Rectangle 24">
              <a:extLst>
                <a:ext uri="{FF2B5EF4-FFF2-40B4-BE49-F238E27FC236}">
                  <a16:creationId xmlns:a16="http://schemas.microsoft.com/office/drawing/2014/main" id="{ADC8F641-7937-DEFB-780D-D09924A8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252" y="4255125"/>
              <a:ext cx="990776" cy="48330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204F9575-70D9-1839-B6BF-946B9FF4E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111" y="4460530"/>
              <a:ext cx="4349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B17B1D27-ACF9-8D23-BAE4-163747BD4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8698" y="4388034"/>
              <a:ext cx="507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7" name="Line 28">
              <a:extLst>
                <a:ext uri="{FF2B5EF4-FFF2-40B4-BE49-F238E27FC236}">
                  <a16:creationId xmlns:a16="http://schemas.microsoft.com/office/drawing/2014/main" id="{D818AB15-5F31-B5A8-1F8A-631888692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8698" y="4605522"/>
              <a:ext cx="507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FAE7C26D-5B37-25CB-0485-8DDF1D9C8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983" y="4314030"/>
              <a:ext cx="631584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ALU2</a:t>
              </a:r>
              <a:endParaRPr kumimoji="1" lang="en-US" altLang="zh-TW" sz="14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39" name="Line 30">
              <a:extLst>
                <a:ext uri="{FF2B5EF4-FFF2-40B4-BE49-F238E27FC236}">
                  <a16:creationId xmlns:a16="http://schemas.microsoft.com/office/drawing/2014/main" id="{B37212C0-BDEB-89A6-5863-35C70A843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3640" y="3880564"/>
              <a:ext cx="0" cy="36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0" name="Rectangle 32">
              <a:extLst>
                <a:ext uri="{FF2B5EF4-FFF2-40B4-BE49-F238E27FC236}">
                  <a16:creationId xmlns:a16="http://schemas.microsoft.com/office/drawing/2014/main" id="{86E88D6B-E1FF-E275-A1F6-6DC6ABA57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448" y="5488155"/>
              <a:ext cx="480902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a</a:t>
              </a:r>
              <a:r>
                <a:rPr kumimoji="1" lang="en-US" altLang="zh-TW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3</a:t>
              </a:r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1</a:t>
              </a:r>
              <a:endParaRPr kumimoji="1" lang="en-US" altLang="zh-TW" sz="14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A7FB6086-E659-847B-A82B-0C422146C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415" y="5912469"/>
              <a:ext cx="490520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b</a:t>
              </a:r>
              <a:r>
                <a:rPr kumimoji="1" lang="en-US" altLang="zh-TW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3</a:t>
              </a:r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1</a:t>
              </a:r>
              <a:endParaRPr kumimoji="1" lang="en-US" altLang="zh-TW" sz="14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42" name="Rectangle 34">
              <a:extLst>
                <a:ext uri="{FF2B5EF4-FFF2-40B4-BE49-F238E27FC236}">
                  <a16:creationId xmlns:a16="http://schemas.microsoft.com/office/drawing/2014/main" id="{263CE0E7-7D97-F153-29F3-A2E60F792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066" y="5600830"/>
              <a:ext cx="990776" cy="48330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3" name="Line 36">
              <a:extLst>
                <a:ext uri="{FF2B5EF4-FFF2-40B4-BE49-F238E27FC236}">
                  <a16:creationId xmlns:a16="http://schemas.microsoft.com/office/drawing/2014/main" id="{2F5353C1-FE85-0E0F-E7F5-9FCF583C7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3925" y="5806234"/>
              <a:ext cx="4349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4" name="Line 37">
              <a:extLst>
                <a:ext uri="{FF2B5EF4-FFF2-40B4-BE49-F238E27FC236}">
                  <a16:creationId xmlns:a16="http://schemas.microsoft.com/office/drawing/2014/main" id="{DBEA069E-34F6-9BFC-31CC-9AA4FF0C2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512" y="5733739"/>
              <a:ext cx="507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5" name="Line 38">
              <a:extLst>
                <a:ext uri="{FF2B5EF4-FFF2-40B4-BE49-F238E27FC236}">
                  <a16:creationId xmlns:a16="http://schemas.microsoft.com/office/drawing/2014/main" id="{757FFCE0-3C0B-F4F6-82AE-563726208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512" y="5951226"/>
              <a:ext cx="507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6" name="Rectangle 39">
              <a:extLst>
                <a:ext uri="{FF2B5EF4-FFF2-40B4-BE49-F238E27FC236}">
                  <a16:creationId xmlns:a16="http://schemas.microsoft.com/office/drawing/2014/main" id="{E8DAA2EF-9C77-74E0-DCED-33CF20E8E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3795" y="5659732"/>
              <a:ext cx="730970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ALU31</a:t>
              </a:r>
              <a:endParaRPr kumimoji="1" lang="en-US" altLang="zh-TW" sz="14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47" name="Line 40">
              <a:extLst>
                <a:ext uri="{FF2B5EF4-FFF2-40B4-BE49-F238E27FC236}">
                  <a16:creationId xmlns:a16="http://schemas.microsoft.com/office/drawing/2014/main" id="{EE940517-FDCE-6472-F84F-680CE5BDC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454" y="4738430"/>
              <a:ext cx="0" cy="850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8" name="Rectangle 41">
              <a:extLst>
                <a:ext uri="{FF2B5EF4-FFF2-40B4-BE49-F238E27FC236}">
                  <a16:creationId xmlns:a16="http://schemas.microsoft.com/office/drawing/2014/main" id="{ABD3CB95-7FD3-21CC-3043-E46FE372C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8009" y="5856888"/>
              <a:ext cx="910507" cy="259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eaLnBrk="0" hangingPunct="0"/>
              <a:r>
                <a:rPr kumimoji="1" lang="en-US" altLang="zh-CN" sz="11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CarryOut31</a:t>
              </a:r>
              <a:endParaRPr kumimoji="1" lang="en-US" altLang="zh-TW" sz="11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49" name="Line 42">
              <a:extLst>
                <a:ext uri="{FF2B5EF4-FFF2-40B4-BE49-F238E27FC236}">
                  <a16:creationId xmlns:a16="http://schemas.microsoft.com/office/drawing/2014/main" id="{3F849153-54B8-483C-D28C-E2B9A9D81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454" y="6096218"/>
              <a:ext cx="0" cy="36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2948156B-570B-4806-34ED-EA21FB350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7942" y="2771845"/>
              <a:ext cx="831959" cy="259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eaLnBrk="0" hangingPunct="0"/>
              <a:r>
                <a:rPr kumimoji="1" lang="en-US" altLang="zh-CN" sz="11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CarryOut0</a:t>
              </a:r>
              <a:endParaRPr kumimoji="1" lang="en-US" altLang="zh-TW" sz="11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51" name="Rectangle 46">
              <a:extLst>
                <a:ext uri="{FF2B5EF4-FFF2-40B4-BE49-F238E27FC236}">
                  <a16:creationId xmlns:a16="http://schemas.microsoft.com/office/drawing/2014/main" id="{6659A213-BAFA-40F6-33A6-1B3E4D803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484" y="3330025"/>
              <a:ext cx="722956" cy="259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1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CarryIn1</a:t>
              </a:r>
              <a:endParaRPr kumimoji="1" lang="en-US" altLang="zh-TW" sz="11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575D1EBF-F03B-593A-A61C-A7AC3462C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613" y="1796309"/>
              <a:ext cx="3892" cy="3277287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988BF178-FF6C-49C7-A175-45863004A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008" y="5356030"/>
              <a:ext cx="1105767" cy="465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4" name="Line 54">
              <a:extLst>
                <a:ext uri="{FF2B5EF4-FFF2-40B4-BE49-F238E27FC236}">
                  <a16:creationId xmlns:a16="http://schemas.microsoft.com/office/drawing/2014/main" id="{E859C7EE-9869-9B6E-EA44-9A759640D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37" y="5357666"/>
              <a:ext cx="0" cy="231081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5" name="Line 55">
              <a:extLst>
                <a:ext uri="{FF2B5EF4-FFF2-40B4-BE49-F238E27FC236}">
                  <a16:creationId xmlns:a16="http://schemas.microsoft.com/office/drawing/2014/main" id="{27030E5D-C6C2-C77D-13DA-25017106E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124" y="2289314"/>
              <a:ext cx="1149359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984B90C1-A3C0-9582-89A1-80E5A878D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0016" y="2285656"/>
              <a:ext cx="0" cy="217487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7" name="Line 58">
              <a:extLst>
                <a:ext uri="{FF2B5EF4-FFF2-40B4-BE49-F238E27FC236}">
                  <a16:creationId xmlns:a16="http://schemas.microsoft.com/office/drawing/2014/main" id="{B09E700E-5E0E-9F3F-8E58-726C63781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665" y="4028576"/>
              <a:ext cx="0" cy="217487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" name="Line 59">
              <a:extLst>
                <a:ext uri="{FF2B5EF4-FFF2-40B4-BE49-F238E27FC236}">
                  <a16:creationId xmlns:a16="http://schemas.microsoft.com/office/drawing/2014/main" id="{A1398103-1B7B-08B9-E416-7F4BD8169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944" y="3134690"/>
              <a:ext cx="0" cy="23311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9" name="Line 60">
              <a:extLst>
                <a:ext uri="{FF2B5EF4-FFF2-40B4-BE49-F238E27FC236}">
                  <a16:creationId xmlns:a16="http://schemas.microsoft.com/office/drawing/2014/main" id="{93D06AE9-4423-EED1-E202-AB3A83F160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507" y="3134690"/>
              <a:ext cx="1055908" cy="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0" name="Line 61">
              <a:extLst>
                <a:ext uri="{FF2B5EF4-FFF2-40B4-BE49-F238E27FC236}">
                  <a16:creationId xmlns:a16="http://schemas.microsoft.com/office/drawing/2014/main" id="{48A90158-0E86-B752-FD3B-01B01D6AE6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377" y="4030961"/>
              <a:ext cx="1101030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1" name="Rectangle 64">
              <a:extLst>
                <a:ext uri="{FF2B5EF4-FFF2-40B4-BE49-F238E27FC236}">
                  <a16:creationId xmlns:a16="http://schemas.microsoft.com/office/drawing/2014/main" id="{04CD7DD7-DD1D-413B-0F24-DFFBA3E88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47" y="1465547"/>
              <a:ext cx="740588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 err="1">
                  <a:latin typeface="+mj-lt"/>
                  <a:ea typeface="PMingLiU" pitchFamily="18" charset="-120"/>
                  <a:cs typeface="Arial" panose="020B0604020202020204" pitchFamily="34" charset="0"/>
                </a:rPr>
                <a:t>Binvert</a:t>
              </a:r>
              <a:endParaRPr kumimoji="1" lang="en-US" altLang="zh-TW" sz="14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62" name="Line 66">
              <a:extLst>
                <a:ext uri="{FF2B5EF4-FFF2-40B4-BE49-F238E27FC236}">
                  <a16:creationId xmlns:a16="http://schemas.microsoft.com/office/drawing/2014/main" id="{5E1F9B30-7BC8-E340-6533-834511ADB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1045" y="1850682"/>
              <a:ext cx="1" cy="31566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3" name="Line 68">
              <a:extLst>
                <a:ext uri="{FF2B5EF4-FFF2-40B4-BE49-F238E27FC236}">
                  <a16:creationId xmlns:a16="http://schemas.microsoft.com/office/drawing/2014/main" id="{FC976793-D157-83D1-036E-2B34BCCEB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2685" y="3158626"/>
              <a:ext cx="0" cy="231081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4" name="Line 69">
              <a:extLst>
                <a:ext uri="{FF2B5EF4-FFF2-40B4-BE49-F238E27FC236}">
                  <a16:creationId xmlns:a16="http://schemas.microsoft.com/office/drawing/2014/main" id="{1623A50C-BEC8-91D4-2FEC-C366491980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2685" y="4028576"/>
              <a:ext cx="0" cy="231081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5" name="Line 70">
              <a:extLst>
                <a:ext uri="{FF2B5EF4-FFF2-40B4-BE49-F238E27FC236}">
                  <a16:creationId xmlns:a16="http://schemas.microsoft.com/office/drawing/2014/main" id="{C1045ADD-329C-D36A-3314-38925CC05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6508" y="5310033"/>
              <a:ext cx="857" cy="290797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6" name="Line 71">
              <a:extLst>
                <a:ext uri="{FF2B5EF4-FFF2-40B4-BE49-F238E27FC236}">
                  <a16:creationId xmlns:a16="http://schemas.microsoft.com/office/drawing/2014/main" id="{EEE6AB12-AE17-8411-CBB2-EEEDAE2B5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5547" y="2242132"/>
              <a:ext cx="0" cy="27309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7" name="Line 72">
              <a:extLst>
                <a:ext uri="{FF2B5EF4-FFF2-40B4-BE49-F238E27FC236}">
                  <a16:creationId xmlns:a16="http://schemas.microsoft.com/office/drawing/2014/main" id="{97A5DD24-CE43-1144-EBD8-8A10961EE9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0155" y="5310031"/>
              <a:ext cx="402401" cy="1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8" name="Line 73">
              <a:extLst>
                <a:ext uri="{FF2B5EF4-FFF2-40B4-BE49-F238E27FC236}">
                  <a16:creationId xmlns:a16="http://schemas.microsoft.com/office/drawing/2014/main" id="{F2E5C8D5-68D1-FD81-1C93-D2E5D0AEB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7582" y="2246386"/>
              <a:ext cx="433463" cy="2383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9" name="Line 74">
              <a:extLst>
                <a:ext uri="{FF2B5EF4-FFF2-40B4-BE49-F238E27FC236}">
                  <a16:creationId xmlns:a16="http://schemas.microsoft.com/office/drawing/2014/main" id="{4AC3C710-BCC5-0F21-705A-3B54DC292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2685" y="3158626"/>
              <a:ext cx="42138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0" name="Line 75">
              <a:extLst>
                <a:ext uri="{FF2B5EF4-FFF2-40B4-BE49-F238E27FC236}">
                  <a16:creationId xmlns:a16="http://schemas.microsoft.com/office/drawing/2014/main" id="{AEE15089-F67F-7F9A-3EE1-6E3FCB1EE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4195" y="4030087"/>
              <a:ext cx="42138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1" name="Rectangle 76">
              <a:extLst>
                <a:ext uri="{FF2B5EF4-FFF2-40B4-BE49-F238E27FC236}">
                  <a16:creationId xmlns:a16="http://schemas.microsoft.com/office/drawing/2014/main" id="{A396D425-2559-67F1-0B1C-E9A89C5B4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789" y="1521429"/>
              <a:ext cx="968215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Operation</a:t>
              </a:r>
              <a:endParaRPr kumimoji="1" lang="en-US" altLang="zh-TW" sz="14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72" name="Line 81">
              <a:extLst>
                <a:ext uri="{FF2B5EF4-FFF2-40B4-BE49-F238E27FC236}">
                  <a16:creationId xmlns:a16="http://schemas.microsoft.com/office/drawing/2014/main" id="{B6F27A80-2BD3-EE7D-BA14-07135231C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058" y="2768652"/>
              <a:ext cx="679111" cy="0"/>
            </a:xfrm>
            <a:prstGeom prst="line">
              <a:avLst/>
            </a:prstGeom>
            <a:noFill/>
            <a:ln w="19050">
              <a:solidFill>
                <a:srgbClr val="FF99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3" name="Rectangle 85">
              <a:extLst>
                <a:ext uri="{FF2B5EF4-FFF2-40B4-BE49-F238E27FC236}">
                  <a16:creationId xmlns:a16="http://schemas.microsoft.com/office/drawing/2014/main" id="{5FB7F19F-794B-146A-9855-4B3C43E40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860" y="2596658"/>
              <a:ext cx="506550" cy="274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200" dirty="0">
                  <a:solidFill>
                    <a:schemeClr val="folHlink"/>
                  </a:solidFill>
                  <a:latin typeface="+mj-lt"/>
                  <a:ea typeface="PMingLiU" pitchFamily="18" charset="-120"/>
                  <a:cs typeface="Arial" panose="020B0604020202020204" pitchFamily="34" charset="0"/>
                </a:rPr>
                <a:t>Less</a:t>
              </a:r>
              <a:endParaRPr kumimoji="1" lang="en-US" altLang="zh-TW" sz="1200" dirty="0">
                <a:solidFill>
                  <a:schemeClr val="folHlink"/>
                </a:solidFill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74" name="Rectangle 86">
              <a:extLst>
                <a:ext uri="{FF2B5EF4-FFF2-40B4-BE49-F238E27FC236}">
                  <a16:creationId xmlns:a16="http://schemas.microsoft.com/office/drawing/2014/main" id="{75844D0B-5228-C6B4-75C9-CC44EA38A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964" y="5702063"/>
              <a:ext cx="506550" cy="274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200" dirty="0">
                  <a:solidFill>
                    <a:schemeClr val="folHlink"/>
                  </a:solidFill>
                  <a:latin typeface="+mj-lt"/>
                  <a:ea typeface="PMingLiU" pitchFamily="18" charset="-120"/>
                  <a:cs typeface="Arial" panose="020B0604020202020204" pitchFamily="34" charset="0"/>
                </a:rPr>
                <a:t>Less</a:t>
              </a:r>
              <a:endParaRPr kumimoji="1" lang="en-US" altLang="zh-TW" sz="1200" dirty="0">
                <a:solidFill>
                  <a:schemeClr val="folHlink"/>
                </a:solidFill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75" name="Rectangle 87">
              <a:extLst>
                <a:ext uri="{FF2B5EF4-FFF2-40B4-BE49-F238E27FC236}">
                  <a16:creationId xmlns:a16="http://schemas.microsoft.com/office/drawing/2014/main" id="{41309BEF-4A28-DC6B-54D0-E1106323F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888" y="4355147"/>
              <a:ext cx="506550" cy="274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200" dirty="0">
                  <a:solidFill>
                    <a:schemeClr val="folHlink"/>
                  </a:solidFill>
                  <a:latin typeface="+mj-lt"/>
                  <a:ea typeface="PMingLiU" pitchFamily="18" charset="-120"/>
                  <a:cs typeface="Arial" panose="020B0604020202020204" pitchFamily="34" charset="0"/>
                </a:rPr>
                <a:t>Less</a:t>
              </a:r>
              <a:endParaRPr kumimoji="1" lang="en-US" altLang="zh-TW" sz="1200" dirty="0">
                <a:solidFill>
                  <a:schemeClr val="folHlink"/>
                </a:solidFill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76" name="Rectangle 88">
              <a:extLst>
                <a:ext uri="{FF2B5EF4-FFF2-40B4-BE49-F238E27FC236}">
                  <a16:creationId xmlns:a16="http://schemas.microsoft.com/office/drawing/2014/main" id="{7F06087A-4944-1F09-2283-35946326D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06" y="3488442"/>
              <a:ext cx="506550" cy="274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200" dirty="0">
                  <a:solidFill>
                    <a:schemeClr val="folHlink"/>
                  </a:solidFill>
                  <a:latin typeface="+mj-lt"/>
                  <a:ea typeface="PMingLiU" pitchFamily="18" charset="-120"/>
                  <a:cs typeface="Arial" panose="020B0604020202020204" pitchFamily="34" charset="0"/>
                </a:rPr>
                <a:t>Less</a:t>
              </a:r>
              <a:endParaRPr kumimoji="1" lang="en-US" altLang="zh-TW" sz="1200" dirty="0">
                <a:solidFill>
                  <a:schemeClr val="folHlink"/>
                </a:solidFill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77" name="Line 89">
              <a:extLst>
                <a:ext uri="{FF2B5EF4-FFF2-40B4-BE49-F238E27FC236}">
                  <a16:creationId xmlns:a16="http://schemas.microsoft.com/office/drawing/2014/main" id="{C9519939-F8B7-4327-FA9E-CB75DF753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171" y="5833420"/>
              <a:ext cx="937915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8" name="Line 91">
              <a:extLst>
                <a:ext uri="{FF2B5EF4-FFF2-40B4-BE49-F238E27FC236}">
                  <a16:creationId xmlns:a16="http://schemas.microsoft.com/office/drawing/2014/main" id="{1E5CEE6F-B797-1CFE-2851-78A9A3070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85" y="3634380"/>
              <a:ext cx="93791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9" name="Line 92">
              <a:extLst>
                <a:ext uri="{FF2B5EF4-FFF2-40B4-BE49-F238E27FC236}">
                  <a16:creationId xmlns:a16="http://schemas.microsoft.com/office/drawing/2014/main" id="{70BF8148-8B25-86DF-9A04-910CD6A89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889" y="4492248"/>
              <a:ext cx="93791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0" name="Rectangle 93">
              <a:extLst>
                <a:ext uri="{FF2B5EF4-FFF2-40B4-BE49-F238E27FC236}">
                  <a16:creationId xmlns:a16="http://schemas.microsoft.com/office/drawing/2014/main" id="{FEFA90F8-8227-B302-DEDC-8DD1B6D53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61" y="3375253"/>
              <a:ext cx="282131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solidFill>
                    <a:schemeClr val="folHlink"/>
                  </a:solidFill>
                  <a:latin typeface="+mj-lt"/>
                  <a:ea typeface="PMingLiU" pitchFamily="18" charset="-120"/>
                  <a:cs typeface="Arial" panose="020B0604020202020204" pitchFamily="34" charset="0"/>
                </a:rPr>
                <a:t>0</a:t>
              </a:r>
              <a:endParaRPr kumimoji="1" lang="en-US" altLang="zh-TW" sz="1400" dirty="0">
                <a:solidFill>
                  <a:schemeClr val="folHlink"/>
                </a:solidFill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81" name="Rectangle 94">
              <a:extLst>
                <a:ext uri="{FF2B5EF4-FFF2-40B4-BE49-F238E27FC236}">
                  <a16:creationId xmlns:a16="http://schemas.microsoft.com/office/drawing/2014/main" id="{059A5FD0-BBA9-3800-A3C6-2C30233FF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36" y="5643120"/>
              <a:ext cx="282130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solidFill>
                    <a:schemeClr val="folHlink"/>
                  </a:solidFill>
                  <a:latin typeface="+mj-lt"/>
                  <a:ea typeface="PMingLiU" pitchFamily="18" charset="-120"/>
                  <a:cs typeface="Arial" panose="020B0604020202020204" pitchFamily="34" charset="0"/>
                </a:rPr>
                <a:t>0</a:t>
              </a:r>
              <a:endParaRPr kumimoji="1" lang="en-US" altLang="zh-TW" sz="1400" dirty="0">
                <a:solidFill>
                  <a:schemeClr val="folHlink"/>
                </a:solidFill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82" name="Rectangle 95">
              <a:extLst>
                <a:ext uri="{FF2B5EF4-FFF2-40B4-BE49-F238E27FC236}">
                  <a16:creationId xmlns:a16="http://schemas.microsoft.com/office/drawing/2014/main" id="{9B2646B4-2E4A-8030-359F-D72461290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469" y="4245052"/>
              <a:ext cx="282131" cy="305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l" eaLnBrk="0" hangingPunct="0"/>
              <a:r>
                <a:rPr kumimoji="1" lang="en-US" altLang="zh-CN" sz="1400" dirty="0">
                  <a:solidFill>
                    <a:schemeClr val="folHlink"/>
                  </a:solidFill>
                  <a:latin typeface="+mj-lt"/>
                  <a:ea typeface="PMingLiU" pitchFamily="18" charset="-120"/>
                  <a:cs typeface="Arial" panose="020B0604020202020204" pitchFamily="34" charset="0"/>
                </a:rPr>
                <a:t>0</a:t>
              </a:r>
              <a:endParaRPr kumimoji="1" lang="en-US" altLang="zh-TW" sz="1400" dirty="0">
                <a:solidFill>
                  <a:schemeClr val="folHlink"/>
                </a:solidFill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83" name="Rectangle 45">
              <a:extLst>
                <a:ext uri="{FF2B5EF4-FFF2-40B4-BE49-F238E27FC236}">
                  <a16:creationId xmlns:a16="http://schemas.microsoft.com/office/drawing/2014/main" id="{770AFFCB-D57E-FE94-8453-2B51CE2B8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598" y="3639606"/>
              <a:ext cx="831959" cy="259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eaLnBrk="0" hangingPunct="0"/>
              <a:r>
                <a:rPr kumimoji="1" lang="en-US" altLang="zh-CN" sz="11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CarryOut1</a:t>
              </a:r>
              <a:endParaRPr kumimoji="1" lang="en-US" altLang="zh-TW" sz="11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84" name="Rectangle 46">
              <a:extLst>
                <a:ext uri="{FF2B5EF4-FFF2-40B4-BE49-F238E27FC236}">
                  <a16:creationId xmlns:a16="http://schemas.microsoft.com/office/drawing/2014/main" id="{861E4B4A-5C82-9A94-C2B0-E25AE52D2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918" y="4200312"/>
              <a:ext cx="722956" cy="259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eaLnBrk="0" hangingPunct="0"/>
              <a:r>
                <a:rPr kumimoji="1" lang="en-US" altLang="zh-CN" sz="11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CarryIn2</a:t>
              </a:r>
              <a:endParaRPr kumimoji="1" lang="en-US" altLang="zh-TW" sz="11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85" name="Rectangle 45">
              <a:extLst>
                <a:ext uri="{FF2B5EF4-FFF2-40B4-BE49-F238E27FC236}">
                  <a16:creationId xmlns:a16="http://schemas.microsoft.com/office/drawing/2014/main" id="{90F95417-4C92-64E3-1242-DB2F7397F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598" y="4510333"/>
              <a:ext cx="831959" cy="259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eaLnBrk="0" hangingPunct="0"/>
              <a:r>
                <a:rPr kumimoji="1" lang="en-US" altLang="zh-CN" sz="11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CarryOut2</a:t>
              </a:r>
              <a:endParaRPr kumimoji="1" lang="en-US" altLang="zh-TW" sz="11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86" name="Rectangle 45">
              <a:extLst>
                <a:ext uri="{FF2B5EF4-FFF2-40B4-BE49-F238E27FC236}">
                  <a16:creationId xmlns:a16="http://schemas.microsoft.com/office/drawing/2014/main" id="{D8A309C8-8603-DFC5-7AB3-8DE3F9860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819" y="5561888"/>
              <a:ext cx="801502" cy="259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 eaLnBrk="0" hangingPunct="0"/>
              <a:r>
                <a:rPr kumimoji="1" lang="en-US" altLang="zh-CN" sz="1100" dirty="0">
                  <a:latin typeface="+mj-lt"/>
                  <a:ea typeface="PMingLiU" pitchFamily="18" charset="-120"/>
                  <a:cs typeface="Arial" panose="020B0604020202020204" pitchFamily="34" charset="0"/>
                </a:rPr>
                <a:t>CarryIn31</a:t>
              </a:r>
              <a:endParaRPr kumimoji="1" lang="en-US" altLang="zh-TW" sz="1100" dirty="0">
                <a:latin typeface="+mj-lt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87" name="Line 66">
              <a:extLst>
                <a:ext uri="{FF2B5EF4-FFF2-40B4-BE49-F238E27FC236}">
                  <a16:creationId xmlns:a16="http://schemas.microsoft.com/office/drawing/2014/main" id="{2C71F50C-DD9B-2557-E394-4A56FF37CA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1043" y="5006282"/>
              <a:ext cx="0" cy="30375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8" name="Line 66">
              <a:extLst>
                <a:ext uri="{FF2B5EF4-FFF2-40B4-BE49-F238E27FC236}">
                  <a16:creationId xmlns:a16="http://schemas.microsoft.com/office/drawing/2014/main" id="{8DB2797E-4D94-7D0D-5F22-0CA0273F3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82" y="5069566"/>
              <a:ext cx="0" cy="286463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endParaRPr lang="zh-CN" altLang="en-US" sz="1600" dirty="0">
                <a:latin typeface="+mj-lt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9" name="文本框 84">
              <a:extLst>
                <a:ext uri="{FF2B5EF4-FFF2-40B4-BE49-F238E27FC236}">
                  <a16:creationId xmlns:a16="http://schemas.microsoft.com/office/drawing/2014/main" id="{73A93893-5610-8E99-480A-E25A34FC06D3}"/>
                </a:ext>
              </a:extLst>
            </p:cNvPr>
            <p:cNvSpPr txBox="1"/>
            <p:nvPr/>
          </p:nvSpPr>
          <p:spPr>
            <a:xfrm>
              <a:off x="7977" y="2588245"/>
              <a:ext cx="9300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r>
                <a:rPr kumimoji="1" lang="en-US" altLang="zh-CN" sz="1400" b="1" dirty="0">
                  <a:solidFill>
                    <a:srgbClr val="FF9933"/>
                  </a:solidFill>
                </a:rPr>
                <a:t>Result31</a:t>
              </a:r>
              <a:endParaRPr kumimoji="1" lang="zh-CN" altLang="en-US" sz="1400" b="1" dirty="0">
                <a:solidFill>
                  <a:srgbClr val="FF9933"/>
                </a:solidFill>
              </a:endParaRPr>
            </a:p>
          </p:txBody>
        </p:sp>
      </p:grpSp>
      <p:sp>
        <p:nvSpPr>
          <p:cNvPr id="8" name="Text Box 8">
            <a:extLst>
              <a:ext uri="{FF2B5EF4-FFF2-40B4-BE49-F238E27FC236}">
                <a16:creationId xmlns:a16="http://schemas.microsoft.com/office/drawing/2014/main" id="{C2DA3800-B0E1-C8D5-A5C0-23DFC5C83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1490" y="6245040"/>
            <a:ext cx="1699248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1" hangingPunct="1"/>
            <a:r>
              <a:rPr lang="en-US" altLang="zh-CN" dirty="0">
                <a:latin typeface="+mn-lt"/>
                <a:ea typeface="SimHei" panose="02010609060101010101" pitchFamily="49" charset="-122"/>
              </a:rPr>
              <a:t>MSB</a:t>
            </a:r>
            <a:r>
              <a:rPr lang="zh-CN" altLang="en-US" dirty="0"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+mn-lt"/>
                <a:ea typeface="SimHei" panose="02010609060101010101" pitchFamily="49" charset="-122"/>
              </a:rPr>
              <a:t>1-bit</a:t>
            </a:r>
            <a:r>
              <a:rPr lang="zh-CN" altLang="en-US" dirty="0"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zh-CN" dirty="0">
                <a:latin typeface="+mn-lt"/>
                <a:ea typeface="SimHei" panose="02010609060101010101" pitchFamily="49" charset="-122"/>
              </a:rPr>
              <a:t>ALU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F66320-5063-C759-ADE8-BABC4A07EB7A}"/>
              </a:ext>
            </a:extLst>
          </p:cNvPr>
          <p:cNvSpPr/>
          <p:nvPr/>
        </p:nvSpPr>
        <p:spPr>
          <a:xfrm>
            <a:off x="4289777" y="3000094"/>
            <a:ext cx="4786489" cy="31721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10" name="直线连接符 87">
            <a:extLst>
              <a:ext uri="{FF2B5EF4-FFF2-40B4-BE49-F238E27FC236}">
                <a16:creationId xmlns:a16="http://schemas.microsoft.com/office/drawing/2014/main" id="{6E7822F4-B2E4-A61A-4C24-64CC95E84332}"/>
              </a:ext>
            </a:extLst>
          </p:cNvPr>
          <p:cNvCxnSpPr>
            <a:cxnSpLocks/>
          </p:cNvCxnSpPr>
          <p:nvPr/>
        </p:nvCxnSpPr>
        <p:spPr>
          <a:xfrm flipV="1">
            <a:off x="2596444" y="3011380"/>
            <a:ext cx="1715911" cy="254000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88">
            <a:extLst>
              <a:ext uri="{FF2B5EF4-FFF2-40B4-BE49-F238E27FC236}">
                <a16:creationId xmlns:a16="http://schemas.microsoft.com/office/drawing/2014/main" id="{263129A7-4DD0-535C-C639-C31F47026562}"/>
              </a:ext>
            </a:extLst>
          </p:cNvPr>
          <p:cNvCxnSpPr>
            <a:cxnSpLocks/>
          </p:cNvCxnSpPr>
          <p:nvPr/>
        </p:nvCxnSpPr>
        <p:spPr>
          <a:xfrm>
            <a:off x="2565982" y="6004509"/>
            <a:ext cx="1712507" cy="179049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ine 83">
            <a:extLst>
              <a:ext uri="{FF2B5EF4-FFF2-40B4-BE49-F238E27FC236}">
                <a16:creationId xmlns:a16="http://schemas.microsoft.com/office/drawing/2014/main" id="{0AE6AD65-60DD-4322-CC02-48C2E74FD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982" y="5948064"/>
            <a:ext cx="434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noFill/>
              </a14:hiddenFill>
            </a:ex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endParaRPr lang="zh-CN" altLang="en-US" sz="1600" dirty="0">
              <a:latin typeface="+mj-lt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Rectangle 84">
            <a:extLst>
              <a:ext uri="{FF2B5EF4-FFF2-40B4-BE49-F238E27FC236}">
                <a16:creationId xmlns:a16="http://schemas.microsoft.com/office/drawing/2014/main" id="{273D1FC6-1938-6306-ABC8-D5D7A63FF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6031" y="5812460"/>
            <a:ext cx="8896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dirty="0">
                <a:solidFill>
                  <a:srgbClr val="0070C0"/>
                </a:solidFill>
                <a:latin typeface="+mj-lt"/>
                <a:ea typeface="PMingLiU" pitchFamily="18" charset="-120"/>
                <a:cs typeface="Arial" panose="020B0604020202020204" pitchFamily="34" charset="0"/>
              </a:rPr>
              <a:t>Overflow</a:t>
            </a:r>
            <a:endParaRPr kumimoji="1" lang="en-US" altLang="zh-TW" sz="1400" dirty="0">
              <a:solidFill>
                <a:srgbClr val="0070C0"/>
              </a:solidFill>
              <a:latin typeface="+mj-lt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0FB682-BD7D-FA3E-552F-0202F6157FDD}"/>
              </a:ext>
            </a:extLst>
          </p:cNvPr>
          <p:cNvSpPr txBox="1"/>
          <p:nvPr/>
        </p:nvSpPr>
        <p:spPr>
          <a:xfrm>
            <a:off x="3901196" y="1793487"/>
            <a:ext cx="5010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合并</a:t>
            </a:r>
            <a:r>
              <a:rPr kumimoji="1" lang="en-US" altLang="zh-CN" sz="2400" b="1" dirty="0"/>
              <a:t>MUX</a:t>
            </a:r>
            <a:r>
              <a:rPr kumimoji="1" lang="zh-CN" altLang="en-US" sz="2400" b="1" dirty="0">
                <a:latin typeface="+mj-ea"/>
                <a:ea typeface="+mj-ea"/>
              </a:rPr>
              <a:t>、考虑溢出的</a:t>
            </a:r>
            <a:r>
              <a:rPr kumimoji="1" lang="en-US" altLang="zh-CN" sz="2400" b="1" dirty="0" err="1"/>
              <a:t>Slt</a:t>
            </a:r>
            <a:r>
              <a:rPr kumimoji="1" lang="zh-CN" altLang="en-US" sz="2400" b="1" dirty="0">
                <a:latin typeface="+mj-ea"/>
                <a:ea typeface="+mj-ea"/>
              </a:rPr>
              <a:t>计算电路：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8B175FB-7BE4-3886-301E-6F0A441DAB4B}"/>
                  </a:ext>
                </a:extLst>
              </p14:cNvPr>
              <p14:cNvContentPartPr/>
              <p14:nvPr/>
            </p14:nvContentPartPr>
            <p14:xfrm>
              <a:off x="5069880" y="4169520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8B175FB-7BE4-3886-301E-6F0A441DAB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0520" y="41601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94" name="矩形 93">
            <a:extLst>
              <a:ext uri="{FF2B5EF4-FFF2-40B4-BE49-F238E27FC236}">
                <a16:creationId xmlns:a16="http://schemas.microsoft.com/office/drawing/2014/main" id="{E8F53CFF-975D-C817-CCDD-CBE2E1CD1136}"/>
              </a:ext>
            </a:extLst>
          </p:cNvPr>
          <p:cNvSpPr/>
          <p:nvPr/>
        </p:nvSpPr>
        <p:spPr>
          <a:xfrm>
            <a:off x="7296652" y="5133994"/>
            <a:ext cx="265232" cy="1446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7CA7497-2D88-E9A4-0384-1187DBDCED92}"/>
              </a:ext>
            </a:extLst>
          </p:cNvPr>
          <p:cNvSpPr txBox="1"/>
          <p:nvPr/>
        </p:nvSpPr>
        <p:spPr>
          <a:xfrm>
            <a:off x="6683021" y="5089536"/>
            <a:ext cx="1086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b="1" dirty="0">
                <a:solidFill>
                  <a:srgbClr val="FF0000"/>
                </a:solidFill>
              </a:rPr>
              <a:t>Result31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96" name="Rectangle 39">
            <a:extLst>
              <a:ext uri="{FF2B5EF4-FFF2-40B4-BE49-F238E27FC236}">
                <a16:creationId xmlns:a16="http://schemas.microsoft.com/office/drawing/2014/main" id="{1284862D-7615-08DE-EBEE-A4CBE035E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9337" y="4130961"/>
            <a:ext cx="567463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400" b="1" dirty="0">
                <a:latin typeface="+mn-lt"/>
                <a:ea typeface="PMingLiU" pitchFamily="18" charset="-120"/>
              </a:rPr>
              <a:t>ALU31</a:t>
            </a:r>
            <a:endParaRPr kumimoji="1" lang="en-US" altLang="zh-TW" sz="1400" b="1" dirty="0">
              <a:latin typeface="+mn-lt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239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76B9A8-45DE-425C-B840-9F5EF1EC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32</a:t>
            </a:r>
            <a:r>
              <a:rPr lang="zh-CN" altLang="en-US" dirty="0">
                <a:solidFill>
                  <a:schemeClr val="tx1"/>
                </a:solidFill>
              </a:rPr>
              <a:t>位</a:t>
            </a:r>
            <a:r>
              <a:rPr lang="en-US" altLang="zh-CN" dirty="0">
                <a:solidFill>
                  <a:schemeClr val="tx1"/>
                </a:solidFill>
              </a:rPr>
              <a:t>RISC ALU</a:t>
            </a:r>
            <a:r>
              <a:rPr lang="zh-CN" altLang="en-US" dirty="0">
                <a:solidFill>
                  <a:schemeClr val="tx1"/>
                </a:solidFill>
              </a:rPr>
              <a:t>设计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879088" y="1851645"/>
            <a:ext cx="6858000" cy="35814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ALU</a:t>
            </a:r>
            <a:r>
              <a:rPr lang="zh-CN" altLang="en-US" dirty="0"/>
              <a:t>还有什么？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b="0" dirty="0"/>
              <a:t>移位运算</a:t>
            </a:r>
            <a:r>
              <a:rPr lang="en-US" altLang="zh-CN" b="0" dirty="0"/>
              <a:t>…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更高效的</a:t>
            </a:r>
            <a:r>
              <a:rPr lang="en-US" altLang="zh-CN" dirty="0"/>
              <a:t>ALU</a:t>
            </a:r>
            <a:r>
              <a:rPr lang="zh-CN" altLang="en-US" dirty="0"/>
              <a:t>设计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b="0" dirty="0"/>
              <a:t>超前进位加法器</a:t>
            </a:r>
            <a:r>
              <a:rPr lang="en-US" altLang="zh-CN" b="0" dirty="0"/>
              <a:t>…</a:t>
            </a:r>
            <a:endParaRPr lang="zh-CN" altLang="en-US" b="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BFD6462-D6AC-432E-B1AB-786B7081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52</a:t>
            </a:fld>
            <a:endParaRPr lang="en-US" altLang="zh-CN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62000" y="6477000"/>
            <a:ext cx="25146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22954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C8012-99F4-4AB5-9E79-7B4ED5C7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确定数据通路的组成模块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7D0B2B-FD8F-44F3-B103-9E211FB8F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组合逻辑电路部分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“计算”为主，不同于单纯的“逻辑”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dirty="0"/>
              <a:t>存储单元</a:t>
            </a:r>
            <a:endParaRPr lang="en-US" altLang="zh-CN" dirty="0"/>
          </a:p>
          <a:p>
            <a:pPr lvl="1"/>
            <a:r>
              <a:rPr lang="zh-CN" altLang="en-US" dirty="0"/>
              <a:t>“数据”为主，不同于单纯的“状态”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69BEE2-EAA8-495B-8AF3-CAF19395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44551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C640-F777-4595-9512-1836BB90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存储单元</a:t>
            </a:r>
            <a:r>
              <a:rPr lang="en-US" altLang="zh-CN" dirty="0"/>
              <a:t>——</a:t>
            </a:r>
            <a:r>
              <a:rPr lang="zh-CN" altLang="en-US" dirty="0"/>
              <a:t>寄存器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F771-68B1-4DAA-B8A3-CF2CD90F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54</a:t>
            </a:fld>
            <a:endParaRPr lang="en-US" altLang="zh-CN" dirty="0"/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A106E6E0-7D53-47E1-A367-B09550876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520719"/>
            <a:ext cx="8610600" cy="448327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2800" b="0" kern="0" dirty="0">
                <a:ea typeface="SimHei" panose="02010609060101010101" pitchFamily="49" charset="-122"/>
              </a:rPr>
              <a:t>寄存器</a:t>
            </a:r>
            <a:r>
              <a:rPr lang="en-US" altLang="zh-CN" sz="2800" b="0" kern="0" dirty="0">
                <a:ea typeface="SimHei" panose="02010609060101010101" pitchFamily="49" charset="-122"/>
              </a:rPr>
              <a:t>(register)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400" b="0" kern="0" dirty="0">
                <a:ea typeface="SimHei" panose="02010609060101010101" pitchFamily="49" charset="-122"/>
              </a:rPr>
              <a:t>N</a:t>
            </a:r>
            <a:r>
              <a:rPr lang="zh-CN" altLang="en-US" sz="2400" b="0" kern="0" dirty="0">
                <a:ea typeface="SimHei" panose="02010609060101010101" pitchFamily="49" charset="-122"/>
              </a:rPr>
              <a:t>个</a:t>
            </a:r>
            <a:r>
              <a:rPr lang="en-US" altLang="zh-CN" sz="2400" b="0" kern="0" dirty="0">
                <a:ea typeface="SimHei" panose="02010609060101010101" pitchFamily="49" charset="-122"/>
              </a:rPr>
              <a:t>D</a:t>
            </a:r>
            <a:r>
              <a:rPr lang="zh-CN" altLang="en-US" sz="2400" b="0" kern="0" dirty="0">
                <a:ea typeface="SimHei" panose="02010609060101010101" pitchFamily="49" charset="-122"/>
              </a:rPr>
              <a:t>触发器组成</a:t>
            </a:r>
            <a:endParaRPr lang="en-US" altLang="zh-CN" sz="2400" b="0" kern="0" dirty="0">
              <a:ea typeface="SimHei" panose="02010609060101010101" pitchFamily="49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zh-CN" sz="2800" b="0" kern="0" dirty="0">
                <a:ea typeface="SimHei" panose="02010609060101010101" pitchFamily="49" charset="-122"/>
              </a:rPr>
              <a:t>32</a:t>
            </a:r>
            <a:r>
              <a:rPr lang="zh-CN" altLang="en-US" sz="2800" b="0" kern="0" dirty="0">
                <a:ea typeface="SimHei" panose="02010609060101010101" pitchFamily="49" charset="-122"/>
              </a:rPr>
              <a:t>个寄存器构成寄存器堆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400" b="0" kern="0" dirty="0">
                <a:ea typeface="SimHei" panose="02010609060101010101" pitchFamily="49" charset="-122"/>
              </a:rPr>
              <a:t>Register</a:t>
            </a:r>
            <a:r>
              <a:rPr lang="zh-CN" altLang="en-US" sz="2400" b="0" kern="0" dirty="0">
                <a:ea typeface="SimHei" panose="02010609060101010101" pitchFamily="49" charset="-122"/>
              </a:rPr>
              <a:t> </a:t>
            </a:r>
            <a:r>
              <a:rPr lang="en-US" altLang="zh-CN" sz="2400" b="0" kern="0" dirty="0">
                <a:ea typeface="SimHei" panose="02010609060101010101" pitchFamily="49" charset="-122"/>
              </a:rPr>
              <a:t>File,</a:t>
            </a:r>
            <a:r>
              <a:rPr lang="zh-CN" altLang="en-US" sz="2400" b="0" kern="0" dirty="0">
                <a:ea typeface="SimHei" panose="02010609060101010101" pitchFamily="49" charset="-122"/>
              </a:rPr>
              <a:t> </a:t>
            </a:r>
            <a:r>
              <a:rPr lang="en-US" altLang="zh-CN" sz="2400" b="0" kern="0" dirty="0">
                <a:ea typeface="SimHei" panose="02010609060101010101" pitchFamily="49" charset="-122"/>
              </a:rPr>
              <a:t>RF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0" kern="0" dirty="0">
                <a:ea typeface="SimHei" panose="02010609060101010101" pitchFamily="49" charset="-122"/>
              </a:rPr>
              <a:t>可以同时从两个口读取</a:t>
            </a:r>
            <a:endParaRPr lang="en-US" altLang="zh-CN" sz="2400" b="0" kern="0" dirty="0">
              <a:ea typeface="SimHei" panose="02010609060101010101" pitchFamily="49" charset="-122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0" kern="0" dirty="0">
                <a:ea typeface="SimHei" panose="02010609060101010101" pitchFamily="49" charset="-122"/>
              </a:rPr>
              <a:t>一个写端口，有写入使能</a:t>
            </a:r>
            <a:endParaRPr lang="en-US" altLang="zh-CN" sz="2400" b="0" kern="0" dirty="0">
              <a:ea typeface="SimHei" panose="02010609060101010101" pitchFamily="49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2800" b="0" kern="0" dirty="0">
                <a:ea typeface="SimHei" panose="02010609060101010101" pitchFamily="49" charset="-122"/>
              </a:rPr>
              <a:t>写入使能</a:t>
            </a:r>
            <a:r>
              <a:rPr lang="en-US" altLang="en-US" sz="2800" b="0" kern="0" dirty="0">
                <a:ea typeface="SimHei" panose="02010609060101010101" pitchFamily="49" charset="-122"/>
              </a:rPr>
              <a:t>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400" b="0" kern="0" dirty="0" err="1">
                <a:ea typeface="SimHei" panose="02010609060101010101" pitchFamily="49" charset="-122"/>
              </a:rPr>
              <a:t>禁止</a:t>
            </a:r>
            <a:r>
              <a:rPr lang="zh-CN" altLang="en-US" sz="2400" b="0" kern="0" dirty="0">
                <a:ea typeface="SimHei" panose="02010609060101010101" pitchFamily="49" charset="-122"/>
              </a:rPr>
              <a:t>时</a:t>
            </a:r>
            <a:r>
              <a:rPr lang="en-US" altLang="en-US" sz="2400" b="0" kern="0" dirty="0">
                <a:ea typeface="SimHei" panose="02010609060101010101" pitchFamily="49" charset="-122"/>
              </a:rPr>
              <a:t>(0): </a:t>
            </a:r>
            <a:r>
              <a:rPr lang="zh-CN" altLang="en-US" sz="2400" b="0" kern="0" dirty="0">
                <a:ea typeface="SimHei" panose="02010609060101010101" pitchFamily="49" charset="-122"/>
              </a:rPr>
              <a:t>寄存器内容不变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0" kern="0" dirty="0">
                <a:ea typeface="SimHei" panose="02010609060101010101" pitchFamily="49" charset="-122"/>
              </a:rPr>
              <a:t>使能时</a:t>
            </a:r>
            <a:r>
              <a:rPr lang="en-US" altLang="en-US" sz="2400" b="0" kern="0" dirty="0">
                <a:ea typeface="SimHei" panose="02010609060101010101" pitchFamily="49" charset="-122"/>
              </a:rPr>
              <a:t>(1): </a:t>
            </a:r>
            <a:r>
              <a:rPr lang="zh-CN" altLang="en-US" sz="2400" b="0" kern="0" dirty="0">
                <a:ea typeface="SimHei" panose="02010609060101010101" pitchFamily="49" charset="-122"/>
              </a:rPr>
              <a:t>改变</a:t>
            </a:r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77B5F2E7-1AB2-42B1-A479-19B4F042A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0699" y="3443392"/>
            <a:ext cx="55303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20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1" name="Rectangle 5">
            <a:extLst>
              <a:ext uri="{FF2B5EF4-FFF2-40B4-BE49-F238E27FC236}">
                <a16:creationId xmlns:a16="http://schemas.microsoft.com/office/drawing/2014/main" id="{61B8A0DD-C5C1-4113-BDB0-719564843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088" y="2224192"/>
            <a:ext cx="1008290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0BFAECC8-4A53-4E37-B7B7-039A62C4A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450" y="2065442"/>
            <a:ext cx="263525" cy="118745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3" name="Line 7">
            <a:extLst>
              <a:ext uri="{FF2B5EF4-FFF2-40B4-BE49-F238E27FC236}">
                <a16:creationId xmlns:a16="http://schemas.microsoft.com/office/drawing/2014/main" id="{24921ED3-30B3-44BA-9702-AE49A40947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38949" y="3072944"/>
            <a:ext cx="73015" cy="18471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B9454267-9479-42CA-8460-115256314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1965" y="3079294"/>
            <a:ext cx="76192" cy="18471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5" name="Line 10">
            <a:extLst>
              <a:ext uri="{FF2B5EF4-FFF2-40B4-BE49-F238E27FC236}">
                <a16:creationId xmlns:a16="http://schemas.microsoft.com/office/drawing/2014/main" id="{A51F1A41-CCE3-48B0-9190-EF721DCFD4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11975" y="3268767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6" name="Rectangle 11">
            <a:extLst>
              <a:ext uri="{FF2B5EF4-FFF2-40B4-BE49-F238E27FC236}">
                <a16:creationId xmlns:a16="http://schemas.microsoft.com/office/drawing/2014/main" id="{D5F44C8E-0067-4225-80A1-FCC89292D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1439967"/>
            <a:ext cx="164647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Write Enable</a:t>
            </a:r>
          </a:p>
        </p:txBody>
      </p:sp>
      <p:sp>
        <p:nvSpPr>
          <p:cNvPr id="57" name="Line 12">
            <a:extLst>
              <a:ext uri="{FF2B5EF4-FFF2-40B4-BE49-F238E27FC236}">
                <a16:creationId xmlns:a16="http://schemas.microsoft.com/office/drawing/2014/main" id="{562C3764-0E10-4ECA-9F7C-AC6B8AFF39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3875" y="2649642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8" name="Line 13">
            <a:extLst>
              <a:ext uri="{FF2B5EF4-FFF2-40B4-BE49-F238E27FC236}">
                <a16:creationId xmlns:a16="http://schemas.microsoft.com/office/drawing/2014/main" id="{AD22E8BC-09C0-43E1-BCED-29210FBE7A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3625" y="257979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9" name="Rectangle 14">
            <a:extLst>
              <a:ext uri="{FF2B5EF4-FFF2-40B4-BE49-F238E27FC236}">
                <a16:creationId xmlns:a16="http://schemas.microsoft.com/office/drawing/2014/main" id="{AC458BCA-8681-4B9F-A1D4-950446546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2605192"/>
            <a:ext cx="36869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N</a:t>
            </a:r>
          </a:p>
        </p:txBody>
      </p:sp>
      <p:sp>
        <p:nvSpPr>
          <p:cNvPr id="60" name="Line 15">
            <a:extLst>
              <a:ext uri="{FF2B5EF4-FFF2-40B4-BE49-F238E27FC236}">
                <a16:creationId xmlns:a16="http://schemas.microsoft.com/office/drawing/2014/main" id="{E7193398-003F-458F-BD9C-41F0EF288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7075" y="2649642"/>
            <a:ext cx="111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1" name="Line 16">
            <a:extLst>
              <a:ext uri="{FF2B5EF4-FFF2-40B4-BE49-F238E27FC236}">
                <a16:creationId xmlns:a16="http://schemas.microsoft.com/office/drawing/2014/main" id="{A87CDDC9-C8C0-490D-AE7F-F5A48B0EF5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91425" y="257979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2" name="Rectangle 17">
            <a:extLst>
              <a:ext uri="{FF2B5EF4-FFF2-40B4-BE49-F238E27FC236}">
                <a16:creationId xmlns:a16="http://schemas.microsoft.com/office/drawing/2014/main" id="{C1C0CF2A-EFF2-4857-AFEF-7D9181D69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88" y="2605192"/>
            <a:ext cx="36869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N</a:t>
            </a:r>
          </a:p>
        </p:txBody>
      </p:sp>
      <p:sp>
        <p:nvSpPr>
          <p:cNvPr id="63" name="Rectangle 18">
            <a:extLst>
              <a:ext uri="{FF2B5EF4-FFF2-40B4-BE49-F238E27FC236}">
                <a16:creationId xmlns:a16="http://schemas.microsoft.com/office/drawing/2014/main" id="{3760B306-72BB-47EB-8006-0535DADED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88" y="2224192"/>
            <a:ext cx="120706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Data Out</a:t>
            </a:r>
          </a:p>
        </p:txBody>
      </p:sp>
      <p:sp>
        <p:nvSpPr>
          <p:cNvPr id="64" name="Line 19">
            <a:extLst>
              <a:ext uri="{FF2B5EF4-FFF2-40B4-BE49-F238E27FC236}">
                <a16:creationId xmlns:a16="http://schemas.microsoft.com/office/drawing/2014/main" id="{AC4FDD9A-B2E8-4861-BDDC-CD27635BB7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1975" y="1738417"/>
            <a:ext cx="0" cy="307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45164FA8-FFC3-4A28-ADAB-541FF6BDC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603" y="4002192"/>
            <a:ext cx="914400" cy="304800"/>
          </a:xfrm>
          <a:prstGeom prst="rect">
            <a:avLst/>
          </a:prstGeom>
          <a:solidFill>
            <a:srgbClr val="E1E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00" dirty="0">
                <a:latin typeface="+mn-lt"/>
                <a:ea typeface="SimHei" panose="02010609060101010101" pitchFamily="49" charset="-122"/>
              </a:rPr>
              <a:t>寄存器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66" name="Rectangle 24">
            <a:extLst>
              <a:ext uri="{FF2B5EF4-FFF2-40B4-BE49-F238E27FC236}">
                <a16:creationId xmlns:a16="http://schemas.microsoft.com/office/drawing/2014/main" id="{08FCD111-3927-461E-BE98-40C5C41F7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603" y="4306992"/>
            <a:ext cx="914400" cy="304800"/>
          </a:xfrm>
          <a:prstGeom prst="rect">
            <a:avLst/>
          </a:prstGeom>
          <a:solidFill>
            <a:srgbClr val="E1E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00" dirty="0">
                <a:latin typeface="+mn-lt"/>
                <a:ea typeface="SimHei" panose="02010609060101010101" pitchFamily="49" charset="-122"/>
              </a:rPr>
              <a:t>寄存器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C745316E-6FB8-451B-A616-156B77812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603" y="4611792"/>
            <a:ext cx="914400" cy="219075"/>
          </a:xfrm>
          <a:prstGeom prst="rect">
            <a:avLst/>
          </a:prstGeom>
          <a:solidFill>
            <a:srgbClr val="E1E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none" anchor="ctr"/>
          <a:lstStyle/>
          <a:p>
            <a:pPr algn="ctr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…</a:t>
            </a:r>
          </a:p>
        </p:txBody>
      </p:sp>
      <p:sp>
        <p:nvSpPr>
          <p:cNvPr id="68" name="Rectangle 26">
            <a:extLst>
              <a:ext uri="{FF2B5EF4-FFF2-40B4-BE49-F238E27FC236}">
                <a16:creationId xmlns:a16="http://schemas.microsoft.com/office/drawing/2014/main" id="{6B581985-F236-426E-B5CE-5865C9726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603" y="4840392"/>
            <a:ext cx="914400" cy="304800"/>
          </a:xfrm>
          <a:prstGeom prst="rect">
            <a:avLst/>
          </a:prstGeom>
          <a:solidFill>
            <a:srgbClr val="E1E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00" dirty="0">
                <a:latin typeface="+mn-lt"/>
                <a:ea typeface="SimHei" panose="02010609060101010101" pitchFamily="49" charset="-122"/>
              </a:rPr>
              <a:t>寄存器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31</a:t>
            </a:r>
          </a:p>
        </p:txBody>
      </p:sp>
      <p:sp>
        <p:nvSpPr>
          <p:cNvPr id="69" name="AutoShape 28">
            <a:extLst>
              <a:ext uri="{FF2B5EF4-FFF2-40B4-BE49-F238E27FC236}">
                <a16:creationId xmlns:a16="http://schemas.microsoft.com/office/drawing/2014/main" id="{2E0657B3-8F22-4BED-9CC4-DBFCB1308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403" y="4002192"/>
            <a:ext cx="381000" cy="1143000"/>
          </a:xfrm>
          <a:prstGeom prst="roundRect">
            <a:avLst>
              <a:gd name="adj" fmla="val 16667"/>
            </a:avLst>
          </a:prstGeom>
          <a:solidFill>
            <a:srgbClr val="FECEC6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00" dirty="0">
                <a:latin typeface="+mn-lt"/>
                <a:ea typeface="SimHei" panose="02010609060101010101" pitchFamily="49" charset="-122"/>
              </a:rPr>
              <a:t>多</a:t>
            </a:r>
          </a:p>
          <a:p>
            <a:pPr algn="ctr"/>
            <a:r>
              <a:rPr lang="zh-CN" altLang="en-US" sz="1600" dirty="0">
                <a:latin typeface="+mn-lt"/>
                <a:ea typeface="SimHei" panose="02010609060101010101" pitchFamily="49" charset="-122"/>
              </a:rPr>
              <a:t>路</a:t>
            </a:r>
          </a:p>
          <a:p>
            <a:pPr algn="ctr"/>
            <a:r>
              <a:rPr lang="zh-CN" altLang="en-US" sz="1600" dirty="0">
                <a:latin typeface="+mn-lt"/>
                <a:ea typeface="SimHei" panose="02010609060101010101" pitchFamily="49" charset="-122"/>
              </a:rPr>
              <a:t>复</a:t>
            </a:r>
          </a:p>
          <a:p>
            <a:pPr algn="ctr"/>
            <a:r>
              <a:rPr lang="zh-CN" altLang="en-US" sz="1600" dirty="0">
                <a:latin typeface="+mn-lt"/>
                <a:ea typeface="SimHei" panose="02010609060101010101" pitchFamily="49" charset="-122"/>
              </a:rPr>
              <a:t>用</a:t>
            </a:r>
            <a:endParaRPr lang="en-US" altLang="zh-CN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0" name="AutoShape 30">
            <a:extLst>
              <a:ext uri="{FF2B5EF4-FFF2-40B4-BE49-F238E27FC236}">
                <a16:creationId xmlns:a16="http://schemas.microsoft.com/office/drawing/2014/main" id="{A6DA18F8-D491-43C6-96B0-D1CA4D310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403" y="5221392"/>
            <a:ext cx="381000" cy="1143000"/>
          </a:xfrm>
          <a:prstGeom prst="roundRect">
            <a:avLst>
              <a:gd name="adj" fmla="val 16667"/>
            </a:avLst>
          </a:prstGeom>
          <a:solidFill>
            <a:srgbClr val="FECEC6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00" dirty="0">
                <a:ea typeface="SimHei" panose="02010609060101010101" pitchFamily="49" charset="-122"/>
              </a:rPr>
              <a:t>多</a:t>
            </a:r>
          </a:p>
          <a:p>
            <a:pPr algn="ctr"/>
            <a:r>
              <a:rPr lang="zh-CN" altLang="en-US" sz="1600" dirty="0">
                <a:ea typeface="SimHei" panose="02010609060101010101" pitchFamily="49" charset="-122"/>
              </a:rPr>
              <a:t>路</a:t>
            </a:r>
          </a:p>
          <a:p>
            <a:pPr algn="ctr"/>
            <a:r>
              <a:rPr lang="zh-CN" altLang="en-US" sz="1600" dirty="0">
                <a:ea typeface="SimHei" panose="02010609060101010101" pitchFamily="49" charset="-122"/>
              </a:rPr>
              <a:t>复</a:t>
            </a:r>
          </a:p>
          <a:p>
            <a:pPr algn="ctr"/>
            <a:r>
              <a:rPr lang="zh-CN" altLang="en-US" sz="1600" dirty="0">
                <a:ea typeface="SimHei" panose="02010609060101010101" pitchFamily="49" charset="-122"/>
              </a:rPr>
              <a:t>用</a:t>
            </a:r>
            <a:endParaRPr lang="en-US" altLang="zh-CN" sz="1600" dirty="0">
              <a:ea typeface="SimHei" panose="02010609060101010101" pitchFamily="49" charset="-122"/>
            </a:endParaRPr>
          </a:p>
        </p:txBody>
      </p:sp>
      <p:sp>
        <p:nvSpPr>
          <p:cNvPr id="71" name="Line 31">
            <a:extLst>
              <a:ext uri="{FF2B5EF4-FFF2-40B4-BE49-F238E27FC236}">
                <a16:creationId xmlns:a16="http://schemas.microsoft.com/office/drawing/2014/main" id="{FEEAD90E-53AD-4A9C-A3DC-21627EAC53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3003" y="3773592"/>
            <a:ext cx="0" cy="381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2" name="Line 32">
            <a:extLst>
              <a:ext uri="{FF2B5EF4-FFF2-40B4-BE49-F238E27FC236}">
                <a16:creationId xmlns:a16="http://schemas.microsoft.com/office/drawing/2014/main" id="{4E14CA2F-4050-48A1-82C2-060CB634C2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4403" y="4154592"/>
            <a:ext cx="2286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3" name="Line 35">
            <a:extLst>
              <a:ext uri="{FF2B5EF4-FFF2-40B4-BE49-F238E27FC236}">
                <a16:creationId xmlns:a16="http://schemas.microsoft.com/office/drawing/2014/main" id="{BB261CBF-F65E-4BB4-990D-1A62CFD65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9003" y="4154592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4" name="Line 36">
            <a:extLst>
              <a:ext uri="{FF2B5EF4-FFF2-40B4-BE49-F238E27FC236}">
                <a16:creationId xmlns:a16="http://schemas.microsoft.com/office/drawing/2014/main" id="{2264782E-E32C-4363-B48B-004A5DB12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9003" y="4459392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5" name="Line 37">
            <a:extLst>
              <a:ext uri="{FF2B5EF4-FFF2-40B4-BE49-F238E27FC236}">
                <a16:creationId xmlns:a16="http://schemas.microsoft.com/office/drawing/2014/main" id="{D89904D6-81E0-46CC-82B2-D6393DE65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9003" y="4710217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6" name="Line 38">
            <a:extLst>
              <a:ext uri="{FF2B5EF4-FFF2-40B4-BE49-F238E27FC236}">
                <a16:creationId xmlns:a16="http://schemas.microsoft.com/office/drawing/2014/main" id="{EE473386-0A7E-4E12-BAD3-2A4F85D96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9003" y="4992792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7" name="Line 39">
            <a:extLst>
              <a:ext uri="{FF2B5EF4-FFF2-40B4-BE49-F238E27FC236}">
                <a16:creationId xmlns:a16="http://schemas.microsoft.com/office/drawing/2014/main" id="{A049413D-2125-48FE-949B-07C3C0ED2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4803" y="4154592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8" name="Line 40">
            <a:extLst>
              <a:ext uri="{FF2B5EF4-FFF2-40B4-BE49-F238E27FC236}">
                <a16:creationId xmlns:a16="http://schemas.microsoft.com/office/drawing/2014/main" id="{FE57A196-0CD1-4684-9043-5DF0A7192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4803" y="5449992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9" name="Line 41">
            <a:extLst>
              <a:ext uri="{FF2B5EF4-FFF2-40B4-BE49-F238E27FC236}">
                <a16:creationId xmlns:a16="http://schemas.microsoft.com/office/drawing/2014/main" id="{02A31360-6E9A-491A-BCF6-65141C297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2403" y="4459392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0" name="Line 42">
            <a:extLst>
              <a:ext uri="{FF2B5EF4-FFF2-40B4-BE49-F238E27FC236}">
                <a16:creationId xmlns:a16="http://schemas.microsoft.com/office/drawing/2014/main" id="{5D8D9725-AD44-4DA7-9869-A4551A553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2403" y="5678592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1" name="Line 43">
            <a:extLst>
              <a:ext uri="{FF2B5EF4-FFF2-40B4-BE49-F238E27FC236}">
                <a16:creationId xmlns:a16="http://schemas.microsoft.com/office/drawing/2014/main" id="{ACB9A9CD-FF75-4EE5-BFF1-8D5A7D855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0003" y="472133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2" name="Line 44">
            <a:extLst>
              <a:ext uri="{FF2B5EF4-FFF2-40B4-BE49-F238E27FC236}">
                <a16:creationId xmlns:a16="http://schemas.microsoft.com/office/drawing/2014/main" id="{B36C03B7-1F4E-4AA1-8A51-4FC27229C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0003" y="586433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3" name="Line 45">
            <a:extLst>
              <a:ext uri="{FF2B5EF4-FFF2-40B4-BE49-F238E27FC236}">
                <a16:creationId xmlns:a16="http://schemas.microsoft.com/office/drawing/2014/main" id="{46C635D7-6C4C-4462-B077-AD4E7B151C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7603" y="4992792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4" name="Line 46">
            <a:extLst>
              <a:ext uri="{FF2B5EF4-FFF2-40B4-BE49-F238E27FC236}">
                <a16:creationId xmlns:a16="http://schemas.microsoft.com/office/drawing/2014/main" id="{3C4890C8-737E-463C-BDFE-4D30CEDCF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7603" y="6059592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5" name="Line 47">
            <a:extLst>
              <a:ext uri="{FF2B5EF4-FFF2-40B4-BE49-F238E27FC236}">
                <a16:creationId xmlns:a16="http://schemas.microsoft.com/office/drawing/2014/main" id="{14A6AFCB-B831-497B-8C8B-A12FD86873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4403" y="4611792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6" name="Line 48">
            <a:extLst>
              <a:ext uri="{FF2B5EF4-FFF2-40B4-BE49-F238E27FC236}">
                <a16:creationId xmlns:a16="http://schemas.microsoft.com/office/drawing/2014/main" id="{0E261D86-26AB-4D0D-9AE4-339C90907D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4403" y="5830992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7" name="Line 49">
            <a:extLst>
              <a:ext uri="{FF2B5EF4-FFF2-40B4-BE49-F238E27FC236}">
                <a16:creationId xmlns:a16="http://schemas.microsoft.com/office/drawing/2014/main" id="{3CBC1BE9-8F2C-4120-96F4-ED560E7D0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3003" y="5068992"/>
            <a:ext cx="0" cy="304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8" name="Line 50">
            <a:extLst>
              <a:ext uri="{FF2B5EF4-FFF2-40B4-BE49-F238E27FC236}">
                <a16:creationId xmlns:a16="http://schemas.microsoft.com/office/drawing/2014/main" id="{492C2987-96A7-4B3E-9EDF-CFB27A8742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4403" y="5373792"/>
            <a:ext cx="2286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9" name="Text Box 51">
            <a:extLst>
              <a:ext uri="{FF2B5EF4-FFF2-40B4-BE49-F238E27FC236}">
                <a16:creationId xmlns:a16="http://schemas.microsoft.com/office/drawing/2014/main" id="{E74D104C-DFD4-46D5-9FBA-C2AF1348B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7168" y="5655043"/>
            <a:ext cx="118974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600" b="0" dirty="0">
                <a:latin typeface="+mn-lt"/>
                <a:ea typeface="SimHei" panose="02010609060101010101" pitchFamily="49" charset="-122"/>
              </a:rPr>
              <a:t>读数据</a:t>
            </a:r>
            <a:r>
              <a:rPr lang="en-US" altLang="zh-CN" sz="1600" b="0" dirty="0">
                <a:latin typeface="+mn-lt"/>
                <a:ea typeface="SimHei" panose="02010609060101010101" pitchFamily="49" charset="-122"/>
              </a:rPr>
              <a:t>R[rt]</a:t>
            </a:r>
          </a:p>
        </p:txBody>
      </p:sp>
      <p:sp>
        <p:nvSpPr>
          <p:cNvPr id="90" name="Text Box 52">
            <a:extLst>
              <a:ext uri="{FF2B5EF4-FFF2-40B4-BE49-F238E27FC236}">
                <a16:creationId xmlns:a16="http://schemas.microsoft.com/office/drawing/2014/main" id="{28921746-EB70-40DE-B5C3-3DB2C7EB0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3751" y="4443517"/>
            <a:ext cx="123463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600" b="0" dirty="0">
                <a:latin typeface="+mn-lt"/>
                <a:ea typeface="SimHei" panose="02010609060101010101" pitchFamily="49" charset="-122"/>
              </a:rPr>
              <a:t>读数据</a:t>
            </a:r>
            <a:r>
              <a:rPr lang="en-US" altLang="zh-CN" sz="1600" b="0" dirty="0">
                <a:latin typeface="+mn-lt"/>
                <a:ea typeface="SimHei" panose="02010609060101010101" pitchFamily="49" charset="-122"/>
              </a:rPr>
              <a:t>R[</a:t>
            </a:r>
            <a:r>
              <a:rPr lang="en-US" altLang="zh-CN" sz="1600" b="0" dirty="0" err="1">
                <a:latin typeface="+mn-lt"/>
                <a:ea typeface="SimHei" panose="02010609060101010101" pitchFamily="49" charset="-122"/>
              </a:rPr>
              <a:t>rs</a:t>
            </a:r>
            <a:r>
              <a:rPr lang="en-US" altLang="zh-CN" sz="1600" b="0" dirty="0">
                <a:latin typeface="+mn-lt"/>
                <a:ea typeface="SimHei" panose="02010609060101010101" pitchFamily="49" charset="-122"/>
              </a:rPr>
              <a:t>]</a:t>
            </a: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885CD7DE-CA6B-4584-AA52-06A57F2FF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7127" y="3774835"/>
            <a:ext cx="163988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600" b="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读寄存器编号</a:t>
            </a:r>
            <a:r>
              <a:rPr lang="en-US" altLang="zh-CN" sz="1600" b="0" dirty="0" err="1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rs</a:t>
            </a:r>
            <a:endParaRPr lang="en-US" altLang="zh-CN" sz="1600" b="0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2" name="Text Box 53">
            <a:extLst>
              <a:ext uri="{FF2B5EF4-FFF2-40B4-BE49-F238E27FC236}">
                <a16:creationId xmlns:a16="http://schemas.microsoft.com/office/drawing/2014/main" id="{9EF70888-5E90-487A-8F6C-D4A35DF7C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7127" y="5062642"/>
            <a:ext cx="176687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600" b="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读寄存器编号</a:t>
            </a:r>
            <a:r>
              <a:rPr lang="en-US" altLang="zh-CN" sz="1600" b="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rt</a:t>
            </a:r>
          </a:p>
        </p:txBody>
      </p:sp>
    </p:spTree>
    <p:extLst>
      <p:ext uri="{BB962C8B-B14F-4D97-AF65-F5344CB8AC3E}">
        <p14:creationId xmlns:p14="http://schemas.microsoft.com/office/powerpoint/2010/main" val="9588163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7868-BB7D-4AD8-9D25-87F9569A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存储单元</a:t>
            </a:r>
            <a:r>
              <a:rPr lang="en-US" altLang="zh-CN" dirty="0"/>
              <a:t>——</a:t>
            </a:r>
            <a:r>
              <a:rPr lang="zh-CN" altLang="en-US" dirty="0"/>
              <a:t>寄存器堆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3B034-8BC4-41B4-B3B3-0614732C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55</a:t>
            </a:fld>
            <a:endParaRPr lang="en-US" altLang="zh-CN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C47420D-6586-4B0D-9F29-5DB8E4861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1429095"/>
            <a:ext cx="8534400" cy="490185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b="0" kern="0" dirty="0">
                <a:ea typeface="SimHei" panose="02010609060101010101" pitchFamily="49" charset="-122"/>
              </a:rPr>
              <a:t>寄存器堆包含</a:t>
            </a:r>
            <a:r>
              <a:rPr lang="en-US" altLang="en-US" sz="2400" b="0" kern="0" dirty="0">
                <a:ea typeface="SimHei" panose="02010609060101010101" pitchFamily="49" charset="-122"/>
              </a:rPr>
              <a:t> 32 registers:</a:t>
            </a:r>
          </a:p>
          <a:p>
            <a:pPr lvl="1"/>
            <a:r>
              <a:rPr lang="zh-CN" altLang="en-US" sz="2000" b="0" kern="0" dirty="0">
                <a:ea typeface="SimHei" panose="02010609060101010101" pitchFamily="49" charset="-122"/>
              </a:rPr>
              <a:t>两个</a:t>
            </a:r>
            <a:r>
              <a:rPr lang="en-US" altLang="en-US" sz="2000" b="0" kern="0" dirty="0">
                <a:ea typeface="SimHei" panose="02010609060101010101" pitchFamily="49" charset="-122"/>
              </a:rPr>
              <a:t> 32-bit </a:t>
            </a:r>
            <a:r>
              <a:rPr lang="zh-CN" altLang="en-US" sz="2000" b="0" kern="0" dirty="0">
                <a:ea typeface="SimHei" panose="02010609060101010101" pitchFamily="49" charset="-122"/>
              </a:rPr>
              <a:t>输出总线</a:t>
            </a:r>
            <a:r>
              <a:rPr lang="en-US" altLang="en-US" sz="2000" b="0" kern="0" dirty="0">
                <a:ea typeface="SimHei" panose="02010609060101010101" pitchFamily="49" charset="-122"/>
              </a:rPr>
              <a:t>: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b="0" kern="0" dirty="0">
                <a:ea typeface="SimHei" panose="02010609060101010101" pitchFamily="49" charset="-122"/>
              </a:rPr>
              <a:t>    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busA</a:t>
            </a:r>
            <a:r>
              <a:rPr lang="en-US" altLang="en-US" sz="2000" b="0" kern="0" dirty="0">
                <a:ea typeface="SimHei" panose="02010609060101010101" pitchFamily="49" charset="-122"/>
              </a:rPr>
              <a:t> and 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busB</a:t>
            </a:r>
            <a:endParaRPr lang="en-US" altLang="en-US" sz="2000" b="0" kern="0" dirty="0">
              <a:ea typeface="SimHei" panose="02010609060101010101" pitchFamily="49" charset="-122"/>
            </a:endParaRPr>
          </a:p>
          <a:p>
            <a:pPr lvl="1"/>
            <a:r>
              <a:rPr lang="zh-CN" altLang="en-US" sz="2000" b="0" kern="0" dirty="0">
                <a:ea typeface="SimHei" panose="02010609060101010101" pitchFamily="49" charset="-122"/>
              </a:rPr>
              <a:t>一个</a:t>
            </a:r>
            <a:r>
              <a:rPr lang="en-US" altLang="en-US" sz="2000" b="0" kern="0" dirty="0">
                <a:ea typeface="SimHei" panose="02010609060101010101" pitchFamily="49" charset="-122"/>
              </a:rPr>
              <a:t>32-bit </a:t>
            </a:r>
            <a:r>
              <a:rPr lang="zh-CN" altLang="en-US" sz="2000" b="0" kern="0" dirty="0">
                <a:ea typeface="SimHei" panose="02010609060101010101" pitchFamily="49" charset="-122"/>
              </a:rPr>
              <a:t>输入总线</a:t>
            </a:r>
            <a:r>
              <a:rPr lang="en-US" altLang="en-US" sz="2000" b="0" kern="0" dirty="0">
                <a:ea typeface="SimHei" panose="02010609060101010101" pitchFamily="49" charset="-122"/>
              </a:rPr>
              <a:t>: 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busW</a:t>
            </a:r>
            <a:endParaRPr lang="en-US" altLang="en-US" sz="2000" b="0" kern="0" dirty="0">
              <a:ea typeface="SimHei" panose="02010609060101010101" pitchFamily="49" charset="-122"/>
            </a:endParaRPr>
          </a:p>
          <a:p>
            <a:r>
              <a:rPr lang="zh-CN" altLang="en-US" sz="2400" b="0" kern="0" dirty="0">
                <a:ea typeface="SimHei" panose="02010609060101010101" pitchFamily="49" charset="-122"/>
              </a:rPr>
              <a:t>寄存器堆中的寄存器选择</a:t>
            </a:r>
            <a:r>
              <a:rPr lang="en-US" altLang="en-US" sz="2400" b="0" kern="0" dirty="0">
                <a:ea typeface="SimHei" panose="02010609060101010101" pitchFamily="49" charset="-122"/>
              </a:rPr>
              <a:t>:</a:t>
            </a:r>
          </a:p>
          <a:p>
            <a:pPr lvl="1"/>
            <a:r>
              <a:rPr lang="en-US" altLang="en-US" sz="2000" b="0" kern="0" dirty="0">
                <a:ea typeface="SimHei" panose="02010609060101010101" pitchFamily="49" charset="-122"/>
              </a:rPr>
              <a:t>RA (number) </a:t>
            </a:r>
            <a:r>
              <a:rPr lang="zh-CN" altLang="en-US" sz="2000" b="0" kern="0" dirty="0">
                <a:ea typeface="SimHei" panose="02010609060101010101" pitchFamily="49" charset="-122"/>
              </a:rPr>
              <a:t>选出哪个</a:t>
            </a:r>
            <a:r>
              <a:rPr lang="en-US" altLang="zh-CN" sz="2000" b="0" kern="0" dirty="0">
                <a:ea typeface="SimHei" panose="02010609060101010101" pitchFamily="49" charset="-122"/>
              </a:rPr>
              <a:t>32</a:t>
            </a:r>
            <a:r>
              <a:rPr lang="zh-CN" altLang="en-US" sz="2000" b="0" kern="0" dirty="0">
                <a:ea typeface="SimHei" panose="02010609060101010101" pitchFamily="49" charset="-122"/>
              </a:rPr>
              <a:t>位寄存器的数据放在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busA</a:t>
            </a:r>
            <a:r>
              <a:rPr lang="en-US" altLang="en-US" sz="2000" b="0" kern="0" dirty="0">
                <a:ea typeface="SimHei" panose="02010609060101010101" pitchFamily="49" charset="-122"/>
              </a:rPr>
              <a:t> (data)</a:t>
            </a:r>
          </a:p>
          <a:p>
            <a:pPr lvl="1"/>
            <a:r>
              <a:rPr lang="en-US" altLang="en-US" sz="2000" b="0" kern="0" dirty="0">
                <a:ea typeface="SimHei" panose="02010609060101010101" pitchFamily="49" charset="-122"/>
              </a:rPr>
              <a:t>RB (number)</a:t>
            </a:r>
            <a:r>
              <a:rPr lang="zh-CN" altLang="en-US" sz="2000" b="0" kern="0" dirty="0">
                <a:ea typeface="SimHei" panose="02010609060101010101" pitchFamily="49" charset="-122"/>
              </a:rPr>
              <a:t>选出哪个</a:t>
            </a:r>
            <a:r>
              <a:rPr lang="en-US" altLang="zh-CN" sz="2000" b="0" kern="0" dirty="0">
                <a:ea typeface="SimHei" panose="02010609060101010101" pitchFamily="49" charset="-122"/>
              </a:rPr>
              <a:t>32</a:t>
            </a:r>
            <a:r>
              <a:rPr lang="zh-CN" altLang="en-US" sz="2000" b="0" kern="0" dirty="0">
                <a:ea typeface="SimHei" panose="02010609060101010101" pitchFamily="49" charset="-122"/>
              </a:rPr>
              <a:t>位寄存器的数据放在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bu</a:t>
            </a:r>
            <a:r>
              <a:rPr lang="en-US" altLang="zh-CN" sz="2000" b="0" kern="0" dirty="0" err="1">
                <a:ea typeface="SimHei" panose="02010609060101010101" pitchFamily="49" charset="-122"/>
              </a:rPr>
              <a:t>s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B</a:t>
            </a:r>
            <a:r>
              <a:rPr lang="en-US" altLang="en-US" sz="2000" b="0" kern="0" dirty="0">
                <a:ea typeface="SimHei" panose="02010609060101010101" pitchFamily="49" charset="-122"/>
              </a:rPr>
              <a:t> (data)</a:t>
            </a:r>
          </a:p>
          <a:p>
            <a:pPr lvl="1"/>
            <a:r>
              <a:rPr lang="en-US" altLang="en-US" sz="2000" b="0" kern="0" dirty="0">
                <a:ea typeface="SimHei" panose="02010609060101010101" pitchFamily="49" charset="-122"/>
              </a:rPr>
              <a:t>RW (number)</a:t>
            </a:r>
            <a:r>
              <a:rPr lang="zh-CN" altLang="en-US" sz="2000" b="0" kern="0" dirty="0">
                <a:ea typeface="SimHei" panose="02010609060101010101" pitchFamily="49" charset="-122"/>
              </a:rPr>
              <a:t>选出哪个</a:t>
            </a:r>
            <a:r>
              <a:rPr lang="en-US" altLang="zh-CN" sz="2000" b="0" kern="0" dirty="0">
                <a:ea typeface="SimHei" panose="02010609060101010101" pitchFamily="49" charset="-122"/>
              </a:rPr>
              <a:t>32</a:t>
            </a:r>
            <a:r>
              <a:rPr lang="zh-CN" altLang="en-US" sz="2000" b="0" kern="0" dirty="0">
                <a:ea typeface="SimHei" panose="02010609060101010101" pitchFamily="49" charset="-122"/>
              </a:rPr>
              <a:t>位寄存器的数据将通过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bus</a:t>
            </a:r>
            <a:r>
              <a:rPr lang="en-US" altLang="zh-CN" sz="2000" b="0" kern="0" dirty="0" err="1">
                <a:ea typeface="SimHei" panose="02010609060101010101" pitchFamily="49" charset="-122"/>
              </a:rPr>
              <a:t>W</a:t>
            </a:r>
            <a:r>
              <a:rPr lang="zh-CN" altLang="en-US" sz="2000" b="0" kern="0" dirty="0">
                <a:ea typeface="SimHei" panose="02010609060101010101" pitchFamily="49" charset="-122"/>
              </a:rPr>
              <a:t>被写入</a:t>
            </a:r>
            <a:r>
              <a:rPr lang="en-US" altLang="en-US" sz="2000" b="0" kern="0" dirty="0">
                <a:ea typeface="SimHei" panose="02010609060101010101" pitchFamily="49" charset="-122"/>
              </a:rPr>
              <a:t> </a:t>
            </a:r>
            <a:br>
              <a:rPr lang="en-US" altLang="en-US" sz="2000" b="0" kern="0" dirty="0">
                <a:ea typeface="SimHei" panose="02010609060101010101" pitchFamily="49" charset="-122"/>
              </a:rPr>
            </a:br>
            <a:r>
              <a:rPr lang="en-US" altLang="zh-CN" sz="2000" b="0" kern="0" dirty="0">
                <a:ea typeface="SimHei" panose="02010609060101010101" pitchFamily="49" charset="-122"/>
              </a:rPr>
              <a:t>(</a:t>
            </a:r>
            <a:r>
              <a:rPr lang="zh-CN" altLang="en-US" sz="2000" b="0" kern="0" dirty="0">
                <a:ea typeface="SimHei" panose="02010609060101010101" pitchFamily="49" charset="-122"/>
              </a:rPr>
              <a:t>当</a:t>
            </a:r>
            <a:r>
              <a:rPr lang="en-US" altLang="zh-CN" sz="2000" b="0" kern="0" dirty="0">
                <a:ea typeface="SimHei" panose="02010609060101010101" pitchFamily="49" charset="-122"/>
              </a:rPr>
              <a:t>WE=1</a:t>
            </a:r>
            <a:r>
              <a:rPr lang="zh-CN" altLang="en-US" sz="2000" b="0" kern="0" dirty="0">
                <a:ea typeface="SimHei" panose="02010609060101010101" pitchFamily="49" charset="-122"/>
              </a:rPr>
              <a:t>时</a:t>
            </a:r>
            <a:r>
              <a:rPr lang="en-US" altLang="zh-CN" sz="2000" b="0" kern="0" dirty="0">
                <a:ea typeface="SimHei" panose="02010609060101010101" pitchFamily="49" charset="-122"/>
              </a:rPr>
              <a:t>)</a:t>
            </a:r>
            <a:endParaRPr lang="en-US" altLang="en-US" sz="2000" b="0" kern="0" dirty="0">
              <a:ea typeface="SimHei" panose="02010609060101010101" pitchFamily="49" charset="-122"/>
            </a:endParaRPr>
          </a:p>
          <a:p>
            <a:r>
              <a:rPr lang="en-US" altLang="zh-CN" sz="2400" b="0" kern="0" dirty="0" err="1">
                <a:ea typeface="SimHei" panose="02010609060101010101" pitchFamily="49" charset="-122"/>
              </a:rPr>
              <a:t>时钟</a:t>
            </a:r>
            <a:r>
              <a:rPr lang="en-US" altLang="en-US" sz="2400" b="0" kern="0" dirty="0">
                <a:ea typeface="SimHei" panose="02010609060101010101" pitchFamily="49" charset="-122"/>
              </a:rPr>
              <a:t> (CLK) </a:t>
            </a:r>
          </a:p>
          <a:p>
            <a:pPr lvl="1"/>
            <a:r>
              <a:rPr lang="en-US" altLang="en-US" sz="2000" b="0" kern="0" dirty="0">
                <a:ea typeface="SimHei" panose="02010609060101010101" pitchFamily="49" charset="-122"/>
              </a:rPr>
              <a:t>CLK </a:t>
            </a:r>
            <a:r>
              <a:rPr lang="zh-CN" altLang="en-US" sz="2000" b="0" kern="0" dirty="0">
                <a:ea typeface="SimHei" panose="02010609060101010101" pitchFamily="49" charset="-122"/>
              </a:rPr>
              <a:t>只在写入时发挥作用</a:t>
            </a:r>
          </a:p>
          <a:p>
            <a:pPr lvl="1"/>
            <a:r>
              <a:rPr lang="en-US" altLang="zh-CN" sz="2000" b="0" kern="0" dirty="0">
                <a:ea typeface="SimHei" panose="02010609060101010101" pitchFamily="49" charset="-122"/>
              </a:rPr>
              <a:t>读</a:t>
            </a:r>
            <a:r>
              <a:rPr lang="zh-CN" altLang="en-US" sz="2000" b="0" kern="0" dirty="0">
                <a:ea typeface="SimHei" panose="02010609060101010101" pitchFamily="49" charset="-122"/>
              </a:rPr>
              <a:t>取电路总能读到值</a:t>
            </a:r>
            <a:endParaRPr lang="en-US" altLang="en-US" sz="2000" b="0" kern="0" dirty="0">
              <a:ea typeface="SimHei" panose="02010609060101010101" pitchFamily="49" charset="-122"/>
            </a:endParaRPr>
          </a:p>
          <a:p>
            <a:pPr lvl="2"/>
            <a:r>
              <a:rPr lang="en-US" altLang="en-US" sz="1800" b="0" kern="0" dirty="0">
                <a:ea typeface="SimHei" panose="02010609060101010101" pitchFamily="49" charset="-122"/>
              </a:rPr>
              <a:t>RA or RB valid =&gt;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busA</a:t>
            </a:r>
            <a:r>
              <a:rPr lang="en-US" altLang="en-US" sz="1800" b="0" kern="0" dirty="0">
                <a:ea typeface="SimHei" panose="02010609060101010101" pitchFamily="49" charset="-122"/>
              </a:rPr>
              <a:t> or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busB</a:t>
            </a:r>
            <a:r>
              <a:rPr lang="en-US" altLang="en-US" sz="1800" b="0" kern="0" dirty="0">
                <a:ea typeface="SimHei" panose="02010609060101010101" pitchFamily="49" charset="-122"/>
              </a:rPr>
              <a:t> valid after </a:t>
            </a:r>
            <a:r>
              <a:rPr lang="en-US" altLang="en-US" sz="1800" b="0" kern="0" dirty="0">
                <a:latin typeface="Arial" charset="0"/>
                <a:ea typeface="SimHei" panose="02010609060101010101" pitchFamily="49" charset="-122"/>
              </a:rPr>
              <a:t>“</a:t>
            </a:r>
            <a:r>
              <a:rPr lang="en-US" altLang="en-US" sz="1800" b="0" kern="0" dirty="0">
                <a:ea typeface="SimHei" panose="02010609060101010101" pitchFamily="49" charset="-122"/>
              </a:rPr>
              <a:t>access time.</a:t>
            </a:r>
            <a:r>
              <a:rPr lang="en-US" altLang="en-US" sz="1800" b="0" kern="0" dirty="0">
                <a:latin typeface="Arial" charset="0"/>
                <a:ea typeface="SimHei" panose="02010609060101010101" pitchFamily="49" charset="-122"/>
              </a:rPr>
              <a:t>”</a:t>
            </a:r>
            <a:endParaRPr lang="en-US" altLang="en-US" sz="1800" b="0" kern="0" dirty="0">
              <a:ea typeface="SimHei" panose="02010609060101010101" pitchFamily="49" charset="-122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CDBC0E-3EE5-4DBB-B6BE-3E76123470BD}"/>
              </a:ext>
            </a:extLst>
          </p:cNvPr>
          <p:cNvGrpSpPr/>
          <p:nvPr/>
        </p:nvGrpSpPr>
        <p:grpSpPr>
          <a:xfrm>
            <a:off x="4989513" y="1301750"/>
            <a:ext cx="3744912" cy="2150145"/>
            <a:chOff x="4989513" y="1454150"/>
            <a:chExt cx="3744912" cy="2150145"/>
          </a:xfrm>
          <a:noFill/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CDC2FDC6-6F85-4F29-98F0-D0FDED122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638" y="2444750"/>
              <a:ext cx="838372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 err="1">
                  <a:latin typeface="+mn-lt"/>
                  <a:ea typeface="SimHei" panose="02010609060101010101" pitchFamily="49" charset="-122"/>
                </a:rPr>
                <a:t>busW</a:t>
              </a:r>
              <a:endParaRPr lang="en-US" altLang="en-US" sz="20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9C7F276A-737C-4733-A0FC-1D472FD6A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288" y="3119438"/>
              <a:ext cx="553038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 err="1">
                  <a:latin typeface="+mn-lt"/>
                  <a:ea typeface="SimHei" panose="02010609060101010101" pitchFamily="49" charset="-122"/>
                </a:rPr>
                <a:t>Clk</a:t>
              </a:r>
              <a:endParaRPr lang="en-US" altLang="en-US" sz="20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365D0629-6010-4D62-9F0F-D3CEE3BDB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2438" y="2749550"/>
              <a:ext cx="468078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E42EC5C-E1E3-4D79-90F8-A54BF7E4A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7038" y="2444750"/>
              <a:ext cx="468078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42D915F-5FA8-4EFF-8481-F08357AFD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2238" y="2139950"/>
              <a:ext cx="767840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 err="1">
                  <a:latin typeface="+mn-lt"/>
                  <a:ea typeface="SimHei" panose="02010609060101010101" pitchFamily="49" charset="-122"/>
                </a:rPr>
                <a:t>busA</a:t>
              </a:r>
              <a:endParaRPr lang="en-US" altLang="en-US" sz="20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503CAEBC-DD7E-4EB8-8440-111987FEF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7038" y="3206750"/>
              <a:ext cx="468078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20" name="Rectangle 22">
              <a:extLst>
                <a:ext uri="{FF2B5EF4-FFF2-40B4-BE49-F238E27FC236}">
                  <a16:creationId xmlns:a16="http://schemas.microsoft.com/office/drawing/2014/main" id="{6222F2BA-4FFB-4570-B99A-1729EA9D4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2238" y="2901950"/>
              <a:ext cx="992187" cy="3937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 err="1">
                  <a:latin typeface="+mn-lt"/>
                  <a:ea typeface="SimHei" panose="02010609060101010101" pitchFamily="49" charset="-122"/>
                </a:rPr>
                <a:t>busB</a:t>
              </a:r>
              <a:endParaRPr lang="en-US" altLang="en-US" sz="20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AB4AE91A-888E-440C-B943-05F4F6215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3038" y="1758950"/>
              <a:ext cx="325411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671682AC-6260-4348-AAB4-C212AF237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4038" y="1758950"/>
              <a:ext cx="325411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23" name="Rectangle 32">
              <a:extLst>
                <a:ext uri="{FF2B5EF4-FFF2-40B4-BE49-F238E27FC236}">
                  <a16:creationId xmlns:a16="http://schemas.microsoft.com/office/drawing/2014/main" id="{26940E75-0456-487C-8419-BFF5BB425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1238" y="1758950"/>
              <a:ext cx="325411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B96477A1-D947-49A2-B6D3-BDE8C9F07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2286000"/>
              <a:ext cx="1406525" cy="118745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5" name="Line 7">
              <a:extLst>
                <a:ext uri="{FF2B5EF4-FFF2-40B4-BE49-F238E27FC236}">
                  <a16:creationId xmlns:a16="http://schemas.microsoft.com/office/drawing/2014/main" id="{D6EBEBD7-D053-42A8-B8D8-8393321DF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8889" y="3231215"/>
              <a:ext cx="233362" cy="10795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" name="Line 8">
              <a:extLst>
                <a:ext uri="{FF2B5EF4-FFF2-40B4-BE49-F238E27FC236}">
                  <a16:creationId xmlns:a16="http://schemas.microsoft.com/office/drawing/2014/main" id="{4075D832-51F1-4419-B49A-572D727906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24598" y="3339165"/>
              <a:ext cx="247652" cy="108885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7" name="Rectangle 10">
              <a:extLst>
                <a:ext uri="{FF2B5EF4-FFF2-40B4-BE49-F238E27FC236}">
                  <a16:creationId xmlns:a16="http://schemas.microsoft.com/office/drawing/2014/main" id="{0ECA585C-DD97-43E0-990E-EB9735EB1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9513" y="1681163"/>
              <a:ext cx="1646477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Write Enable</a:t>
              </a:r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6F186812-1404-4E8C-9B2D-064F9817E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5425" y="2794000"/>
              <a:ext cx="1016000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D8494F54-FD5A-4A5E-B9F1-D29F85CC0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45175" y="2724150"/>
              <a:ext cx="88900" cy="13970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" name="Line 14">
              <a:extLst>
                <a:ext uri="{FF2B5EF4-FFF2-40B4-BE49-F238E27FC236}">
                  <a16:creationId xmlns:a16="http://schemas.microsoft.com/office/drawing/2014/main" id="{906FC591-CC5E-4F46-9C9D-22BA43C0A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0175" y="2489200"/>
              <a:ext cx="965200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" name="Line 15">
              <a:extLst>
                <a:ext uri="{FF2B5EF4-FFF2-40B4-BE49-F238E27FC236}">
                  <a16:creationId xmlns:a16="http://schemas.microsoft.com/office/drawing/2014/main" id="{C6A88411-CA76-4165-A874-64AB058214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9775" y="2419350"/>
              <a:ext cx="88900" cy="13970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" name="Line 18">
              <a:extLst>
                <a:ext uri="{FF2B5EF4-FFF2-40B4-BE49-F238E27FC236}">
                  <a16:creationId xmlns:a16="http://schemas.microsoft.com/office/drawing/2014/main" id="{5B10CAAD-DE0B-4DFB-973C-59F17B1596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61125" y="2019300"/>
              <a:ext cx="0" cy="25400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" name="Line 19">
              <a:extLst>
                <a:ext uri="{FF2B5EF4-FFF2-40B4-BE49-F238E27FC236}">
                  <a16:creationId xmlns:a16="http://schemas.microsoft.com/office/drawing/2014/main" id="{1E9E4E81-5B73-4862-BF45-9EC5309EC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0175" y="3251200"/>
              <a:ext cx="965200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" name="Line 20">
              <a:extLst>
                <a:ext uri="{FF2B5EF4-FFF2-40B4-BE49-F238E27FC236}">
                  <a16:creationId xmlns:a16="http://schemas.microsoft.com/office/drawing/2014/main" id="{91218EA9-96CC-4A65-9497-DED12C955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9775" y="3181350"/>
              <a:ext cx="88900" cy="13970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" name="Line 23">
              <a:extLst>
                <a:ext uri="{FF2B5EF4-FFF2-40B4-BE49-F238E27FC236}">
                  <a16:creationId xmlns:a16="http://schemas.microsoft.com/office/drawing/2014/main" id="{A1AA529A-5D3B-4B5F-835F-4330E8697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15000" y="3327400"/>
              <a:ext cx="590550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" name="Line 24">
              <a:extLst>
                <a:ext uri="{FF2B5EF4-FFF2-40B4-BE49-F238E27FC236}">
                  <a16:creationId xmlns:a16="http://schemas.microsoft.com/office/drawing/2014/main" id="{2D05FCA1-B538-4EC3-B743-1D8C961E2A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5925" y="1866900"/>
              <a:ext cx="0" cy="43180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" name="Line 25">
              <a:extLst>
                <a:ext uri="{FF2B5EF4-FFF2-40B4-BE49-F238E27FC236}">
                  <a16:creationId xmlns:a16="http://schemas.microsoft.com/office/drawing/2014/main" id="{6F2FF50C-FEA0-438A-A350-69523BA0AF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96075" y="1949450"/>
              <a:ext cx="139700" cy="16510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1FA4C5AB-48E7-4F8C-A310-17E7241BB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6925" y="1866900"/>
              <a:ext cx="0" cy="43180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" name="Line 28">
              <a:extLst>
                <a:ext uri="{FF2B5EF4-FFF2-40B4-BE49-F238E27FC236}">
                  <a16:creationId xmlns:a16="http://schemas.microsoft.com/office/drawing/2014/main" id="{08F0B5E3-7E14-4CFE-89CD-BD585C50E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77075" y="1949450"/>
              <a:ext cx="139700" cy="16510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0" name="Line 30">
              <a:extLst>
                <a:ext uri="{FF2B5EF4-FFF2-40B4-BE49-F238E27FC236}">
                  <a16:creationId xmlns:a16="http://schemas.microsoft.com/office/drawing/2014/main" id="{7091D056-9147-43B5-9EF7-4161010ED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4125" y="1866900"/>
              <a:ext cx="0" cy="43180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1" name="Line 31">
              <a:extLst>
                <a:ext uri="{FF2B5EF4-FFF2-40B4-BE49-F238E27FC236}">
                  <a16:creationId xmlns:a16="http://schemas.microsoft.com/office/drawing/2014/main" id="{BDBA4FFF-9224-4E95-959F-B79954698B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34275" y="1949450"/>
              <a:ext cx="139700" cy="16510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2" name="Rectangle 33">
              <a:extLst>
                <a:ext uri="{FF2B5EF4-FFF2-40B4-BE49-F238E27FC236}">
                  <a16:creationId xmlns:a16="http://schemas.microsoft.com/office/drawing/2014/main" id="{A833356B-294E-4753-A4CA-BFCC0C2D0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8888" y="1454150"/>
              <a:ext cx="606129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RW</a:t>
              </a:r>
            </a:p>
          </p:txBody>
        </p:sp>
        <p:sp>
          <p:nvSpPr>
            <p:cNvPr id="43" name="Rectangle 34">
              <a:extLst>
                <a:ext uri="{FF2B5EF4-FFF2-40B4-BE49-F238E27FC236}">
                  <a16:creationId xmlns:a16="http://schemas.microsoft.com/office/drawing/2014/main" id="{4FB4B0E1-27DB-470E-A12B-67A61821E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6575" y="1454150"/>
              <a:ext cx="549275" cy="3937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RA</a:t>
              </a:r>
            </a:p>
          </p:txBody>
        </p:sp>
        <p:sp>
          <p:nvSpPr>
            <p:cNvPr id="44" name="Rectangle 35">
              <a:extLst>
                <a:ext uri="{FF2B5EF4-FFF2-40B4-BE49-F238E27FC236}">
                  <a16:creationId xmlns:a16="http://schemas.microsoft.com/office/drawing/2014/main" id="{D489F1ED-2658-434F-BD95-4C07B93F0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1238" y="1454150"/>
              <a:ext cx="540214" cy="39754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RB</a:t>
              </a:r>
            </a:p>
          </p:txBody>
        </p:sp>
        <p:sp>
          <p:nvSpPr>
            <p:cNvPr id="45" name="Rectangle 36">
              <a:extLst>
                <a:ext uri="{FF2B5EF4-FFF2-40B4-BE49-F238E27FC236}">
                  <a16:creationId xmlns:a16="http://schemas.microsoft.com/office/drawing/2014/main" id="{B4FDCAFF-21DC-4487-8991-104636EBF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4675" y="2520950"/>
              <a:ext cx="1266373" cy="70532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32 32-bit</a:t>
              </a:r>
            </a:p>
            <a:p>
              <a:pPr algn="ctr" eaLnBrk="0" hangingPunct="0"/>
              <a:r>
                <a:rPr lang="en-US" altLang="en-US" sz="2000" dirty="0">
                  <a:latin typeface="+mn-lt"/>
                  <a:ea typeface="SimHei" panose="02010609060101010101" pitchFamily="49" charset="-122"/>
                </a:rPr>
                <a:t>Registers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F7C1FE6-1878-3CEA-A0FD-24BD6D33A966}"/>
                  </a:ext>
                </a:extLst>
              </p14:cNvPr>
              <p14:cNvContentPartPr/>
              <p14:nvPr/>
            </p14:nvContentPartPr>
            <p14:xfrm>
              <a:off x="7171200" y="1912320"/>
              <a:ext cx="1409040" cy="24487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F7C1FE6-1878-3CEA-A0FD-24BD6D33A9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1840" y="1902960"/>
                <a:ext cx="1427760" cy="246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16666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C640-F777-4595-9512-1836BB90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存储单元</a:t>
            </a:r>
            <a:r>
              <a:rPr lang="en-US" altLang="zh-CN" dirty="0"/>
              <a:t>——</a:t>
            </a:r>
            <a:r>
              <a:rPr lang="zh-CN" altLang="en-US" dirty="0"/>
              <a:t>存储器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F771-68B1-4DAA-B8A3-CF2CD90F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56</a:t>
            </a:fld>
            <a:endParaRPr lang="en-US" altLang="zh-CN" dirty="0"/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8870AEB3-91E5-4F42-838E-25C790870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58951"/>
            <a:ext cx="7810500" cy="473873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2800" b="0" kern="0" dirty="0">
                <a:ea typeface="SimHei" panose="02010609060101010101" pitchFamily="49" charset="-122"/>
              </a:rPr>
              <a:t>存储器</a:t>
            </a:r>
            <a:r>
              <a:rPr lang="en-US" altLang="zh-CN" sz="2800" b="0" kern="0" dirty="0">
                <a:ea typeface="SimHei" panose="02010609060101010101" pitchFamily="49" charset="-122"/>
              </a:rPr>
              <a:t>(memory): </a:t>
            </a:r>
            <a:r>
              <a:rPr lang="zh-CN" altLang="en-US" sz="2800" b="0" kern="0" dirty="0">
                <a:ea typeface="SimHei" panose="02010609060101010101" pitchFamily="49" charset="-122"/>
              </a:rPr>
              <a:t>容量大</a:t>
            </a:r>
            <a:endParaRPr lang="en-US" altLang="en-US" sz="2800" b="0" kern="0" dirty="0">
              <a:ea typeface="SimHei" panose="02010609060101010101" pitchFamily="49" charset="-122"/>
            </a:endParaRPr>
          </a:p>
          <a:p>
            <a:pPr lvl="1"/>
            <a:r>
              <a:rPr lang="zh-CN" altLang="en-US" sz="2000" b="0" kern="0" dirty="0">
                <a:ea typeface="SimHei" panose="02010609060101010101" pitchFamily="49" charset="-122"/>
              </a:rPr>
              <a:t>一个输入总线</a:t>
            </a:r>
            <a:r>
              <a:rPr lang="en-US" altLang="en-US" sz="2000" b="0" kern="0" dirty="0">
                <a:ea typeface="SimHei" panose="02010609060101010101" pitchFamily="49" charset="-122"/>
              </a:rPr>
              <a:t>: </a:t>
            </a:r>
            <a:r>
              <a:rPr lang="zh-CN" altLang="en-US" sz="2000" b="0" kern="0" dirty="0">
                <a:ea typeface="SimHei" panose="02010609060101010101" pitchFamily="49" charset="-122"/>
              </a:rPr>
              <a:t>数据输入</a:t>
            </a:r>
          </a:p>
          <a:p>
            <a:pPr lvl="1"/>
            <a:r>
              <a:rPr lang="zh-CN" altLang="en-US" sz="2000" b="0" kern="0" dirty="0">
                <a:ea typeface="SimHei" panose="02010609060101010101" pitchFamily="49" charset="-122"/>
              </a:rPr>
              <a:t>一个输出总线</a:t>
            </a:r>
            <a:r>
              <a:rPr lang="en-US" altLang="en-US" sz="2000" b="0" kern="0" dirty="0">
                <a:ea typeface="SimHei" panose="02010609060101010101" pitchFamily="49" charset="-122"/>
              </a:rPr>
              <a:t>: </a:t>
            </a:r>
            <a:r>
              <a:rPr lang="en-US" altLang="zh-CN" sz="2000" b="0" kern="0" dirty="0" err="1">
                <a:ea typeface="SimHei" panose="02010609060101010101" pitchFamily="49" charset="-122"/>
              </a:rPr>
              <a:t>数据</a:t>
            </a:r>
            <a:r>
              <a:rPr lang="zh-CN" altLang="en-US" sz="2000" b="0" kern="0" dirty="0">
                <a:ea typeface="SimHei" panose="02010609060101010101" pitchFamily="49" charset="-122"/>
              </a:rPr>
              <a:t>输出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zh-CN" sz="2800" b="0" kern="0" dirty="0" err="1">
                <a:ea typeface="SimHei" panose="02010609060101010101" pitchFamily="49" charset="-122"/>
              </a:rPr>
              <a:t>存储器</a:t>
            </a:r>
            <a:r>
              <a:rPr lang="zh-CN" altLang="en-US" sz="2800" b="0" kern="0" dirty="0">
                <a:ea typeface="SimHei" panose="02010609060101010101" pitchFamily="49" charset="-122"/>
              </a:rPr>
              <a:t>选择</a:t>
            </a:r>
            <a:r>
              <a:rPr lang="en-US" altLang="en-US" sz="2800" b="0" kern="0" dirty="0">
                <a:ea typeface="SimHei" panose="02010609060101010101" pitchFamily="49" charset="-122"/>
              </a:rPr>
              <a:t>:</a:t>
            </a:r>
          </a:p>
          <a:p>
            <a:pPr lvl="1"/>
            <a:r>
              <a:rPr lang="en-US" altLang="zh-CN" sz="2000" b="0" kern="0" dirty="0" err="1">
                <a:ea typeface="SimHei" panose="02010609060101010101" pitchFamily="49" charset="-122"/>
              </a:rPr>
              <a:t>通过</a:t>
            </a:r>
            <a:r>
              <a:rPr lang="zh-CN" altLang="en-US" sz="2000" b="0" kern="0" dirty="0">
                <a:ea typeface="SimHei" panose="02010609060101010101" pitchFamily="49" charset="-122"/>
              </a:rPr>
              <a:t>地址线</a:t>
            </a:r>
            <a:r>
              <a:rPr lang="en-US" altLang="en-US" sz="2000" b="0" kern="0" dirty="0">
                <a:ea typeface="SimHei" panose="02010609060101010101" pitchFamily="49" charset="-122"/>
              </a:rPr>
              <a:t>Address </a:t>
            </a:r>
            <a:r>
              <a:rPr lang="zh-CN" altLang="en-US" sz="2000" b="0" kern="0" dirty="0">
                <a:ea typeface="SimHei" panose="02010609060101010101" pitchFamily="49" charset="-122"/>
              </a:rPr>
              <a:t>选择哪个</a:t>
            </a:r>
            <a:r>
              <a:rPr lang="en-US" altLang="zh-CN" sz="2000" b="0" kern="0" dirty="0">
                <a:ea typeface="SimHei" panose="02010609060101010101" pitchFamily="49" charset="-122"/>
              </a:rPr>
              <a:t>32</a:t>
            </a:r>
            <a:r>
              <a:rPr lang="zh-CN" altLang="en-US" sz="2000" b="0" kern="0" dirty="0">
                <a:ea typeface="SimHei" panose="02010609060101010101" pitchFamily="49" charset="-122"/>
              </a:rPr>
              <a:t>位字被放在数据输出总线上</a:t>
            </a:r>
          </a:p>
          <a:p>
            <a:pPr lvl="1"/>
            <a:r>
              <a:rPr lang="en-US" altLang="en-US" sz="2000" b="0" kern="0" dirty="0">
                <a:ea typeface="SimHei" panose="02010609060101010101" pitchFamily="49" charset="-122"/>
              </a:rPr>
              <a:t>Write Enable = 1: </a:t>
            </a:r>
            <a:r>
              <a:rPr lang="zh-CN" altLang="en-US" sz="2000" b="0" kern="0" dirty="0">
                <a:ea typeface="SimHei" panose="02010609060101010101" pitchFamily="49" charset="-122"/>
              </a:rPr>
              <a:t>通过</a:t>
            </a:r>
            <a:r>
              <a:rPr lang="en-US" altLang="zh-CN" sz="2000" b="0" kern="0" dirty="0">
                <a:ea typeface="SimHei" panose="02010609060101010101" pitchFamily="49" charset="-122"/>
              </a:rPr>
              <a:t>address</a:t>
            </a:r>
            <a:r>
              <a:rPr lang="zh-CN" altLang="en-US" sz="2000" b="0" kern="0" dirty="0">
                <a:ea typeface="SimHei" panose="02010609060101010101" pitchFamily="49" charset="-122"/>
              </a:rPr>
              <a:t>选择哪个地址的</a:t>
            </a:r>
            <a:r>
              <a:rPr lang="en-US" altLang="zh-CN" sz="2000" b="0" kern="0" dirty="0">
                <a:ea typeface="SimHei" panose="02010609060101010101" pitchFamily="49" charset="-122"/>
              </a:rPr>
              <a:t>32</a:t>
            </a:r>
            <a:r>
              <a:rPr lang="zh-CN" altLang="en-US" sz="2000" b="0" kern="0" dirty="0">
                <a:ea typeface="SimHei" panose="02010609060101010101" pitchFamily="49" charset="-122"/>
              </a:rPr>
              <a:t>位字写为输入总线的数据</a:t>
            </a:r>
            <a:endParaRPr lang="en-US" altLang="zh-CN" sz="2000" b="0" kern="0" dirty="0">
              <a:ea typeface="SimHei" panose="02010609060101010101" pitchFamily="49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sz="2800" b="0" kern="0" dirty="0">
                <a:ea typeface="SimHei" panose="02010609060101010101" pitchFamily="49" charset="-122"/>
              </a:rPr>
              <a:t>Clock input (CLK) </a:t>
            </a:r>
          </a:p>
          <a:p>
            <a:pPr lvl="1"/>
            <a:r>
              <a:rPr lang="en-US" altLang="en-US" sz="2000" b="0" kern="0" dirty="0">
                <a:ea typeface="SimHei" panose="02010609060101010101" pitchFamily="49" charset="-122"/>
              </a:rPr>
              <a:t>CLK input </a:t>
            </a:r>
            <a:r>
              <a:rPr lang="zh-CN" altLang="en-US" sz="2000" b="0" kern="0" dirty="0">
                <a:ea typeface="SimHei" panose="02010609060101010101" pitchFamily="49" charset="-122"/>
              </a:rPr>
              <a:t>只在写入有效</a:t>
            </a:r>
          </a:p>
          <a:p>
            <a:pPr lvl="1"/>
            <a:r>
              <a:rPr lang="zh-CN" altLang="en-US" sz="2000" b="0" kern="0" dirty="0">
                <a:ea typeface="SimHei" panose="02010609060101010101" pitchFamily="49" charset="-122"/>
              </a:rPr>
              <a:t>在读出时</a:t>
            </a:r>
            <a:r>
              <a:rPr lang="en-US" altLang="en-US" sz="2000" b="0" kern="0" dirty="0">
                <a:ea typeface="SimHei" panose="02010609060101010101" pitchFamily="49" charset="-122"/>
              </a:rPr>
              <a:t>, </a:t>
            </a:r>
            <a:r>
              <a:rPr lang="zh-CN" altLang="en-US" sz="2000" b="0" kern="0" dirty="0">
                <a:ea typeface="SimHei" panose="02010609060101010101" pitchFamily="49" charset="-122"/>
              </a:rPr>
              <a:t>类似于组合逻辑</a:t>
            </a:r>
            <a:r>
              <a:rPr lang="en-US" altLang="en-US" sz="2000" b="0" kern="0" dirty="0">
                <a:ea typeface="SimHei" panose="02010609060101010101" pitchFamily="49" charset="-122"/>
              </a:rPr>
              <a:t>:</a:t>
            </a:r>
          </a:p>
          <a:p>
            <a:pPr lvl="2"/>
            <a:r>
              <a:rPr lang="en-US" altLang="en-US" sz="1800" b="0" kern="0" dirty="0">
                <a:ea typeface="SimHei" panose="02010609060101010101" pitchFamily="49" charset="-122"/>
              </a:rPr>
              <a:t>Address valid =&gt; Data Out valid after </a:t>
            </a:r>
            <a:r>
              <a:rPr lang="en-US" altLang="en-US" sz="1800" b="0" kern="0" dirty="0">
                <a:latin typeface="Arial" charset="0"/>
                <a:ea typeface="SimHei" panose="02010609060101010101" pitchFamily="49" charset="-122"/>
              </a:rPr>
              <a:t>“</a:t>
            </a:r>
            <a:r>
              <a:rPr lang="en-US" altLang="en-US" sz="1800" b="0" kern="0" dirty="0">
                <a:ea typeface="SimHei" panose="02010609060101010101" pitchFamily="49" charset="-122"/>
              </a:rPr>
              <a:t>access time.</a:t>
            </a:r>
            <a:r>
              <a:rPr lang="en-US" altLang="en-US" sz="1800" b="0" kern="0" dirty="0">
                <a:latin typeface="Arial" charset="0"/>
                <a:ea typeface="SimHei" panose="02010609060101010101" pitchFamily="49" charset="-122"/>
              </a:rPr>
              <a:t>”</a:t>
            </a:r>
            <a:endParaRPr lang="en-US" altLang="en-US" sz="1800" b="0" kern="0" dirty="0">
              <a:ea typeface="SimHei" panose="02010609060101010101" pitchFamily="49" charset="-122"/>
            </a:endParaRP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id="{A23E54B4-F47A-40B6-AECA-FC2A6EE54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850" y="2765464"/>
            <a:ext cx="55303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20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5" name="Rectangle 5">
            <a:extLst>
              <a:ext uri="{FF2B5EF4-FFF2-40B4-BE49-F238E27FC236}">
                <a16:creationId xmlns:a16="http://schemas.microsoft.com/office/drawing/2014/main" id="{920E52CC-93C8-407D-BF8A-72C299584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22539"/>
            <a:ext cx="1008290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96" name="Rectangle 6">
            <a:extLst>
              <a:ext uri="{FF2B5EF4-FFF2-40B4-BE49-F238E27FC236}">
                <a16:creationId xmlns:a16="http://schemas.microsoft.com/office/drawing/2014/main" id="{52C0C605-058D-426C-8CBF-849E490D9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588" y="2051089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7" name="Line 7">
            <a:extLst>
              <a:ext uri="{FF2B5EF4-FFF2-40B4-BE49-F238E27FC236}">
                <a16:creationId xmlns:a16="http://schemas.microsoft.com/office/drawing/2014/main" id="{AAE6A5C2-2CE4-470C-A87E-942498C43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3003588"/>
            <a:ext cx="301625" cy="10634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8" name="Line 8">
            <a:extLst>
              <a:ext uri="{FF2B5EF4-FFF2-40B4-BE49-F238E27FC236}">
                <a16:creationId xmlns:a16="http://schemas.microsoft.com/office/drawing/2014/main" id="{BD9600AE-926D-41BF-9B45-8A5C48F87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4587" y="3117889"/>
            <a:ext cx="314325" cy="10634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9" name="Rectangle 10">
            <a:extLst>
              <a:ext uri="{FF2B5EF4-FFF2-40B4-BE49-F238E27FC236}">
                <a16:creationId xmlns:a16="http://schemas.microsoft.com/office/drawing/2014/main" id="{96528180-0954-4BAB-A154-E8B6F3A6E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458951"/>
            <a:ext cx="164647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Write Enable</a:t>
            </a:r>
          </a:p>
        </p:txBody>
      </p:sp>
      <p:sp>
        <p:nvSpPr>
          <p:cNvPr id="100" name="Line 11">
            <a:extLst>
              <a:ext uri="{FF2B5EF4-FFF2-40B4-BE49-F238E27FC236}">
                <a16:creationId xmlns:a16="http://schemas.microsoft.com/office/drawing/2014/main" id="{7C3CBBA2-A228-43CC-A79F-95ED8E07D0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4463" y="2571789"/>
            <a:ext cx="1003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1" name="Line 12">
            <a:extLst>
              <a:ext uri="{FF2B5EF4-FFF2-40B4-BE49-F238E27FC236}">
                <a16:creationId xmlns:a16="http://schemas.microsoft.com/office/drawing/2014/main" id="{46921F61-4DC0-4294-B006-561ED47904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7863" y="250193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2" name="Rectangle 13">
            <a:extLst>
              <a:ext uri="{FF2B5EF4-FFF2-40B4-BE49-F238E27FC236}">
                <a16:creationId xmlns:a16="http://schemas.microsoft.com/office/drawing/2014/main" id="{8285B897-DF73-4565-88F9-01E6C770F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2527339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03" name="Line 14">
            <a:extLst>
              <a:ext uri="{FF2B5EF4-FFF2-40B4-BE49-F238E27FC236}">
                <a16:creationId xmlns:a16="http://schemas.microsoft.com/office/drawing/2014/main" id="{FBA56FF8-F2F2-4F92-ADE0-B337E0139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5563" y="2571789"/>
            <a:ext cx="1282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4" name="Line 15">
            <a:extLst>
              <a:ext uri="{FF2B5EF4-FFF2-40B4-BE49-F238E27FC236}">
                <a16:creationId xmlns:a16="http://schemas.microsoft.com/office/drawing/2014/main" id="{196855D1-1861-4229-BB17-7276F5D542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01063" y="250193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5" name="Rectangle 16">
            <a:extLst>
              <a:ext uri="{FF2B5EF4-FFF2-40B4-BE49-F238E27FC236}">
                <a16:creationId xmlns:a16="http://schemas.microsoft.com/office/drawing/2014/main" id="{448DFEE1-66A9-487E-BFA7-8375A45A5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25" y="2527339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06" name="Rectangle 17">
            <a:extLst>
              <a:ext uri="{FF2B5EF4-FFF2-40B4-BE49-F238E27FC236}">
                <a16:creationId xmlns:a16="http://schemas.microsoft.com/office/drawing/2014/main" id="{B42DAB30-5238-4AA0-9C00-25B0FD133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4925" y="2222539"/>
            <a:ext cx="113653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 err="1">
                <a:latin typeface="+mn-lt"/>
                <a:ea typeface="SimHei" panose="02010609060101010101" pitchFamily="49" charset="-122"/>
              </a:rPr>
              <a:t>DataOut</a:t>
            </a:r>
            <a:endParaRPr lang="en-US" altLang="en-US" sz="20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7" name="Line 18">
            <a:extLst>
              <a:ext uri="{FF2B5EF4-FFF2-40B4-BE49-F238E27FC236}">
                <a16:creationId xmlns:a16="http://schemas.microsoft.com/office/drawing/2014/main" id="{B69ADEF4-59C5-4F4B-966A-EDD0C35284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6213" y="1803439"/>
            <a:ext cx="0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8" name="Line 19">
            <a:extLst>
              <a:ext uri="{FF2B5EF4-FFF2-40B4-BE49-F238E27FC236}">
                <a16:creationId xmlns:a16="http://schemas.microsoft.com/office/drawing/2014/main" id="{FB9792E7-D6A1-415E-AD19-39C36A67A7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14988" y="312269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9" name="Line 20">
            <a:extLst>
              <a:ext uri="{FF2B5EF4-FFF2-40B4-BE49-F238E27FC236}">
                <a16:creationId xmlns:a16="http://schemas.microsoft.com/office/drawing/2014/main" id="{3DCCC75F-B3EB-4CBA-9DB5-CBC6C0CE40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9613" y="1587539"/>
            <a:ext cx="0" cy="444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0" name="Rectangle 21">
            <a:extLst>
              <a:ext uri="{FF2B5EF4-FFF2-40B4-BE49-F238E27FC236}">
                <a16:creationId xmlns:a16="http://schemas.microsoft.com/office/drawing/2014/main" id="{1B6FEE6C-4E08-4EEE-8869-204684A77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5325" y="1460539"/>
            <a:ext cx="112370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Address</a:t>
            </a:r>
          </a:p>
        </p:txBody>
      </p:sp>
      <p:sp>
        <p:nvSpPr>
          <p:cNvPr id="111" name="Line 12">
            <a:extLst>
              <a:ext uri="{FF2B5EF4-FFF2-40B4-BE49-F238E27FC236}">
                <a16:creationId xmlns:a16="http://schemas.microsoft.com/office/drawing/2014/main" id="{3A6F2C10-AACB-4532-A4BF-DB30F0D2F1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0400" y="177645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2" name="Rectangle 13">
            <a:extLst>
              <a:ext uri="{FF2B5EF4-FFF2-40B4-BE49-F238E27FC236}">
                <a16:creationId xmlns:a16="http://schemas.microsoft.com/office/drawing/2014/main" id="{345994DC-54C5-4C97-AB93-80061902E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5" y="1687551"/>
            <a:ext cx="46807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4" name="Rectangle 36">
            <a:extLst>
              <a:ext uri="{FF2B5EF4-FFF2-40B4-BE49-F238E27FC236}">
                <a16:creationId xmlns:a16="http://schemas.microsoft.com/office/drawing/2014/main" id="{00917DE6-F72E-4D7D-BBBE-449F31879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529" y="2473822"/>
            <a:ext cx="1107677" cy="39754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20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801857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/>
              <a:t>复习与回顾</a:t>
            </a:r>
            <a:endParaRPr lang="en-US" altLang="zh-CN" dirty="0"/>
          </a:p>
          <a:p>
            <a:pPr marL="342900" lvl="1" indent="-342900">
              <a:buFontTx/>
              <a:buChar char="•"/>
            </a:pPr>
            <a:r>
              <a:rPr lang="zh-CN" altLang="en-US" sz="3200" dirty="0">
                <a:solidFill>
                  <a:srgbClr val="3333FF"/>
                </a:solidFill>
                <a:cs typeface="+mn-cs"/>
              </a:rPr>
              <a:t>单周期数据通路设计流程</a:t>
            </a:r>
            <a:endParaRPr lang="en-US" altLang="zh-CN" sz="3200" dirty="0">
              <a:solidFill>
                <a:srgbClr val="3333FF"/>
              </a:solidFill>
              <a:cs typeface="+mn-cs"/>
            </a:endParaRPr>
          </a:p>
          <a:p>
            <a:pPr lvl="1"/>
            <a:r>
              <a:rPr lang="zh-CN" altLang="en-US" sz="2400" dirty="0"/>
              <a:t>指令集和设计需求分析</a:t>
            </a:r>
            <a:endParaRPr lang="en-US" altLang="zh-CN" sz="2400" dirty="0"/>
          </a:p>
          <a:p>
            <a:pPr lvl="1"/>
            <a:r>
              <a:rPr lang="zh-CN" altLang="en-US" sz="2400" dirty="0"/>
              <a:t>功能模块设计</a:t>
            </a:r>
            <a:endParaRPr lang="en-US" altLang="zh-CN" dirty="0"/>
          </a:p>
          <a:p>
            <a:pPr lvl="1"/>
            <a:r>
              <a:rPr lang="zh-CN" altLang="en-US" sz="2400" dirty="0">
                <a:solidFill>
                  <a:srgbClr val="3333FF"/>
                </a:solidFill>
              </a:rPr>
              <a:t>数据通路模块组装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lvl="1"/>
            <a:r>
              <a:rPr lang="zh-CN" altLang="en-US" sz="2400" dirty="0"/>
              <a:t>控制信号分析与逻辑设计</a:t>
            </a:r>
            <a:endParaRPr lang="en-US" altLang="zh-CN" sz="2400" dirty="0"/>
          </a:p>
          <a:p>
            <a:r>
              <a:rPr lang="zh-CN" altLang="en-US" dirty="0"/>
              <a:t>单周期数据通路延时分析</a:t>
            </a:r>
            <a:endParaRPr lang="en-US" altLang="zh-CN" dirty="0"/>
          </a:p>
          <a:p>
            <a:r>
              <a:rPr lang="zh-CN" altLang="en-US" dirty="0"/>
              <a:t>多周期数据通路</a:t>
            </a:r>
            <a:endParaRPr lang="en-US" altLang="zh-CN" dirty="0"/>
          </a:p>
          <a:p>
            <a:r>
              <a:rPr lang="zh-CN" altLang="en-US" dirty="0"/>
              <a:t>异常与中断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330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C640-F777-4595-9512-1836BB90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取指令单元</a:t>
            </a:r>
            <a:r>
              <a:rPr lang="en-US" altLang="zh-CN" dirty="0">
                <a:solidFill>
                  <a:schemeClr val="tx1"/>
                </a:solidFill>
              </a:rPr>
              <a:t>IF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F771-68B1-4DAA-B8A3-CF2CD90F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58</a:t>
            </a:fld>
            <a:endParaRPr lang="en-US" altLang="zh-CN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51DABFAC-658E-4BC2-A3AC-50E55BEBF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95425"/>
            <a:ext cx="8191500" cy="314137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b="0" kern="0" dirty="0">
                <a:ea typeface="SimHei" panose="02010609060101010101" pitchFamily="49" charset="-122"/>
              </a:rPr>
              <a:t>所有指令都公用的单元</a:t>
            </a:r>
          </a:p>
          <a:p>
            <a:pPr lvl="1"/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Fetch the Instruction: </a:t>
            </a:r>
            <a:r>
              <a:rPr lang="en-US" altLang="en-US" sz="2400" b="0" kern="0" dirty="0" err="1">
                <a:solidFill>
                  <a:srgbClr val="3333CC"/>
                </a:solidFill>
                <a:ea typeface="SimHei" panose="02010609060101010101" pitchFamily="49" charset="-122"/>
              </a:rPr>
              <a:t>Inst_Mem</a:t>
            </a:r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[PC]</a:t>
            </a:r>
          </a:p>
          <a:p>
            <a:pPr lvl="1"/>
            <a:r>
              <a:rPr lang="zh-CN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更新</a:t>
            </a:r>
            <a:r>
              <a:rPr lang="en-US" altLang="zh-CN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PC</a:t>
            </a:r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: Next </a:t>
            </a:r>
            <a:r>
              <a:rPr lang="en-US" altLang="zh-CN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Address Logic</a:t>
            </a:r>
            <a:endParaRPr lang="en-US" altLang="en-US" sz="2400" b="0" kern="0" dirty="0">
              <a:solidFill>
                <a:srgbClr val="3333CC"/>
              </a:solidFill>
              <a:ea typeface="SimHei" panose="02010609060101010101" pitchFamily="49" charset="-122"/>
            </a:endParaRPr>
          </a:p>
          <a:p>
            <a:pPr lvl="2"/>
            <a:r>
              <a:rPr lang="en-US" altLang="zh-CN" b="0" kern="0" dirty="0" err="1">
                <a:ea typeface="SimHei" panose="02010609060101010101" pitchFamily="49" charset="-122"/>
              </a:rPr>
              <a:t>顺序</a:t>
            </a:r>
            <a:r>
              <a:rPr lang="zh-CN" altLang="en-US" b="0" kern="0" dirty="0">
                <a:ea typeface="SimHei" panose="02010609060101010101" pitchFamily="49" charset="-122"/>
              </a:rPr>
              <a:t>指令时</a:t>
            </a:r>
            <a:r>
              <a:rPr lang="en-US" altLang="en-US" b="0" kern="0" dirty="0">
                <a:ea typeface="SimHei" panose="02010609060101010101" pitchFamily="49" charset="-122"/>
              </a:rPr>
              <a:t>: </a:t>
            </a:r>
            <a:endParaRPr lang="en-US" altLang="zh-CN" b="0" kern="0" dirty="0">
              <a:ea typeface="SimHei" panose="02010609060101010101" pitchFamily="49" charset="-122"/>
            </a:endParaRPr>
          </a:p>
          <a:p>
            <a:pPr lvl="2">
              <a:buFont typeface="Wingdings" pitchFamily="2" charset="2"/>
              <a:buNone/>
            </a:pPr>
            <a:r>
              <a:rPr lang="en-US" altLang="zh-CN" b="0" kern="0" dirty="0">
                <a:ea typeface="SimHei" panose="02010609060101010101" pitchFamily="49" charset="-122"/>
              </a:rPr>
              <a:t>   </a:t>
            </a:r>
            <a:r>
              <a:rPr lang="en-US" altLang="en-US" b="0" kern="0" dirty="0">
                <a:ea typeface="SimHei" panose="02010609060101010101" pitchFamily="49" charset="-122"/>
              </a:rPr>
              <a:t>PC &lt;= PC + 4 </a:t>
            </a:r>
          </a:p>
          <a:p>
            <a:pPr lvl="2"/>
            <a:r>
              <a:rPr lang="zh-CN" altLang="en-US" b="0" kern="0" dirty="0">
                <a:ea typeface="SimHei" panose="02010609060101010101" pitchFamily="49" charset="-122"/>
              </a:rPr>
              <a:t>分支跳转时</a:t>
            </a:r>
            <a:r>
              <a:rPr lang="en-US" altLang="en-US" b="0" kern="0" dirty="0">
                <a:ea typeface="SimHei" panose="02010609060101010101" pitchFamily="49" charset="-122"/>
              </a:rPr>
              <a:t>:  </a:t>
            </a:r>
            <a:endParaRPr lang="en-US" altLang="zh-CN" b="0" kern="0" dirty="0">
              <a:ea typeface="SimHei" panose="02010609060101010101" pitchFamily="49" charset="-122"/>
            </a:endParaRPr>
          </a:p>
          <a:p>
            <a:pPr lvl="2">
              <a:buFont typeface="Wingdings" pitchFamily="2" charset="2"/>
              <a:buNone/>
            </a:pPr>
            <a:r>
              <a:rPr lang="en-US" altLang="zh-CN" b="0" kern="0" dirty="0">
                <a:ea typeface="SimHei" panose="02010609060101010101" pitchFamily="49" charset="-122"/>
              </a:rPr>
              <a:t>  </a:t>
            </a:r>
            <a:r>
              <a:rPr lang="en-US" altLang="en-US" b="0" kern="0" dirty="0">
                <a:ea typeface="SimHei" panose="02010609060101010101" pitchFamily="49" charset="-122"/>
              </a:rPr>
              <a:t> PC &lt;= “something else”</a:t>
            </a:r>
          </a:p>
        </p:txBody>
      </p:sp>
      <p:sp>
        <p:nvSpPr>
          <p:cNvPr id="25" name="Line 4">
            <a:extLst>
              <a:ext uri="{FF2B5EF4-FFF2-40B4-BE49-F238E27FC236}">
                <a16:creationId xmlns:a16="http://schemas.microsoft.com/office/drawing/2014/main" id="{198F219D-345C-43A1-AECC-DF1362398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7688" y="5445125"/>
            <a:ext cx="218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20FB4EC7-EA91-41D1-A0DE-1269735968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9738" y="5280025"/>
            <a:ext cx="2413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B2CEB355-0DB7-41FE-AD9C-6BAD06829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247" y="542804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6787BBDA-C37D-43F7-B6E8-367BD1F13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424" y="5037095"/>
            <a:ext cx="167462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Instruction Word</a:t>
            </a:r>
          </a:p>
        </p:txBody>
      </p:sp>
      <p:grpSp>
        <p:nvGrpSpPr>
          <p:cNvPr id="29" name="Group 8">
            <a:extLst>
              <a:ext uri="{FF2B5EF4-FFF2-40B4-BE49-F238E27FC236}">
                <a16:creationId xmlns:a16="http://schemas.microsoft.com/office/drawing/2014/main" id="{660C8D0B-C5A6-4CF1-B2F9-CCD20B942A66}"/>
              </a:ext>
            </a:extLst>
          </p:cNvPr>
          <p:cNvGrpSpPr>
            <a:grpSpLocks/>
          </p:cNvGrpSpPr>
          <p:nvPr/>
        </p:nvGrpSpPr>
        <p:grpSpPr bwMode="auto">
          <a:xfrm>
            <a:off x="5491163" y="4781550"/>
            <a:ext cx="1406525" cy="1247775"/>
            <a:chOff x="2458" y="3050"/>
            <a:chExt cx="886" cy="786"/>
          </a:xfrm>
        </p:grpSpPr>
        <p:sp>
          <p:nvSpPr>
            <p:cNvPr id="30" name="Rectangle 9">
              <a:extLst>
                <a:ext uri="{FF2B5EF4-FFF2-40B4-BE49-F238E27FC236}">
                  <a16:creationId xmlns:a16="http://schemas.microsoft.com/office/drawing/2014/main" id="{64DA1308-6859-4A50-A073-71205B2E9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3088"/>
              <a:ext cx="886" cy="7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" name="Rectangle 10">
              <a:extLst>
                <a:ext uri="{FF2B5EF4-FFF2-40B4-BE49-F238E27FC236}">
                  <a16:creationId xmlns:a16="http://schemas.microsoft.com/office/drawing/2014/main" id="{44607C31-0F0E-44F3-B6CD-047D17C2E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3050"/>
              <a:ext cx="58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Address</a:t>
              </a:r>
            </a:p>
          </p:txBody>
        </p:sp>
        <p:sp>
          <p:nvSpPr>
            <p:cNvPr id="32" name="Rectangle 11">
              <a:extLst>
                <a:ext uri="{FF2B5EF4-FFF2-40B4-BE49-F238E27FC236}">
                  <a16:creationId xmlns:a16="http://schemas.microsoft.com/office/drawing/2014/main" id="{7698A21D-7B9F-4689-BB95-DFC0799F4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3313"/>
              <a:ext cx="712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Instruction</a:t>
              </a:r>
            </a:p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3" name="Rectangle 12">
            <a:extLst>
              <a:ext uri="{FF2B5EF4-FFF2-40B4-BE49-F238E27FC236}">
                <a16:creationId xmlns:a16="http://schemas.microsoft.com/office/drawing/2014/main" id="{D5BF7800-0DE3-4567-A316-BA6CF6A7A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622675"/>
            <a:ext cx="1258888" cy="3222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" name="Line 13">
            <a:extLst>
              <a:ext uri="{FF2B5EF4-FFF2-40B4-BE49-F238E27FC236}">
                <a16:creationId xmlns:a16="http://schemas.microsoft.com/office/drawing/2014/main" id="{A85739FC-EC31-4A55-993C-1B24CCB90D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72919" y="3700463"/>
            <a:ext cx="177800" cy="10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" name="Line 14">
            <a:extLst>
              <a:ext uri="{FF2B5EF4-FFF2-40B4-BE49-F238E27FC236}">
                <a16:creationId xmlns:a16="http://schemas.microsoft.com/office/drawing/2014/main" id="{B1126E4E-A6F0-4D6F-AAB3-F4752B963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7837" y="3802063"/>
            <a:ext cx="192881" cy="8543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" name="Line 16">
            <a:extLst>
              <a:ext uri="{FF2B5EF4-FFF2-40B4-BE49-F238E27FC236}">
                <a16:creationId xmlns:a16="http://schemas.microsoft.com/office/drawing/2014/main" id="{5D3C927C-6220-4819-9608-AF5A8512CF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8731" y="3806826"/>
            <a:ext cx="4841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7" name="Rectangle 17">
            <a:extLst>
              <a:ext uri="{FF2B5EF4-FFF2-40B4-BE49-F238E27FC236}">
                <a16:creationId xmlns:a16="http://schemas.microsoft.com/office/drawing/2014/main" id="{AAF3298F-1E8C-4642-9CE2-903D2FF3B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6138" y="361473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8" name="Rectangle 18">
            <a:extLst>
              <a:ext uri="{FF2B5EF4-FFF2-40B4-BE49-F238E27FC236}">
                <a16:creationId xmlns:a16="http://schemas.microsoft.com/office/drawing/2014/main" id="{910E5BBF-122A-4E72-A417-B0C2D0D51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7888" y="361632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6B5FE408-DFEA-44DA-9A2B-7833A302D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725" y="4075115"/>
            <a:ext cx="1402501" cy="582211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Next Address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Logic</a:t>
            </a:r>
          </a:p>
        </p:txBody>
      </p:sp>
      <p:sp>
        <p:nvSpPr>
          <p:cNvPr id="42" name="Line 22">
            <a:extLst>
              <a:ext uri="{FF2B5EF4-FFF2-40B4-BE49-F238E27FC236}">
                <a16:creationId xmlns:a16="http://schemas.microsoft.com/office/drawing/2014/main" id="{8B7FB0AD-2304-4990-A597-4A9C70123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1564" y="3962400"/>
            <a:ext cx="9524" cy="8794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" name="Line 23">
            <a:extLst>
              <a:ext uri="{FF2B5EF4-FFF2-40B4-BE49-F238E27FC236}">
                <a16:creationId xmlns:a16="http://schemas.microsoft.com/office/drawing/2014/main" id="{4E1D98FD-A4BB-4C2F-BA6D-8002E5978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3788" y="4359275"/>
            <a:ext cx="952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4" name="Line 24">
            <a:extLst>
              <a:ext uri="{FF2B5EF4-FFF2-40B4-BE49-F238E27FC236}">
                <a16:creationId xmlns:a16="http://schemas.microsoft.com/office/drawing/2014/main" id="{700975A5-C9CD-4DAA-9BEE-161FECC19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1088" y="3063875"/>
            <a:ext cx="0" cy="552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5" name="Line 25">
            <a:extLst>
              <a:ext uri="{FF2B5EF4-FFF2-40B4-BE49-F238E27FC236}">
                <a16:creationId xmlns:a16="http://schemas.microsoft.com/office/drawing/2014/main" id="{E1BA4B20-2142-4143-8648-6133E52F2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3788" y="3063875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" name="Line 26">
            <a:extLst>
              <a:ext uri="{FF2B5EF4-FFF2-40B4-BE49-F238E27FC236}">
                <a16:creationId xmlns:a16="http://schemas.microsoft.com/office/drawing/2014/main" id="{2DAB1D0C-47A9-411D-814F-E42937386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0" y="3063875"/>
            <a:ext cx="0" cy="1011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03320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C640-F777-4595-9512-1836BB90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加减法等运算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F771-68B1-4DAA-B8A3-CF2CD90F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59</a:t>
            </a:fld>
            <a:endParaRPr lang="en-US" altLang="zh-CN" dirty="0"/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440F66D0-B75F-4E5E-873E-59BEEE951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371600"/>
            <a:ext cx="7962900" cy="159017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sz="2800" b="0" kern="0" dirty="0">
                <a:ea typeface="SimHei" panose="02010609060101010101" pitchFamily="49" charset="-122"/>
              </a:rPr>
              <a:t>R[</a:t>
            </a:r>
            <a:r>
              <a:rPr lang="en-US" altLang="en-US" sz="28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2800" b="0" kern="0" dirty="0">
                <a:ea typeface="SimHei" panose="02010609060101010101" pitchFamily="49" charset="-122"/>
              </a:rPr>
              <a:t>] &lt;= R[</a:t>
            </a:r>
            <a:r>
              <a:rPr lang="en-US" altLang="en-US" sz="2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2800" b="0" kern="0" dirty="0">
                <a:ea typeface="SimHei" panose="02010609060101010101" pitchFamily="49" charset="-122"/>
              </a:rPr>
              <a:t>] op R[rt] 	</a:t>
            </a:r>
            <a:r>
              <a:rPr lang="en-US" altLang="en-US" sz="2400" b="0" kern="0" dirty="0">
                <a:ea typeface="SimHei" panose="02010609060101010101" pitchFamily="49" charset="-122"/>
              </a:rPr>
              <a:t>	</a:t>
            </a:r>
            <a:br>
              <a:rPr lang="en-US" altLang="en-US" sz="2400" b="0" kern="0" dirty="0">
                <a:ea typeface="SimHei" panose="02010609060101010101" pitchFamily="49" charset="-122"/>
              </a:rPr>
            </a:br>
            <a:r>
              <a:rPr lang="zh-CN" altLang="en-US" sz="2400" b="0" kern="0" dirty="0">
                <a:ea typeface="SimHei" panose="02010609060101010101" pitchFamily="49" charset="-122"/>
              </a:rPr>
              <a:t>例子</a:t>
            </a:r>
            <a:r>
              <a:rPr lang="en-US" altLang="en-US" sz="2400" b="0" kern="0" dirty="0">
                <a:ea typeface="SimHei" panose="02010609060101010101" pitchFamily="49" charset="-122"/>
              </a:rPr>
              <a:t>: </a:t>
            </a:r>
            <a:r>
              <a:rPr lang="en-US" altLang="en-US" sz="2400" b="0" kern="0" dirty="0" err="1">
                <a:ea typeface="SimHei" panose="02010609060101010101" pitchFamily="49" charset="-122"/>
              </a:rPr>
              <a:t>addu</a:t>
            </a:r>
            <a:r>
              <a:rPr lang="en-US" altLang="en-US" sz="2400" b="0" kern="0" dirty="0">
                <a:ea typeface="SimHei" panose="02010609060101010101" pitchFamily="49" charset="-122"/>
              </a:rPr>
              <a:t>  </a:t>
            </a:r>
            <a:r>
              <a:rPr lang="en-US" altLang="en-US" sz="24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2400" b="0" kern="0" dirty="0">
                <a:ea typeface="SimHei" panose="02010609060101010101" pitchFamily="49" charset="-122"/>
              </a:rPr>
              <a:t>, </a:t>
            </a:r>
            <a:r>
              <a:rPr lang="en-US" altLang="en-US" sz="24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2400" b="0" kern="0" dirty="0">
                <a:ea typeface="SimHei" panose="02010609060101010101" pitchFamily="49" charset="-122"/>
              </a:rPr>
              <a:t>, rt</a:t>
            </a:r>
          </a:p>
          <a:p>
            <a:pPr lvl="1"/>
            <a:r>
              <a:rPr lang="en-US" altLang="en-US" sz="2000" b="0" kern="0" dirty="0">
                <a:ea typeface="SimHei" panose="02010609060101010101" pitchFamily="49" charset="-122"/>
              </a:rPr>
              <a:t>Ra, Rb, and 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Rw</a:t>
            </a:r>
            <a:r>
              <a:rPr lang="en-US" altLang="en-US" sz="2000" b="0" kern="0" dirty="0">
                <a:ea typeface="SimHei" panose="02010609060101010101" pitchFamily="49" charset="-122"/>
              </a:rPr>
              <a:t> </a:t>
            </a:r>
            <a:r>
              <a:rPr lang="zh-CN" altLang="en-US" sz="2000" b="0" kern="0" dirty="0">
                <a:ea typeface="SimHei" panose="02010609060101010101" pitchFamily="49" charset="-122"/>
              </a:rPr>
              <a:t>来自指令自中的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2000" b="0" kern="0" dirty="0">
                <a:ea typeface="SimHei" panose="02010609060101010101" pitchFamily="49" charset="-122"/>
              </a:rPr>
              <a:t>, rt, </a:t>
            </a:r>
            <a:r>
              <a:rPr lang="zh-CN" altLang="en-US" sz="2000" b="0" kern="0" dirty="0">
                <a:ea typeface="SimHei" panose="02010609060101010101" pitchFamily="49" charset="-122"/>
              </a:rPr>
              <a:t>和</a:t>
            </a:r>
            <a:r>
              <a:rPr lang="en-US" altLang="en-US" sz="2000" b="0" kern="0" dirty="0">
                <a:ea typeface="SimHei" panose="02010609060101010101" pitchFamily="49" charset="-122"/>
              </a:rPr>
              <a:t> 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rd</a:t>
            </a:r>
            <a:endParaRPr lang="en-US" altLang="en-US" sz="2000" b="0" kern="0" dirty="0">
              <a:ea typeface="SimHei" panose="02010609060101010101" pitchFamily="49" charset="-122"/>
            </a:endParaRPr>
          </a:p>
          <a:p>
            <a:pPr lvl="1"/>
            <a:r>
              <a:rPr lang="en-US" altLang="en-US" sz="2000" b="0" kern="0" dirty="0" err="1">
                <a:ea typeface="SimHei" panose="02010609060101010101" pitchFamily="49" charset="-122"/>
              </a:rPr>
              <a:t>ALUConf</a:t>
            </a:r>
            <a:r>
              <a:rPr lang="en-US" altLang="en-US" sz="2000" b="0" kern="0" dirty="0">
                <a:ea typeface="SimHei" panose="02010609060101010101" pitchFamily="49" charset="-122"/>
              </a:rPr>
              <a:t> and </a:t>
            </a:r>
            <a:r>
              <a:rPr lang="en-US" altLang="en-US" sz="2000" b="0" kern="0" dirty="0" err="1">
                <a:ea typeface="SimHei" panose="02010609060101010101" pitchFamily="49" charset="-122"/>
              </a:rPr>
              <a:t>RegWr</a:t>
            </a:r>
            <a:r>
              <a:rPr lang="en-US" altLang="en-US" sz="2000" b="0" kern="0" dirty="0">
                <a:ea typeface="SimHei" panose="02010609060101010101" pitchFamily="49" charset="-122"/>
              </a:rPr>
              <a:t>: </a:t>
            </a:r>
            <a:r>
              <a:rPr lang="zh-CN" altLang="en-US" sz="2000" b="0" kern="0" dirty="0">
                <a:ea typeface="SimHei" panose="02010609060101010101" pitchFamily="49" charset="-122"/>
              </a:rPr>
              <a:t>根据指令译码确定的控制信号</a:t>
            </a:r>
            <a:r>
              <a:rPr lang="en-US" altLang="en-US" sz="2000" b="0" kern="0" dirty="0">
                <a:ea typeface="SimHei" panose="02010609060101010101" pitchFamily="49" charset="-122"/>
              </a:rPr>
              <a:t>             </a:t>
            </a:r>
          </a:p>
        </p:txBody>
      </p:sp>
      <p:sp>
        <p:nvSpPr>
          <p:cNvPr id="57" name="Line 13">
            <a:extLst>
              <a:ext uri="{FF2B5EF4-FFF2-40B4-BE49-F238E27FC236}">
                <a16:creationId xmlns:a16="http://schemas.microsoft.com/office/drawing/2014/main" id="{14B2C6E1-517D-48D6-BE3B-CB4933E643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5679" y="5585556"/>
            <a:ext cx="130968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8" name="Line 14">
            <a:extLst>
              <a:ext uri="{FF2B5EF4-FFF2-40B4-BE49-F238E27FC236}">
                <a16:creationId xmlns:a16="http://schemas.microsoft.com/office/drawing/2014/main" id="{3FBB725B-2D7D-49E5-9411-D506DCF376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89229" y="5439506"/>
            <a:ext cx="1651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9" name="Rectangle 15">
            <a:extLst>
              <a:ext uri="{FF2B5EF4-FFF2-40B4-BE49-F238E27FC236}">
                <a16:creationId xmlns:a16="http://schemas.microsoft.com/office/drawing/2014/main" id="{FC312D70-C895-49D9-933A-5EF9DEC02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491" y="5585556"/>
            <a:ext cx="39370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60" name="Rectangle 16">
            <a:extLst>
              <a:ext uri="{FF2B5EF4-FFF2-40B4-BE49-F238E27FC236}">
                <a16:creationId xmlns:a16="http://schemas.microsoft.com/office/drawing/2014/main" id="{D2FDDB09-9600-4BB4-82B1-09737367A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3691" y="5280756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61" name="Line 17">
            <a:extLst>
              <a:ext uri="{FF2B5EF4-FFF2-40B4-BE49-F238E27FC236}">
                <a16:creationId xmlns:a16="http://schemas.microsoft.com/office/drawing/2014/main" id="{8A40E364-A199-473C-B5BC-0C8C9D9BD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9779" y="4677506"/>
            <a:ext cx="0" cy="4445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2" name="Rectangle 18">
            <a:extLst>
              <a:ext uri="{FF2B5EF4-FFF2-40B4-BE49-F238E27FC236}">
                <a16:creationId xmlns:a16="http://schemas.microsoft.com/office/drawing/2014/main" id="{8229B3FE-A1BB-40F7-A242-EA540B701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366" y="4366356"/>
            <a:ext cx="10588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4" name="Rectangle 20">
            <a:extLst>
              <a:ext uri="{FF2B5EF4-FFF2-40B4-BE49-F238E27FC236}">
                <a16:creationId xmlns:a16="http://schemas.microsoft.com/office/drawing/2014/main" id="{9F513BC5-87F3-46E4-AFF0-BE2AD83AD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491" y="5204556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9" name="Line 26">
            <a:extLst>
              <a:ext uri="{FF2B5EF4-FFF2-40B4-BE49-F238E27FC236}">
                <a16:creationId xmlns:a16="http://schemas.microsoft.com/office/drawing/2014/main" id="{2B5B73D6-A145-4280-BD49-9335FB6F72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1279" y="5509356"/>
            <a:ext cx="10160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1" name="Rectangle 28">
            <a:extLst>
              <a:ext uri="{FF2B5EF4-FFF2-40B4-BE49-F238E27FC236}">
                <a16:creationId xmlns:a16="http://schemas.microsoft.com/office/drawing/2014/main" id="{31ECDCB2-97ED-46C2-8AA3-F7878C37E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091" y="550935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72" name="Line 29">
            <a:extLst>
              <a:ext uri="{FF2B5EF4-FFF2-40B4-BE49-F238E27FC236}">
                <a16:creationId xmlns:a16="http://schemas.microsoft.com/office/drawing/2014/main" id="{C4D31F28-6A58-413C-B97C-ACA27193C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5079" y="5128356"/>
            <a:ext cx="18034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3" name="Line 30">
            <a:extLst>
              <a:ext uri="{FF2B5EF4-FFF2-40B4-BE49-F238E27FC236}">
                <a16:creationId xmlns:a16="http://schemas.microsoft.com/office/drawing/2014/main" id="{408DD760-8E66-4DCF-9625-847628E49F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36629" y="4982306"/>
            <a:ext cx="1651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4" name="Rectangle 31">
            <a:extLst>
              <a:ext uri="{FF2B5EF4-FFF2-40B4-BE49-F238E27FC236}">
                <a16:creationId xmlns:a16="http://schemas.microsoft.com/office/drawing/2014/main" id="{EDAB37B7-F489-450A-B10C-03BBF5EA1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891" y="520455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75" name="Rectangle 32">
            <a:extLst>
              <a:ext uri="{FF2B5EF4-FFF2-40B4-BE49-F238E27FC236}">
                <a16:creationId xmlns:a16="http://schemas.microsoft.com/office/drawing/2014/main" id="{A6E28F8F-B750-47AB-9478-B3D398408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091" y="4823556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7" name="Line 34">
            <a:extLst>
              <a:ext uri="{FF2B5EF4-FFF2-40B4-BE49-F238E27FC236}">
                <a16:creationId xmlns:a16="http://schemas.microsoft.com/office/drawing/2014/main" id="{66B5C4F2-0868-42C9-ADD5-C633D35F8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5079" y="6042756"/>
            <a:ext cx="18034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8" name="Line 35">
            <a:extLst>
              <a:ext uri="{FF2B5EF4-FFF2-40B4-BE49-F238E27FC236}">
                <a16:creationId xmlns:a16="http://schemas.microsoft.com/office/drawing/2014/main" id="{BE060949-0660-4544-86C7-6CFF6AE721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36629" y="5896706"/>
            <a:ext cx="1651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9" name="Rectangle 36">
            <a:extLst>
              <a:ext uri="{FF2B5EF4-FFF2-40B4-BE49-F238E27FC236}">
                <a16:creationId xmlns:a16="http://schemas.microsoft.com/office/drawing/2014/main" id="{5962548E-FC58-418F-87DB-AB5F95C62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891" y="604275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80" name="Rectangle 37">
            <a:extLst>
              <a:ext uri="{FF2B5EF4-FFF2-40B4-BE49-F238E27FC236}">
                <a16:creationId xmlns:a16="http://schemas.microsoft.com/office/drawing/2014/main" id="{00DBC5A6-F3AA-4B85-958F-691728590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091" y="5737956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5" name="Line 52">
            <a:extLst>
              <a:ext uri="{FF2B5EF4-FFF2-40B4-BE49-F238E27FC236}">
                <a16:creationId xmlns:a16="http://schemas.microsoft.com/office/drawing/2014/main" id="{D6535023-8C96-492F-863F-D93C55EA8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5176" y="5598256"/>
            <a:ext cx="0" cy="948594"/>
          </a:xfrm>
          <a:prstGeom prst="line">
            <a:avLst/>
          </a:prstGeom>
          <a:noFill/>
          <a:ln w="25400" cap="rnd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6" name="Line 53">
            <a:extLst>
              <a:ext uri="{FF2B5EF4-FFF2-40B4-BE49-F238E27FC236}">
                <a16:creationId xmlns:a16="http://schemas.microsoft.com/office/drawing/2014/main" id="{43F64A85-43A0-4147-8562-FF735A15B2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1279" y="6546850"/>
            <a:ext cx="5613897" cy="0"/>
          </a:xfrm>
          <a:prstGeom prst="line">
            <a:avLst/>
          </a:prstGeom>
          <a:noFill/>
          <a:ln w="25400" cap="rnd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7" name="Line 54">
            <a:extLst>
              <a:ext uri="{FF2B5EF4-FFF2-40B4-BE49-F238E27FC236}">
                <a16:creationId xmlns:a16="http://schemas.microsoft.com/office/drawing/2014/main" id="{3BEF31FE-C8E0-475E-8F8D-E5DA88448C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3979" y="5496656"/>
            <a:ext cx="0" cy="105019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0" name="Line 27">
            <a:extLst>
              <a:ext uri="{FF2B5EF4-FFF2-40B4-BE49-F238E27FC236}">
                <a16:creationId xmlns:a16="http://schemas.microsoft.com/office/drawing/2014/main" id="{63A1ED24-85FD-468F-968D-330AB8551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64829" y="5363306"/>
            <a:ext cx="1651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A4DB8F5-BC5A-4A58-A7E2-015AA43AEA1F}"/>
              </a:ext>
            </a:extLst>
          </p:cNvPr>
          <p:cNvGrpSpPr/>
          <p:nvPr/>
        </p:nvGrpSpPr>
        <p:grpSpPr>
          <a:xfrm>
            <a:off x="1814016" y="4213956"/>
            <a:ext cx="2207203" cy="1987550"/>
            <a:chOff x="1838325" y="4114800"/>
            <a:chExt cx="2207203" cy="1987550"/>
          </a:xfrm>
        </p:grpSpPr>
        <p:sp>
          <p:nvSpPr>
            <p:cNvPr id="63" name="Rectangle 19">
              <a:extLst>
                <a:ext uri="{FF2B5EF4-FFF2-40B4-BE49-F238E27FC236}">
                  <a16:creationId xmlns:a16="http://schemas.microsoft.com/office/drawing/2014/main" id="{EDCE52C9-EBB3-419A-8E35-FBBC3F7CD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325" y="5648325"/>
              <a:ext cx="47929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Clk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5" name="Rectangle 21">
              <a:extLst>
                <a:ext uri="{FF2B5EF4-FFF2-40B4-BE49-F238E27FC236}">
                  <a16:creationId xmlns:a16="http://schemas.microsoft.com/office/drawing/2014/main" id="{74C9CAA7-B6DB-4B1A-A907-FECD401AF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063" y="4889500"/>
              <a:ext cx="1431925" cy="12128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6" name="Line 22">
              <a:extLst>
                <a:ext uri="{FF2B5EF4-FFF2-40B4-BE49-F238E27FC236}">
                  <a16:creationId xmlns:a16="http://schemas.microsoft.com/office/drawing/2014/main" id="{C42CBA17-F194-4A75-9656-BD2D108EB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588" y="5846030"/>
              <a:ext cx="250825" cy="1132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7" name="Line 23">
              <a:extLst>
                <a:ext uri="{FF2B5EF4-FFF2-40B4-BE49-F238E27FC236}">
                  <a16:creationId xmlns:a16="http://schemas.microsoft.com/office/drawing/2014/main" id="{6CFF62D9-2CBE-4C89-89A8-176FB30E1D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413" y="5965655"/>
              <a:ext cx="254000" cy="97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8" name="Rectangle 25">
              <a:extLst>
                <a:ext uri="{FF2B5EF4-FFF2-40B4-BE49-F238E27FC236}">
                  <a16:creationId xmlns:a16="http://schemas.microsoft.com/office/drawing/2014/main" id="{6BC31768-4654-4673-A8D8-5ACD4F364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367" y="4341641"/>
              <a:ext cx="81702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RegWr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6" name="Line 33">
              <a:extLst>
                <a:ext uri="{FF2B5EF4-FFF2-40B4-BE49-F238E27FC236}">
                  <a16:creationId xmlns:a16="http://schemas.microsoft.com/office/drawing/2014/main" id="{FA7C7124-3AFC-41AC-BB7F-9C6FA4DA4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6050" y="4629150"/>
              <a:ext cx="0" cy="25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1" name="Line 38">
              <a:extLst>
                <a:ext uri="{FF2B5EF4-FFF2-40B4-BE49-F238E27FC236}">
                  <a16:creationId xmlns:a16="http://schemas.microsoft.com/office/drawing/2014/main" id="{1EAA108E-6A7F-45EA-B22D-D4019BCB9D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5164" y="5943595"/>
              <a:ext cx="6080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2" name="Line 39">
              <a:extLst>
                <a:ext uri="{FF2B5EF4-FFF2-40B4-BE49-F238E27FC236}">
                  <a16:creationId xmlns:a16="http://schemas.microsoft.com/office/drawing/2014/main" id="{1B39AB8D-2EB7-43F1-9231-09E352268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6088" y="4470403"/>
              <a:ext cx="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3" name="Line 40">
              <a:extLst>
                <a:ext uri="{FF2B5EF4-FFF2-40B4-BE49-F238E27FC236}">
                  <a16:creationId xmlns:a16="http://schemas.microsoft.com/office/drawing/2014/main" id="{C07F769A-A383-4AE9-B817-680853405F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6238" y="4565650"/>
              <a:ext cx="139700" cy="16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4" name="Rectangle 41">
              <a:extLst>
                <a:ext uri="{FF2B5EF4-FFF2-40B4-BE49-F238E27FC236}">
                  <a16:creationId xmlns:a16="http://schemas.microsoft.com/office/drawing/2014/main" id="{42D186A8-B524-4711-8498-90193D1E6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4419600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85" name="Line 42">
              <a:extLst>
                <a:ext uri="{FF2B5EF4-FFF2-40B4-BE49-F238E27FC236}">
                  <a16:creationId xmlns:a16="http://schemas.microsoft.com/office/drawing/2014/main" id="{8BEDB281-8C0D-4785-B71A-FDCF4638C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7088" y="4470403"/>
              <a:ext cx="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6" name="Line 43">
              <a:extLst>
                <a:ext uri="{FF2B5EF4-FFF2-40B4-BE49-F238E27FC236}">
                  <a16:creationId xmlns:a16="http://schemas.microsoft.com/office/drawing/2014/main" id="{24249405-77C4-4B0B-A8D5-08DDB5A998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7238" y="4565650"/>
              <a:ext cx="139700" cy="16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7" name="Rectangle 44">
              <a:extLst>
                <a:ext uri="{FF2B5EF4-FFF2-40B4-BE49-F238E27FC236}">
                  <a16:creationId xmlns:a16="http://schemas.microsoft.com/office/drawing/2014/main" id="{23F908C8-1C77-4175-B7A6-F83BE3D57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419600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88" name="Line 45">
              <a:extLst>
                <a:ext uri="{FF2B5EF4-FFF2-40B4-BE49-F238E27FC236}">
                  <a16:creationId xmlns:a16="http://schemas.microsoft.com/office/drawing/2014/main" id="{1DB1C43B-2032-4430-8006-4F85BA87C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4288" y="4470403"/>
              <a:ext cx="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9" name="Line 46">
              <a:extLst>
                <a:ext uri="{FF2B5EF4-FFF2-40B4-BE49-F238E27FC236}">
                  <a16:creationId xmlns:a16="http://schemas.microsoft.com/office/drawing/2014/main" id="{8B1EF2BF-1539-4852-B044-717629B83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4438" y="4565650"/>
              <a:ext cx="139700" cy="16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0" name="Rectangle 47">
              <a:extLst>
                <a:ext uri="{FF2B5EF4-FFF2-40B4-BE49-F238E27FC236}">
                  <a16:creationId xmlns:a16="http://schemas.microsoft.com/office/drawing/2014/main" id="{D080208A-196F-4D70-9DDD-2866ED5BF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419600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91" name="Rectangle 48">
              <a:extLst>
                <a:ext uri="{FF2B5EF4-FFF2-40B4-BE49-F238E27FC236}">
                  <a16:creationId xmlns:a16="http://schemas.microsoft.com/office/drawing/2014/main" id="{895C6DB9-2278-4BA6-826C-FE31139F8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4876800"/>
              <a:ext cx="4776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Rw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2" name="Rectangle 49">
              <a:extLst>
                <a:ext uri="{FF2B5EF4-FFF2-40B4-BE49-F238E27FC236}">
                  <a16:creationId xmlns:a16="http://schemas.microsoft.com/office/drawing/2014/main" id="{604BCFC0-B4CB-4581-95EE-69742F515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876800"/>
              <a:ext cx="44403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Ra</a:t>
              </a:r>
            </a:p>
          </p:txBody>
        </p:sp>
        <p:sp>
          <p:nvSpPr>
            <p:cNvPr id="93" name="Rectangle 50">
              <a:extLst>
                <a:ext uri="{FF2B5EF4-FFF2-40B4-BE49-F238E27FC236}">
                  <a16:creationId xmlns:a16="http://schemas.microsoft.com/office/drawing/2014/main" id="{4D7E899B-0F5E-440C-868E-218529723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876800"/>
              <a:ext cx="44403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Rb</a:t>
              </a:r>
            </a:p>
          </p:txBody>
        </p:sp>
        <p:sp>
          <p:nvSpPr>
            <p:cNvPr id="94" name="Rectangle 51">
              <a:extLst>
                <a:ext uri="{FF2B5EF4-FFF2-40B4-BE49-F238E27FC236}">
                  <a16:creationId xmlns:a16="http://schemas.microsoft.com/office/drawing/2014/main" id="{A9DBF899-9555-4F36-A285-6DF86D45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113" y="5275263"/>
              <a:ext cx="1048365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  32-bit</a:t>
              </a:r>
            </a:p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Registers</a:t>
              </a:r>
            </a:p>
          </p:txBody>
        </p:sp>
        <p:sp>
          <p:nvSpPr>
            <p:cNvPr id="98" name="Rectangle 55">
              <a:extLst>
                <a:ext uri="{FF2B5EF4-FFF2-40B4-BE49-F238E27FC236}">
                  <a16:creationId xmlns:a16="http://schemas.microsoft.com/office/drawing/2014/main" id="{F97EF605-6D0B-434D-A527-FE512B182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114800"/>
              <a:ext cx="43281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solidFill>
                    <a:schemeClr val="accent2"/>
                  </a:solidFill>
                  <a:latin typeface="+mn-lt"/>
                  <a:ea typeface="SimHei" panose="02010609060101010101" pitchFamily="49" charset="-122"/>
                </a:rPr>
                <a:t>Rs</a:t>
              </a:r>
            </a:p>
          </p:txBody>
        </p:sp>
        <p:sp>
          <p:nvSpPr>
            <p:cNvPr id="99" name="Rectangle 56">
              <a:extLst>
                <a:ext uri="{FF2B5EF4-FFF2-40B4-BE49-F238E27FC236}">
                  <a16:creationId xmlns:a16="http://schemas.microsoft.com/office/drawing/2014/main" id="{89080CA1-C245-4641-8A7E-CF291CDD3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114800"/>
              <a:ext cx="38792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solidFill>
                    <a:schemeClr val="accent2"/>
                  </a:solidFill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sp>
          <p:nvSpPr>
            <p:cNvPr id="100" name="Rectangle 57">
              <a:extLst>
                <a:ext uri="{FF2B5EF4-FFF2-40B4-BE49-F238E27FC236}">
                  <a16:creationId xmlns:a16="http://schemas.microsoft.com/office/drawing/2014/main" id="{523B30E0-F3EB-46F8-B2A5-07B8C3216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4114800"/>
              <a:ext cx="44403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solidFill>
                    <a:schemeClr val="accent2"/>
                  </a:solidFill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66F5594-5ACD-452B-8D3A-658DBA68E65E}"/>
              </a:ext>
            </a:extLst>
          </p:cNvPr>
          <p:cNvGrpSpPr/>
          <p:nvPr/>
        </p:nvGrpSpPr>
        <p:grpSpPr>
          <a:xfrm>
            <a:off x="5774829" y="4988656"/>
            <a:ext cx="505337" cy="1193800"/>
            <a:chOff x="5799138" y="4889500"/>
            <a:chExt cx="505337" cy="1193800"/>
          </a:xfrm>
        </p:grpSpPr>
        <p:grpSp>
          <p:nvGrpSpPr>
            <p:cNvPr id="48" name="Group 4">
              <a:extLst>
                <a:ext uri="{FF2B5EF4-FFF2-40B4-BE49-F238E27FC236}">
                  <a16:creationId xmlns:a16="http://schemas.microsoft.com/office/drawing/2014/main" id="{E6A89383-ED8E-4807-A5CF-91BD9974E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49" name="Line 5">
                <a:extLst>
                  <a:ext uri="{FF2B5EF4-FFF2-40B4-BE49-F238E27FC236}">
                    <a16:creationId xmlns:a16="http://schemas.microsoft.com/office/drawing/2014/main" id="{D599AA6B-95ED-4195-B81F-9B14877D7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0" name="Line 6">
                <a:extLst>
                  <a:ext uri="{FF2B5EF4-FFF2-40B4-BE49-F238E27FC236}">
                    <a16:creationId xmlns:a16="http://schemas.microsoft.com/office/drawing/2014/main" id="{2A4870E3-DD75-4DCF-B145-17314AC84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1" name="Line 7">
                <a:extLst>
                  <a:ext uri="{FF2B5EF4-FFF2-40B4-BE49-F238E27FC236}">
                    <a16:creationId xmlns:a16="http://schemas.microsoft.com/office/drawing/2014/main" id="{602B67AD-1728-47E4-9649-A049D29FDF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2" name="Line 8">
                <a:extLst>
                  <a:ext uri="{FF2B5EF4-FFF2-40B4-BE49-F238E27FC236}">
                    <a16:creationId xmlns:a16="http://schemas.microsoft.com/office/drawing/2014/main" id="{BFBE91F5-C7F7-4F9A-994A-07DB2E8E70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3" name="Line 9">
                <a:extLst>
                  <a:ext uri="{FF2B5EF4-FFF2-40B4-BE49-F238E27FC236}">
                    <a16:creationId xmlns:a16="http://schemas.microsoft.com/office/drawing/2014/main" id="{39B88ED2-5881-4061-8446-7262B7F19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4" name="Line 10">
                <a:extLst>
                  <a:ext uri="{FF2B5EF4-FFF2-40B4-BE49-F238E27FC236}">
                    <a16:creationId xmlns:a16="http://schemas.microsoft.com/office/drawing/2014/main" id="{6545EC5A-AEE6-43C2-9FEC-C316D295F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5" name="Line 11">
                <a:extLst>
                  <a:ext uri="{FF2B5EF4-FFF2-40B4-BE49-F238E27FC236}">
                    <a16:creationId xmlns:a16="http://schemas.microsoft.com/office/drawing/2014/main" id="{DA0D2035-5368-4644-BA69-474EC0875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6" name="Line 12">
                <a:extLst>
                  <a:ext uri="{FF2B5EF4-FFF2-40B4-BE49-F238E27FC236}">
                    <a16:creationId xmlns:a16="http://schemas.microsoft.com/office/drawing/2014/main" id="{30EC692F-D81C-4C4C-B1B3-7083EEBC6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01" name="Rectangle 58">
              <a:extLst>
                <a:ext uri="{FF2B5EF4-FFF2-40B4-BE49-F238E27FC236}">
                  <a16:creationId xmlns:a16="http://schemas.microsoft.com/office/drawing/2014/main" id="{C1551BBC-92D8-45E9-9C27-2FCEAEE6FF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grpSp>
        <p:nvGrpSpPr>
          <p:cNvPr id="102" name="Group 59">
            <a:extLst>
              <a:ext uri="{FF2B5EF4-FFF2-40B4-BE49-F238E27FC236}">
                <a16:creationId xmlns:a16="http://schemas.microsoft.com/office/drawing/2014/main" id="{68175E58-81E1-4888-9073-0504AD94211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124200"/>
            <a:ext cx="6316663" cy="946150"/>
            <a:chOff x="1047" y="1344"/>
            <a:chExt cx="3979" cy="596"/>
          </a:xfrm>
        </p:grpSpPr>
        <p:sp>
          <p:nvSpPr>
            <p:cNvPr id="103" name="Rectangle 60">
              <a:extLst>
                <a:ext uri="{FF2B5EF4-FFF2-40B4-BE49-F238E27FC236}">
                  <a16:creationId xmlns:a16="http://schemas.microsoft.com/office/drawing/2014/main" id="{9F269F85-1088-4D07-8025-A31A7B467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1544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04" name="Group 61">
              <a:extLst>
                <a:ext uri="{FF2B5EF4-FFF2-40B4-BE49-F238E27FC236}">
                  <a16:creationId xmlns:a16="http://schemas.microsoft.com/office/drawing/2014/main" id="{CCEEE35C-3A19-4863-9343-C55108BA15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8" y="1536"/>
              <a:ext cx="664" cy="212"/>
              <a:chOff x="1108" y="1536"/>
              <a:chExt cx="664" cy="212"/>
            </a:xfrm>
          </p:grpSpPr>
          <p:sp>
            <p:nvSpPr>
              <p:cNvPr id="134" name="Rectangle 62">
                <a:extLst>
                  <a:ext uri="{FF2B5EF4-FFF2-40B4-BE49-F238E27FC236}">
                    <a16:creationId xmlns:a16="http://schemas.microsoft.com/office/drawing/2014/main" id="{3F53D854-D6C6-4F37-8DF5-25F1601FA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154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5" name="Rectangle 63">
                <a:extLst>
                  <a:ext uri="{FF2B5EF4-FFF2-40B4-BE49-F238E27FC236}">
                    <a16:creationId xmlns:a16="http://schemas.microsoft.com/office/drawing/2014/main" id="{22B390B2-97B1-4622-B842-78AB1BF1C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153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105" name="Group 64">
              <a:extLst>
                <a:ext uri="{FF2B5EF4-FFF2-40B4-BE49-F238E27FC236}">
                  <a16:creationId xmlns:a16="http://schemas.microsoft.com/office/drawing/2014/main" id="{789BFEB4-5C93-4D22-A542-711601B6FB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0" y="1536"/>
              <a:ext cx="616" cy="212"/>
              <a:chOff x="1780" y="1536"/>
              <a:chExt cx="616" cy="212"/>
            </a:xfrm>
          </p:grpSpPr>
          <p:sp>
            <p:nvSpPr>
              <p:cNvPr id="132" name="Rectangle 65">
                <a:extLst>
                  <a:ext uri="{FF2B5EF4-FFF2-40B4-BE49-F238E27FC236}">
                    <a16:creationId xmlns:a16="http://schemas.microsoft.com/office/drawing/2014/main" id="{7EBDF405-E1DF-415C-9C86-C01874C6B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0" y="154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3" name="Rectangle 66">
                <a:extLst>
                  <a:ext uri="{FF2B5EF4-FFF2-40B4-BE49-F238E27FC236}">
                    <a16:creationId xmlns:a16="http://schemas.microsoft.com/office/drawing/2014/main" id="{1AD05878-537A-4BF9-8EA6-291D3D7F7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153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06" name="Group 67">
              <a:extLst>
                <a:ext uri="{FF2B5EF4-FFF2-40B4-BE49-F238E27FC236}">
                  <a16:creationId xmlns:a16="http://schemas.microsoft.com/office/drawing/2014/main" id="{2F8B2497-A5BC-44EA-884E-E25583304D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4" y="1536"/>
              <a:ext cx="616" cy="212"/>
              <a:chOff x="2404" y="1536"/>
              <a:chExt cx="616" cy="212"/>
            </a:xfrm>
          </p:grpSpPr>
          <p:sp>
            <p:nvSpPr>
              <p:cNvPr id="130" name="Rectangle 68">
                <a:extLst>
                  <a:ext uri="{FF2B5EF4-FFF2-40B4-BE49-F238E27FC236}">
                    <a16:creationId xmlns:a16="http://schemas.microsoft.com/office/drawing/2014/main" id="{A74C06E9-F622-4B38-BEA3-914D24970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" y="154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1" name="Rectangle 69">
                <a:extLst>
                  <a:ext uri="{FF2B5EF4-FFF2-40B4-BE49-F238E27FC236}">
                    <a16:creationId xmlns:a16="http://schemas.microsoft.com/office/drawing/2014/main" id="{8A8E976F-47B7-4A54-BFF4-6D8B19A2D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3" y="153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grpSp>
          <p:nvGrpSpPr>
            <p:cNvPr id="107" name="Group 70">
              <a:extLst>
                <a:ext uri="{FF2B5EF4-FFF2-40B4-BE49-F238E27FC236}">
                  <a16:creationId xmlns:a16="http://schemas.microsoft.com/office/drawing/2014/main" id="{62A39D33-B9A9-4486-9D79-7C8D52B661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8" y="1536"/>
              <a:ext cx="616" cy="212"/>
              <a:chOff x="3028" y="1536"/>
              <a:chExt cx="616" cy="212"/>
            </a:xfrm>
          </p:grpSpPr>
          <p:sp>
            <p:nvSpPr>
              <p:cNvPr id="128" name="Rectangle 71">
                <a:extLst>
                  <a:ext uri="{FF2B5EF4-FFF2-40B4-BE49-F238E27FC236}">
                    <a16:creationId xmlns:a16="http://schemas.microsoft.com/office/drawing/2014/main" id="{AF544AF8-6E17-4256-86F5-894897DFB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8" y="154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9" name="Rectangle 72">
                <a:extLst>
                  <a:ext uri="{FF2B5EF4-FFF2-40B4-BE49-F238E27FC236}">
                    <a16:creationId xmlns:a16="http://schemas.microsoft.com/office/drawing/2014/main" id="{A577876A-DAD8-429B-BBA9-91745D98B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7" y="1536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rd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08" name="Group 73">
              <a:extLst>
                <a:ext uri="{FF2B5EF4-FFF2-40B4-BE49-F238E27FC236}">
                  <a16:creationId xmlns:a16="http://schemas.microsoft.com/office/drawing/2014/main" id="{F048E3A6-BA0A-48C3-B178-442FB89C3D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2" y="1536"/>
              <a:ext cx="616" cy="212"/>
              <a:chOff x="3652" y="1536"/>
              <a:chExt cx="616" cy="212"/>
            </a:xfrm>
          </p:grpSpPr>
          <p:sp>
            <p:nvSpPr>
              <p:cNvPr id="126" name="Rectangle 74">
                <a:extLst>
                  <a:ext uri="{FF2B5EF4-FFF2-40B4-BE49-F238E27FC236}">
                    <a16:creationId xmlns:a16="http://schemas.microsoft.com/office/drawing/2014/main" id="{7D673EF0-61A5-4BD2-B536-41EDBFBF6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" y="154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7" name="Rectangle 75">
                <a:extLst>
                  <a:ext uri="{FF2B5EF4-FFF2-40B4-BE49-F238E27FC236}">
                    <a16:creationId xmlns:a16="http://schemas.microsoft.com/office/drawing/2014/main" id="{70F3AA47-278C-4757-BE20-9A14AE3AF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5" y="1536"/>
                <a:ext cx="46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shamt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09" name="Group 76">
              <a:extLst>
                <a:ext uri="{FF2B5EF4-FFF2-40B4-BE49-F238E27FC236}">
                  <a16:creationId xmlns:a16="http://schemas.microsoft.com/office/drawing/2014/main" id="{7B9A2CF0-E9C0-456A-8153-A7FD5258C8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6" y="1536"/>
              <a:ext cx="664" cy="212"/>
              <a:chOff x="4276" y="1536"/>
              <a:chExt cx="664" cy="212"/>
            </a:xfrm>
          </p:grpSpPr>
          <p:sp>
            <p:nvSpPr>
              <p:cNvPr id="124" name="Rectangle 77">
                <a:extLst>
                  <a:ext uri="{FF2B5EF4-FFF2-40B4-BE49-F238E27FC236}">
                    <a16:creationId xmlns:a16="http://schemas.microsoft.com/office/drawing/2014/main" id="{3643484E-00D7-42FE-8D04-8CB1DB3BC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6" y="154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5" name="Rectangle 78">
                <a:extLst>
                  <a:ext uri="{FF2B5EF4-FFF2-40B4-BE49-F238E27FC236}">
                    <a16:creationId xmlns:a16="http://schemas.microsoft.com/office/drawing/2014/main" id="{92EF95BD-BCBA-4163-97F4-1534CC10C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3" y="1536"/>
                <a:ext cx="39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funct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10" name="Group 79">
              <a:extLst>
                <a:ext uri="{FF2B5EF4-FFF2-40B4-BE49-F238E27FC236}">
                  <a16:creationId xmlns:a16="http://schemas.microsoft.com/office/drawing/2014/main" id="{0A837DA4-6670-4BBD-A163-5C7CFBE6C6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7" y="1344"/>
              <a:ext cx="3979" cy="596"/>
              <a:chOff x="1047" y="1344"/>
              <a:chExt cx="3979" cy="596"/>
            </a:xfrm>
          </p:grpSpPr>
          <p:sp>
            <p:nvSpPr>
              <p:cNvPr id="111" name="Rectangle 80">
                <a:extLst>
                  <a:ext uri="{FF2B5EF4-FFF2-40B4-BE49-F238E27FC236}">
                    <a16:creationId xmlns:a16="http://schemas.microsoft.com/office/drawing/2014/main" id="{85D9D491-8862-48C8-AD6C-8AD327F76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9" y="134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0</a:t>
                </a:r>
              </a:p>
            </p:txBody>
          </p:sp>
          <p:sp>
            <p:nvSpPr>
              <p:cNvPr id="112" name="Rectangle 81">
                <a:extLst>
                  <a:ext uri="{FF2B5EF4-FFF2-40B4-BE49-F238E27FC236}">
                    <a16:creationId xmlns:a16="http://schemas.microsoft.com/office/drawing/2014/main" id="{C56F4A82-0835-4A2D-AF4E-BCCA0E902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" y="134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6</a:t>
                </a:r>
              </a:p>
            </p:txBody>
          </p:sp>
          <p:sp>
            <p:nvSpPr>
              <p:cNvPr id="113" name="Rectangle 82">
                <a:extLst>
                  <a:ext uri="{FF2B5EF4-FFF2-40B4-BE49-F238E27FC236}">
                    <a16:creationId xmlns:a16="http://schemas.microsoft.com/office/drawing/2014/main" id="{B4561EF3-1F4C-41D5-8AA6-F7D204D3B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1344"/>
                <a:ext cx="24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11</a:t>
                </a:r>
              </a:p>
            </p:txBody>
          </p:sp>
          <p:sp>
            <p:nvSpPr>
              <p:cNvPr id="114" name="Rectangle 83">
                <a:extLst>
                  <a:ext uri="{FF2B5EF4-FFF2-40B4-BE49-F238E27FC236}">
                    <a16:creationId xmlns:a16="http://schemas.microsoft.com/office/drawing/2014/main" id="{60697577-5F61-4C3E-AB23-493B314B3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344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16</a:t>
                </a:r>
              </a:p>
            </p:txBody>
          </p:sp>
          <p:sp>
            <p:nvSpPr>
              <p:cNvPr id="115" name="Rectangle 84">
                <a:extLst>
                  <a:ext uri="{FF2B5EF4-FFF2-40B4-BE49-F238E27FC236}">
                    <a16:creationId xmlns:a16="http://schemas.microsoft.com/office/drawing/2014/main" id="{4A5A3E01-DC9A-48DD-AAE9-E7E119EB0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1344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21</a:t>
                </a:r>
              </a:p>
            </p:txBody>
          </p:sp>
          <p:sp>
            <p:nvSpPr>
              <p:cNvPr id="116" name="Rectangle 85">
                <a:extLst>
                  <a:ext uri="{FF2B5EF4-FFF2-40B4-BE49-F238E27FC236}">
                    <a16:creationId xmlns:a16="http://schemas.microsoft.com/office/drawing/2014/main" id="{5751D75A-5B6C-42C9-A668-41E7E8D60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1344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26</a:t>
                </a:r>
              </a:p>
            </p:txBody>
          </p:sp>
          <p:sp>
            <p:nvSpPr>
              <p:cNvPr id="117" name="Rectangle 86">
                <a:extLst>
                  <a:ext uri="{FF2B5EF4-FFF2-40B4-BE49-F238E27FC236}">
                    <a16:creationId xmlns:a16="http://schemas.microsoft.com/office/drawing/2014/main" id="{010B2B66-793C-4447-AAC6-82891C47E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7" y="1344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31</a:t>
                </a:r>
              </a:p>
            </p:txBody>
          </p:sp>
          <p:sp>
            <p:nvSpPr>
              <p:cNvPr id="118" name="Rectangle 87">
                <a:extLst>
                  <a:ext uri="{FF2B5EF4-FFF2-40B4-BE49-F238E27FC236}">
                    <a16:creationId xmlns:a16="http://schemas.microsoft.com/office/drawing/2014/main" id="{807F4FB0-3ED7-464F-B00E-C5553C2E4B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6 bits</a:t>
                </a:r>
              </a:p>
            </p:txBody>
          </p:sp>
          <p:sp>
            <p:nvSpPr>
              <p:cNvPr id="119" name="Rectangle 88">
                <a:extLst>
                  <a:ext uri="{FF2B5EF4-FFF2-40B4-BE49-F238E27FC236}">
                    <a16:creationId xmlns:a16="http://schemas.microsoft.com/office/drawing/2014/main" id="{7CA56F8E-F3FC-4547-8D36-56D63EFD9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5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6 bits</a:t>
                </a:r>
              </a:p>
            </p:txBody>
          </p:sp>
          <p:sp>
            <p:nvSpPr>
              <p:cNvPr id="120" name="Rectangle 89">
                <a:extLst>
                  <a:ext uri="{FF2B5EF4-FFF2-40B4-BE49-F238E27FC236}">
                    <a16:creationId xmlns:a16="http://schemas.microsoft.com/office/drawing/2014/main" id="{575BEF27-5B5D-4B22-B2D0-DF9DBFF02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3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5 bits</a:t>
                </a:r>
              </a:p>
            </p:txBody>
          </p:sp>
          <p:sp>
            <p:nvSpPr>
              <p:cNvPr id="121" name="Rectangle 90">
                <a:extLst>
                  <a:ext uri="{FF2B5EF4-FFF2-40B4-BE49-F238E27FC236}">
                    <a16:creationId xmlns:a16="http://schemas.microsoft.com/office/drawing/2014/main" id="{4CB53072-20A9-4687-A8FC-FFC98083F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5 bits</a:t>
                </a:r>
              </a:p>
            </p:txBody>
          </p:sp>
          <p:sp>
            <p:nvSpPr>
              <p:cNvPr id="122" name="Rectangle 91">
                <a:extLst>
                  <a:ext uri="{FF2B5EF4-FFF2-40B4-BE49-F238E27FC236}">
                    <a16:creationId xmlns:a16="http://schemas.microsoft.com/office/drawing/2014/main" id="{E5952BE5-FBC1-4A2B-91EA-1A4798DCA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5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5 bits</a:t>
                </a:r>
              </a:p>
            </p:txBody>
          </p:sp>
          <p:sp>
            <p:nvSpPr>
              <p:cNvPr id="123" name="Rectangle 92">
                <a:extLst>
                  <a:ext uri="{FF2B5EF4-FFF2-40B4-BE49-F238E27FC236}">
                    <a16:creationId xmlns:a16="http://schemas.microsoft.com/office/drawing/2014/main" id="{7164E094-357E-42B2-A28A-76201FA57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1728"/>
                <a:ext cx="4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5 bits</a:t>
                </a:r>
              </a:p>
            </p:txBody>
          </p:sp>
        </p:grpSp>
      </p:grpSp>
      <p:sp>
        <p:nvSpPr>
          <p:cNvPr id="136" name="椭圆 135">
            <a:extLst>
              <a:ext uri="{FF2B5EF4-FFF2-40B4-BE49-F238E27FC236}">
                <a16:creationId xmlns:a16="http://schemas.microsoft.com/office/drawing/2014/main" id="{6D9F7004-F8B4-A649-5D74-82A5E9300222}"/>
              </a:ext>
            </a:extLst>
          </p:cNvPr>
          <p:cNvSpPr/>
          <p:nvPr/>
        </p:nvSpPr>
        <p:spPr>
          <a:xfrm>
            <a:off x="1613593" y="5724530"/>
            <a:ext cx="821533" cy="577837"/>
          </a:xfrm>
          <a:prstGeom prst="ellipse">
            <a:avLst/>
          </a:prstGeom>
          <a:noFill/>
          <a:ln w="38100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37" name="直接箭头连接符 8">
            <a:extLst>
              <a:ext uri="{FF2B5EF4-FFF2-40B4-BE49-F238E27FC236}">
                <a16:creationId xmlns:a16="http://schemas.microsoft.com/office/drawing/2014/main" id="{BAFC2660-1A76-CFAA-3828-0ACBDA3A1989}"/>
              </a:ext>
            </a:extLst>
          </p:cNvPr>
          <p:cNvCxnSpPr>
            <a:cxnSpLocks/>
            <a:endCxn id="136" idx="5"/>
          </p:cNvCxnSpPr>
          <p:nvPr/>
        </p:nvCxnSpPr>
        <p:spPr>
          <a:xfrm flipH="1" flipV="1">
            <a:off x="2314815" y="6217745"/>
            <a:ext cx="326289" cy="447994"/>
          </a:xfrm>
          <a:prstGeom prst="straightConnector1">
            <a:avLst/>
          </a:prstGeom>
          <a:ln w="38100">
            <a:solidFill>
              <a:srgbClr val="33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3D730CD-6DB4-5E2C-8F15-7E4E8430F0FB}"/>
                  </a:ext>
                </a:extLst>
              </p14:cNvPr>
              <p14:cNvContentPartPr/>
              <p14:nvPr/>
            </p14:nvContentPartPr>
            <p14:xfrm>
              <a:off x="1341360" y="4641480"/>
              <a:ext cx="5572080" cy="20109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3D730CD-6DB4-5E2C-8F15-7E4E8430F0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2000" y="4632120"/>
                <a:ext cx="5590800" cy="202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87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C640-F777-4595-9512-1836BB90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立即数操作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F771-68B1-4DAA-B8A3-CF2CD90F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60</a:t>
            </a:fld>
            <a:endParaRPr lang="en-US" altLang="zh-CN" dirty="0"/>
          </a:p>
        </p:txBody>
      </p:sp>
      <p:sp>
        <p:nvSpPr>
          <p:cNvPr id="136" name="Rectangle 5">
            <a:extLst>
              <a:ext uri="{FF2B5EF4-FFF2-40B4-BE49-F238E27FC236}">
                <a16:creationId xmlns:a16="http://schemas.microsoft.com/office/drawing/2014/main" id="{BEC087AF-52AD-4B4B-9752-9944B3D05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48" y="1464120"/>
            <a:ext cx="8191500" cy="48218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sz="2800" b="0" kern="0" dirty="0">
                <a:ea typeface="SimHei" panose="02010609060101010101" pitchFamily="49" charset="-122"/>
              </a:rPr>
              <a:t>R[</a:t>
            </a:r>
            <a:r>
              <a:rPr lang="en-US" altLang="en-US" sz="2800" b="0" u="sng" kern="0" dirty="0">
                <a:ea typeface="SimHei" panose="02010609060101010101" pitchFamily="49" charset="-122"/>
              </a:rPr>
              <a:t>rt</a:t>
            </a:r>
            <a:r>
              <a:rPr lang="en-US" altLang="en-US" sz="2800" b="0" kern="0" dirty="0">
                <a:ea typeface="SimHei" panose="02010609060101010101" pitchFamily="49" charset="-122"/>
              </a:rPr>
              <a:t>] &lt;= R[</a:t>
            </a:r>
            <a:r>
              <a:rPr lang="en-US" altLang="en-US" sz="2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2800" b="0" kern="0" dirty="0">
                <a:ea typeface="SimHei" panose="02010609060101010101" pitchFamily="49" charset="-122"/>
              </a:rPr>
              <a:t>] op Ext[imm16] </a:t>
            </a:r>
          </a:p>
        </p:txBody>
      </p:sp>
      <p:grpSp>
        <p:nvGrpSpPr>
          <p:cNvPr id="204" name="Group 91">
            <a:extLst>
              <a:ext uri="{FF2B5EF4-FFF2-40B4-BE49-F238E27FC236}">
                <a16:creationId xmlns:a16="http://schemas.microsoft.com/office/drawing/2014/main" id="{23000993-BD6A-4524-A3C9-70BA2887DACE}"/>
              </a:ext>
            </a:extLst>
          </p:cNvPr>
          <p:cNvGrpSpPr>
            <a:grpSpLocks/>
          </p:cNvGrpSpPr>
          <p:nvPr/>
        </p:nvGrpSpPr>
        <p:grpSpPr bwMode="auto">
          <a:xfrm>
            <a:off x="1393825" y="1972496"/>
            <a:ext cx="5964238" cy="1039813"/>
            <a:chOff x="1878" y="645"/>
            <a:chExt cx="3757" cy="655"/>
          </a:xfrm>
        </p:grpSpPr>
        <p:sp>
          <p:nvSpPr>
            <p:cNvPr id="205" name="Rectangle 92">
              <a:extLst>
                <a:ext uri="{FF2B5EF4-FFF2-40B4-BE49-F238E27FC236}">
                  <a16:creationId xmlns:a16="http://schemas.microsoft.com/office/drawing/2014/main" id="{E30F244B-F86C-4CC8-9ABE-FD5F6D96B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645"/>
              <a:ext cx="2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8DA0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11</a:t>
              </a:r>
            </a:p>
          </p:txBody>
        </p:sp>
        <p:sp>
          <p:nvSpPr>
            <p:cNvPr id="206" name="Rectangle 93">
              <a:extLst>
                <a:ext uri="{FF2B5EF4-FFF2-40B4-BE49-F238E27FC236}">
                  <a16:creationId xmlns:a16="http://schemas.microsoft.com/office/drawing/2014/main" id="{76A64011-9DC7-4803-9131-DE47CB2FC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" y="8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207" name="Group 94">
              <a:extLst>
                <a:ext uri="{FF2B5EF4-FFF2-40B4-BE49-F238E27FC236}">
                  <a16:creationId xmlns:a16="http://schemas.microsoft.com/office/drawing/2014/main" id="{FC57812D-4B62-43E7-BF4B-05D9DC31A4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9" y="852"/>
              <a:ext cx="624" cy="212"/>
              <a:chOff x="1939" y="852"/>
              <a:chExt cx="624" cy="212"/>
            </a:xfrm>
          </p:grpSpPr>
          <p:sp>
            <p:nvSpPr>
              <p:cNvPr id="226" name="Rectangle 95">
                <a:extLst>
                  <a:ext uri="{FF2B5EF4-FFF2-40B4-BE49-F238E27FC236}">
                    <a16:creationId xmlns:a16="http://schemas.microsoft.com/office/drawing/2014/main" id="{BF065D21-58CC-435A-BCAA-821C22A02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9" y="8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7" name="Rectangle 96">
                <a:extLst>
                  <a:ext uri="{FF2B5EF4-FFF2-40B4-BE49-F238E27FC236}">
                    <a16:creationId xmlns:a16="http://schemas.microsoft.com/office/drawing/2014/main" id="{3B969182-BBD7-44DC-9EAF-DF793A6C4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1" y="852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208" name="Group 97">
              <a:extLst>
                <a:ext uri="{FF2B5EF4-FFF2-40B4-BE49-F238E27FC236}">
                  <a16:creationId xmlns:a16="http://schemas.microsoft.com/office/drawing/2014/main" id="{D0935485-3FFB-4834-AD4A-47A4691E8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" y="852"/>
              <a:ext cx="580" cy="212"/>
              <a:chOff x="2571" y="852"/>
              <a:chExt cx="580" cy="212"/>
            </a:xfrm>
          </p:grpSpPr>
          <p:sp>
            <p:nvSpPr>
              <p:cNvPr id="224" name="Rectangle 98">
                <a:extLst>
                  <a:ext uri="{FF2B5EF4-FFF2-40B4-BE49-F238E27FC236}">
                    <a16:creationId xmlns:a16="http://schemas.microsoft.com/office/drawing/2014/main" id="{A28DFF23-14D8-42AE-8302-644E070C5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1" y="856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5" name="Rectangle 99">
                <a:extLst>
                  <a:ext uri="{FF2B5EF4-FFF2-40B4-BE49-F238E27FC236}">
                    <a16:creationId xmlns:a16="http://schemas.microsoft.com/office/drawing/2014/main" id="{F09B0791-C66A-411D-8BFE-12B90CFC6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852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209" name="Group 100">
              <a:extLst>
                <a:ext uri="{FF2B5EF4-FFF2-40B4-BE49-F238E27FC236}">
                  <a16:creationId xmlns:a16="http://schemas.microsoft.com/office/drawing/2014/main" id="{382137BA-EBB2-4603-822B-8458FAF383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852"/>
              <a:ext cx="579" cy="212"/>
              <a:chOff x="3159" y="852"/>
              <a:chExt cx="579" cy="212"/>
            </a:xfrm>
          </p:grpSpPr>
          <p:sp>
            <p:nvSpPr>
              <p:cNvPr id="222" name="Rectangle 101">
                <a:extLst>
                  <a:ext uri="{FF2B5EF4-FFF2-40B4-BE49-F238E27FC236}">
                    <a16:creationId xmlns:a16="http://schemas.microsoft.com/office/drawing/2014/main" id="{5D60B948-79ED-4B61-85B6-C903CAAC4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856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3" name="Rectangle 102">
                <a:extLst>
                  <a:ext uri="{FF2B5EF4-FFF2-40B4-BE49-F238E27FC236}">
                    <a16:creationId xmlns:a16="http://schemas.microsoft.com/office/drawing/2014/main" id="{79B270D1-8DE2-41E3-A744-2654F638D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3" y="852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210" name="Rectangle 103">
              <a:extLst>
                <a:ext uri="{FF2B5EF4-FFF2-40B4-BE49-F238E27FC236}">
                  <a16:creationId xmlns:a16="http://schemas.microsoft.com/office/drawing/2014/main" id="{AAA6D40F-87E1-48FA-BCB2-91555B854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856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1" name="Rectangle 104">
              <a:extLst>
                <a:ext uri="{FF2B5EF4-FFF2-40B4-BE49-F238E27FC236}">
                  <a16:creationId xmlns:a16="http://schemas.microsoft.com/office/drawing/2014/main" id="{BBA09540-5E51-48D3-BC3F-F0327C30B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" y="852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212" name="Rectangle 105">
              <a:extLst>
                <a:ext uri="{FF2B5EF4-FFF2-40B4-BE49-F238E27FC236}">
                  <a16:creationId xmlns:a16="http://schemas.microsoft.com/office/drawing/2014/main" id="{99EB8060-36B0-47F8-8E35-FE4033B84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8" y="66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213" name="Rectangle 106">
              <a:extLst>
                <a:ext uri="{FF2B5EF4-FFF2-40B4-BE49-F238E27FC236}">
                  <a16:creationId xmlns:a16="http://schemas.microsoft.com/office/drawing/2014/main" id="{0FEBEF26-D807-414A-892C-CEAF1738E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214" name="Rectangle 107">
              <a:extLst>
                <a:ext uri="{FF2B5EF4-FFF2-40B4-BE49-F238E27FC236}">
                  <a16:creationId xmlns:a16="http://schemas.microsoft.com/office/drawing/2014/main" id="{989653D0-2B09-46D7-B437-4B7A3AD76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215" name="Rectangle 108">
              <a:extLst>
                <a:ext uri="{FF2B5EF4-FFF2-40B4-BE49-F238E27FC236}">
                  <a16:creationId xmlns:a16="http://schemas.microsoft.com/office/drawing/2014/main" id="{33997B6C-FED3-4722-AB47-34C9AB1E6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4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216" name="Rectangle 109">
              <a:extLst>
                <a:ext uri="{FF2B5EF4-FFF2-40B4-BE49-F238E27FC236}">
                  <a16:creationId xmlns:a16="http://schemas.microsoft.com/office/drawing/2014/main" id="{D69AE124-4A7C-47A1-A22C-0FBD371AD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217" name="Rectangle 110">
              <a:extLst>
                <a:ext uri="{FF2B5EF4-FFF2-40B4-BE49-F238E27FC236}">
                  <a16:creationId xmlns:a16="http://schemas.microsoft.com/office/drawing/2014/main" id="{3811CB16-59F4-4743-B6D7-01E485567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044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218" name="Rectangle 111">
              <a:extLst>
                <a:ext uri="{FF2B5EF4-FFF2-40B4-BE49-F238E27FC236}">
                  <a16:creationId xmlns:a16="http://schemas.microsoft.com/office/drawing/2014/main" id="{6402C419-7CEF-4D8D-8FB4-27D41E7B0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" y="1044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219" name="Rectangle 112">
              <a:extLst>
                <a:ext uri="{FF2B5EF4-FFF2-40B4-BE49-F238E27FC236}">
                  <a16:creationId xmlns:a16="http://schemas.microsoft.com/office/drawing/2014/main" id="{A806AB63-6E99-4875-9AAF-F58B818E7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8" y="1044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220" name="Rectangle 113">
              <a:extLst>
                <a:ext uri="{FF2B5EF4-FFF2-40B4-BE49-F238E27FC236}">
                  <a16:creationId xmlns:a16="http://schemas.microsoft.com/office/drawing/2014/main" id="{F6C73B40-9C75-44C3-AD29-BFFF708EF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" y="1044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221" name="Rectangle 114">
              <a:extLst>
                <a:ext uri="{FF2B5EF4-FFF2-40B4-BE49-F238E27FC236}">
                  <a16:creationId xmlns:a16="http://schemas.microsoft.com/office/drawing/2014/main" id="{751D911A-7656-4357-A427-19D61B9D7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088"/>
              <a:ext cx="302" cy="2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rd</a:t>
              </a:r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?</a:t>
              </a:r>
            </a:p>
          </p:txBody>
        </p:sp>
      </p:grpSp>
      <p:sp>
        <p:nvSpPr>
          <p:cNvPr id="240" name="Text Box 137">
            <a:extLst>
              <a:ext uri="{FF2B5EF4-FFF2-40B4-BE49-F238E27FC236}">
                <a16:creationId xmlns:a16="http://schemas.microsoft.com/office/drawing/2014/main" id="{B36BE2C8-835A-41D2-9885-C4F094DC7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5245" y="2965710"/>
            <a:ext cx="2995609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注意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:R-type and I-type </a:t>
            </a:r>
          </a:p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目标寄存器格式位置不同</a:t>
            </a:r>
          </a:p>
        </p:txBody>
      </p:sp>
      <p:sp>
        <p:nvSpPr>
          <p:cNvPr id="102" name="Line 15">
            <a:extLst>
              <a:ext uri="{FF2B5EF4-FFF2-40B4-BE49-F238E27FC236}">
                <a16:creationId xmlns:a16="http://schemas.microsoft.com/office/drawing/2014/main" id="{7B68D630-8280-72E2-5E86-6CFF0990B8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5700" y="4959410"/>
            <a:ext cx="1854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3" name="Line 16">
            <a:extLst>
              <a:ext uri="{FF2B5EF4-FFF2-40B4-BE49-F238E27FC236}">
                <a16:creationId xmlns:a16="http://schemas.microsoft.com/office/drawing/2014/main" id="{4BF4DA5D-325C-89A5-1FCD-C26BA21D56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3050" y="488956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4" name="Rectangle 17">
            <a:extLst>
              <a:ext uri="{FF2B5EF4-FFF2-40B4-BE49-F238E27FC236}">
                <a16:creationId xmlns:a16="http://schemas.microsoft.com/office/drawing/2014/main" id="{A29067E9-551F-2353-899C-37961BA79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495941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05" name="Rectangle 18">
            <a:extLst>
              <a:ext uri="{FF2B5EF4-FFF2-40B4-BE49-F238E27FC236}">
                <a16:creationId xmlns:a16="http://schemas.microsoft.com/office/drawing/2014/main" id="{00A1F929-9264-9DF1-2F80-D25C26BDB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4578410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06" name="Line 19">
            <a:extLst>
              <a:ext uri="{FF2B5EF4-FFF2-40B4-BE49-F238E27FC236}">
                <a16:creationId xmlns:a16="http://schemas.microsoft.com/office/drawing/2014/main" id="{D616C0F0-3B09-D902-FA54-434697C4A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051360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8" name="Rectangle 21">
            <a:extLst>
              <a:ext uri="{FF2B5EF4-FFF2-40B4-BE49-F238E27FC236}">
                <a16:creationId xmlns:a16="http://schemas.microsoft.com/office/drawing/2014/main" id="{3B3582D1-E4A4-1B29-861D-EA0C62519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8" y="512133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9" name="Rectangle 22">
            <a:extLst>
              <a:ext uri="{FF2B5EF4-FFF2-40B4-BE49-F238E27FC236}">
                <a16:creationId xmlns:a16="http://schemas.microsoft.com/office/drawing/2014/main" id="{F516F60E-08FD-A612-196C-BF77B0C5C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4502210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0" name="Rectangle 23">
            <a:extLst>
              <a:ext uri="{FF2B5EF4-FFF2-40B4-BE49-F238E27FC236}">
                <a16:creationId xmlns:a16="http://schemas.microsoft.com/office/drawing/2014/main" id="{97E9DAF4-89AF-1E5E-735B-39444A813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775" y="4362510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1" name="Line 24">
            <a:extLst>
              <a:ext uri="{FF2B5EF4-FFF2-40B4-BE49-F238E27FC236}">
                <a16:creationId xmlns:a16="http://schemas.microsoft.com/office/drawing/2014/main" id="{02EF8AEE-E872-6B93-327D-0260FE254D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984" y="5328564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2" name="Line 25">
            <a:extLst>
              <a:ext uri="{FF2B5EF4-FFF2-40B4-BE49-F238E27FC236}">
                <a16:creationId xmlns:a16="http://schemas.microsoft.com/office/drawing/2014/main" id="{B84E6210-8D8E-7499-E488-E18F0B6A70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4125" y="5440521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3" name="Rectangle 27">
            <a:extLst>
              <a:ext uri="{FF2B5EF4-FFF2-40B4-BE49-F238E27FC236}">
                <a16:creationId xmlns:a16="http://schemas.microsoft.com/office/drawing/2014/main" id="{EC1D58B5-8B6F-6468-33C2-0CC3BB5E5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3814823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4" name="Line 28">
            <a:extLst>
              <a:ext uri="{FF2B5EF4-FFF2-40B4-BE49-F238E27FC236}">
                <a16:creationId xmlns:a16="http://schemas.microsoft.com/office/drawing/2014/main" id="{5B5BF7FF-7F0B-AD34-C426-79F52121E0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300" y="4883210"/>
            <a:ext cx="10160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5" name="Line 29">
            <a:extLst>
              <a:ext uri="{FF2B5EF4-FFF2-40B4-BE49-F238E27FC236}">
                <a16:creationId xmlns:a16="http://schemas.microsoft.com/office/drawing/2014/main" id="{987CE3FB-076D-1F2E-18A9-9963EC5140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481336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6" name="Rectangle 30">
            <a:extLst>
              <a:ext uri="{FF2B5EF4-FFF2-40B4-BE49-F238E27FC236}">
                <a16:creationId xmlns:a16="http://schemas.microsoft.com/office/drawing/2014/main" id="{121965EF-C04D-C155-BF6B-7118F00F6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88321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27" name="Line 31">
            <a:extLst>
              <a:ext uri="{FF2B5EF4-FFF2-40B4-BE49-F238E27FC236}">
                <a16:creationId xmlns:a16="http://schemas.microsoft.com/office/drawing/2014/main" id="{34F7860D-2BC5-F278-C4F5-36E7754729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558" y="4508620"/>
            <a:ext cx="18349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8" name="Line 32">
            <a:extLst>
              <a:ext uri="{FF2B5EF4-FFF2-40B4-BE49-F238E27FC236}">
                <a16:creationId xmlns:a16="http://schemas.microsoft.com/office/drawing/2014/main" id="{6880CEA0-BAA5-3364-0BC9-99DE0F344C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6650" y="443236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9" name="Rectangle 33">
            <a:extLst>
              <a:ext uri="{FF2B5EF4-FFF2-40B4-BE49-F238E27FC236}">
                <a16:creationId xmlns:a16="http://schemas.microsoft.com/office/drawing/2014/main" id="{F25DDFC7-8484-DF31-AE72-ABFE29587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457841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30" name="Rectangle 34">
            <a:extLst>
              <a:ext uri="{FF2B5EF4-FFF2-40B4-BE49-F238E27FC236}">
                <a16:creationId xmlns:a16="http://schemas.microsoft.com/office/drawing/2014/main" id="{18BF93FA-8898-1FDA-DFE6-B74B330E7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419741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Line 35">
            <a:extLst>
              <a:ext uri="{FF2B5EF4-FFF2-40B4-BE49-F238E27FC236}">
                <a16:creationId xmlns:a16="http://schemas.microsoft.com/office/drawing/2014/main" id="{61069439-232E-C343-EF56-B40B70A82B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410851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2" name="Line 36">
            <a:extLst>
              <a:ext uri="{FF2B5EF4-FFF2-40B4-BE49-F238E27FC236}">
                <a16:creationId xmlns:a16="http://schemas.microsoft.com/office/drawing/2014/main" id="{172EFA05-7829-C00F-1958-58741D72E3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558" y="540397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3" name="Line 37">
            <a:extLst>
              <a:ext uri="{FF2B5EF4-FFF2-40B4-BE49-F238E27FC236}">
                <a16:creationId xmlns:a16="http://schemas.microsoft.com/office/drawing/2014/main" id="{8642DB8F-134D-C3C8-ED42-E5D956CF27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9450" y="534676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4" name="Rectangle 38">
            <a:extLst>
              <a:ext uri="{FF2B5EF4-FFF2-40B4-BE49-F238E27FC236}">
                <a16:creationId xmlns:a16="http://schemas.microsoft.com/office/drawing/2014/main" id="{685E28E9-9364-731F-01F0-D2E2574FC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541661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35" name="Rectangle 39">
            <a:extLst>
              <a:ext uri="{FF2B5EF4-FFF2-40B4-BE49-F238E27FC236}">
                <a16:creationId xmlns:a16="http://schemas.microsoft.com/office/drawing/2014/main" id="{877C6523-C81F-7C49-D43E-7A9B68FD7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11181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7" name="Line 40">
            <a:extLst>
              <a:ext uri="{FF2B5EF4-FFF2-40B4-BE49-F238E27FC236}">
                <a16:creationId xmlns:a16="http://schemas.microsoft.com/office/drawing/2014/main" id="{9C5F985E-6DF2-9BEF-5CB4-7EDDD7E648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4684" y="544051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8" name="Line 41">
            <a:extLst>
              <a:ext uri="{FF2B5EF4-FFF2-40B4-BE49-F238E27FC236}">
                <a16:creationId xmlns:a16="http://schemas.microsoft.com/office/drawing/2014/main" id="{2D6CE133-201A-F41A-AF51-0BB245939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676710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9" name="Line 42">
            <a:extLst>
              <a:ext uri="{FF2B5EF4-FFF2-40B4-BE49-F238E27FC236}">
                <a16:creationId xmlns:a16="http://schemas.microsoft.com/office/drawing/2014/main" id="{9F432ED2-2CE2-2FC0-E458-EEB51E45F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1950" y="403866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0" name="Rectangle 43">
            <a:extLst>
              <a:ext uri="{FF2B5EF4-FFF2-40B4-BE49-F238E27FC236}">
                <a16:creationId xmlns:a16="http://schemas.microsoft.com/office/drawing/2014/main" id="{11D1A019-2FDC-A12B-AFD7-420D4D9B4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389261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41" name="Line 44">
            <a:extLst>
              <a:ext uri="{FF2B5EF4-FFF2-40B4-BE49-F238E27FC236}">
                <a16:creationId xmlns:a16="http://schemas.microsoft.com/office/drawing/2014/main" id="{DAB37E75-0ED8-F6CC-249B-0BA01BC60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938651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2" name="Line 45">
            <a:extLst>
              <a:ext uri="{FF2B5EF4-FFF2-40B4-BE49-F238E27FC236}">
                <a16:creationId xmlns:a16="http://schemas.microsoft.com/office/drawing/2014/main" id="{88B97C2F-FB18-04FE-E12E-14A324C0CB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2950" y="403866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3" name="Rectangle 46">
            <a:extLst>
              <a:ext uri="{FF2B5EF4-FFF2-40B4-BE49-F238E27FC236}">
                <a16:creationId xmlns:a16="http://schemas.microsoft.com/office/drawing/2014/main" id="{0FBC3308-7503-DC89-76DD-48A8DEBE6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389261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44" name="Line 47">
            <a:extLst>
              <a:ext uri="{FF2B5EF4-FFF2-40B4-BE49-F238E27FC236}">
                <a16:creationId xmlns:a16="http://schemas.microsoft.com/office/drawing/2014/main" id="{615F200F-B871-1534-A7CB-8281C76A6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938651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5" name="Line 48">
            <a:extLst>
              <a:ext uri="{FF2B5EF4-FFF2-40B4-BE49-F238E27FC236}">
                <a16:creationId xmlns:a16="http://schemas.microsoft.com/office/drawing/2014/main" id="{4F6EF114-AAB6-D502-FCF3-DFDE96ED03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0150" y="403866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3" name="Rectangle 49">
            <a:extLst>
              <a:ext uri="{FF2B5EF4-FFF2-40B4-BE49-F238E27FC236}">
                <a16:creationId xmlns:a16="http://schemas.microsoft.com/office/drawing/2014/main" id="{2A792266-C1C5-65D4-2B3C-77EE6CE1F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89261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28" name="Rectangle 50">
            <a:extLst>
              <a:ext uri="{FF2B5EF4-FFF2-40B4-BE49-F238E27FC236}">
                <a16:creationId xmlns:a16="http://schemas.microsoft.com/office/drawing/2014/main" id="{D95D40C9-AF43-4D26-7BC1-B01E7FAFF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349810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9" name="Rectangle 51">
            <a:extLst>
              <a:ext uri="{FF2B5EF4-FFF2-40B4-BE49-F238E27FC236}">
                <a16:creationId xmlns:a16="http://schemas.microsoft.com/office/drawing/2014/main" id="{4E028EF7-EA6A-CF1B-0AD1-EBF319E1C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434981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30" name="Rectangle 52">
            <a:extLst>
              <a:ext uri="{FF2B5EF4-FFF2-40B4-BE49-F238E27FC236}">
                <a16:creationId xmlns:a16="http://schemas.microsoft.com/office/drawing/2014/main" id="{462B07AD-307D-78CF-8A03-CE1AB51E5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434981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31" name="Rectangle 53">
            <a:extLst>
              <a:ext uri="{FF2B5EF4-FFF2-40B4-BE49-F238E27FC236}">
                <a16:creationId xmlns:a16="http://schemas.microsoft.com/office/drawing/2014/main" id="{FD06F8AC-CB6E-68B0-197A-B5816F8B0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654610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32" name="Line 54">
            <a:extLst>
              <a:ext uri="{FF2B5EF4-FFF2-40B4-BE49-F238E27FC236}">
                <a16:creationId xmlns:a16="http://schemas.microsoft.com/office/drawing/2014/main" id="{01825CC1-21C8-7EE4-7DEB-0016954E9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300" y="6712010"/>
            <a:ext cx="57404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3" name="Line 55">
            <a:extLst>
              <a:ext uri="{FF2B5EF4-FFF2-40B4-BE49-F238E27FC236}">
                <a16:creationId xmlns:a16="http://schemas.microsoft.com/office/drawing/2014/main" id="{5C2DE2BA-C2B3-F99A-4638-6DBB56BC65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4870510"/>
            <a:ext cx="0" cy="18542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4" name="Rectangle 56">
            <a:extLst>
              <a:ext uri="{FF2B5EF4-FFF2-40B4-BE49-F238E27FC236}">
                <a16:creationId xmlns:a16="http://schemas.microsoft.com/office/drawing/2014/main" id="{4276CB08-58B3-308C-C292-40AFE47B2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3638610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35" name="Line 88">
            <a:extLst>
              <a:ext uri="{FF2B5EF4-FFF2-40B4-BE49-F238E27FC236}">
                <a16:creationId xmlns:a16="http://schemas.microsoft.com/office/drawing/2014/main" id="{BAB85604-5B75-2FA2-38EE-746ECD9C2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2" y="5416610"/>
            <a:ext cx="54133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6" name="Line 89">
            <a:extLst>
              <a:ext uri="{FF2B5EF4-FFF2-40B4-BE49-F238E27FC236}">
                <a16:creationId xmlns:a16="http://schemas.microsoft.com/office/drawing/2014/main" id="{9BAEF4F4-E976-D211-31F0-155AA91FE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972110"/>
            <a:ext cx="0" cy="17272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7" name="Rectangle 126">
            <a:extLst>
              <a:ext uri="{FF2B5EF4-FFF2-40B4-BE49-F238E27FC236}">
                <a16:creationId xmlns:a16="http://schemas.microsoft.com/office/drawing/2014/main" id="{65146E70-AE7F-1D73-F857-2B37F0D5E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361321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chemeClr val="accent2"/>
                </a:solidFill>
                <a:latin typeface="+mn-lt"/>
                <a:ea typeface="SimHei" panose="02010609060101010101" pitchFamily="49" charset="-122"/>
              </a:rPr>
              <a:t>Rt</a:t>
            </a:r>
          </a:p>
        </p:txBody>
      </p: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4D7584F0-61A6-03F7-C0A5-63185DECDD1B}"/>
              </a:ext>
            </a:extLst>
          </p:cNvPr>
          <p:cNvGrpSpPr/>
          <p:nvPr/>
        </p:nvGrpSpPr>
        <p:grpSpPr>
          <a:xfrm>
            <a:off x="5761832" y="4362510"/>
            <a:ext cx="505337" cy="1193800"/>
            <a:chOff x="5799138" y="4889500"/>
            <a:chExt cx="505337" cy="1193800"/>
          </a:xfrm>
        </p:grpSpPr>
        <p:grpSp>
          <p:nvGrpSpPr>
            <p:cNvPr id="241" name="Group 4">
              <a:extLst>
                <a:ext uri="{FF2B5EF4-FFF2-40B4-BE49-F238E27FC236}">
                  <a16:creationId xmlns:a16="http://schemas.microsoft.com/office/drawing/2014/main" id="{DFD1692B-4E92-C617-7B04-C43215EBFE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43" name="Line 5">
                <a:extLst>
                  <a:ext uri="{FF2B5EF4-FFF2-40B4-BE49-F238E27FC236}">
                    <a16:creationId xmlns:a16="http://schemas.microsoft.com/office/drawing/2014/main" id="{DE069030-6F08-BAB2-775A-7617DCDDD4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4" name="Line 6">
                <a:extLst>
                  <a:ext uri="{FF2B5EF4-FFF2-40B4-BE49-F238E27FC236}">
                    <a16:creationId xmlns:a16="http://schemas.microsoft.com/office/drawing/2014/main" id="{93732B2A-B7E8-77AD-8091-AC743894B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5" name="Line 7">
                <a:extLst>
                  <a:ext uri="{FF2B5EF4-FFF2-40B4-BE49-F238E27FC236}">
                    <a16:creationId xmlns:a16="http://schemas.microsoft.com/office/drawing/2014/main" id="{C8558516-370F-7C6B-1722-2DB8819D3F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6" name="Line 8">
                <a:extLst>
                  <a:ext uri="{FF2B5EF4-FFF2-40B4-BE49-F238E27FC236}">
                    <a16:creationId xmlns:a16="http://schemas.microsoft.com/office/drawing/2014/main" id="{43D77CCD-E7B1-9FBA-5E3F-CE4831C98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7" name="Line 9">
                <a:extLst>
                  <a:ext uri="{FF2B5EF4-FFF2-40B4-BE49-F238E27FC236}">
                    <a16:creationId xmlns:a16="http://schemas.microsoft.com/office/drawing/2014/main" id="{2890B2DF-7C4E-9B36-A0A1-D6B6B83D4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8" name="Line 10">
                <a:extLst>
                  <a:ext uri="{FF2B5EF4-FFF2-40B4-BE49-F238E27FC236}">
                    <a16:creationId xmlns:a16="http://schemas.microsoft.com/office/drawing/2014/main" id="{5FF92B20-9B37-2D13-86AB-6E733B0C0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9" name="Line 11">
                <a:extLst>
                  <a:ext uri="{FF2B5EF4-FFF2-40B4-BE49-F238E27FC236}">
                    <a16:creationId xmlns:a16="http://schemas.microsoft.com/office/drawing/2014/main" id="{B24CAA3E-553F-1C18-5D3A-F4FDEBFDB2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0" name="Line 12">
                <a:extLst>
                  <a:ext uri="{FF2B5EF4-FFF2-40B4-BE49-F238E27FC236}">
                    <a16:creationId xmlns:a16="http://schemas.microsoft.com/office/drawing/2014/main" id="{FB293A71-B53E-D65B-FDBE-F1478CA71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42" name="Rectangle 58">
              <a:extLst>
                <a:ext uri="{FF2B5EF4-FFF2-40B4-BE49-F238E27FC236}">
                  <a16:creationId xmlns:a16="http://schemas.microsoft.com/office/drawing/2014/main" id="{A31D80FC-712F-AB3B-6416-62DA39629E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51" name="Oval 2">
            <a:extLst>
              <a:ext uri="{FF2B5EF4-FFF2-40B4-BE49-F238E27FC236}">
                <a16:creationId xmlns:a16="http://schemas.microsoft.com/office/drawing/2014/main" id="{3C5B1081-A862-B653-0D3E-BF38AF680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862" y="5098584"/>
            <a:ext cx="2952890" cy="1438274"/>
          </a:xfrm>
          <a:prstGeom prst="ellips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2" name="Rectangle 62">
            <a:extLst>
              <a:ext uri="{FF2B5EF4-FFF2-40B4-BE49-F238E27FC236}">
                <a16:creationId xmlns:a16="http://schemas.microsoft.com/office/drawing/2014/main" id="{91BC58B2-EBCF-4D2A-2CC2-D4CBF216A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8900" y="5746283"/>
            <a:ext cx="355600" cy="8128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3" name="Rectangle 63">
            <a:extLst>
              <a:ext uri="{FF2B5EF4-FFF2-40B4-BE49-F238E27FC236}">
                <a16:creationId xmlns:a16="http://schemas.microsoft.com/office/drawing/2014/main" id="{E9852279-FDB7-0874-DE89-C212115AB00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16040" y="5979132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4" name="Rectangle 64">
            <a:extLst>
              <a:ext uri="{FF2B5EF4-FFF2-40B4-BE49-F238E27FC236}">
                <a16:creationId xmlns:a16="http://schemas.microsoft.com/office/drawing/2014/main" id="{71E781C5-0BE2-AF29-5D57-AC4740270FA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75994" y="5569277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55" name="Line 79">
            <a:extLst>
              <a:ext uri="{FF2B5EF4-FFF2-40B4-BE49-F238E27FC236}">
                <a16:creationId xmlns:a16="http://schemas.microsoft.com/office/drawing/2014/main" id="{5D34A9AC-ECC3-DEF7-A80F-49ED7D080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6114583"/>
            <a:ext cx="663783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6" name="Rectangle 80">
            <a:extLst>
              <a:ext uri="{FF2B5EF4-FFF2-40B4-BE49-F238E27FC236}">
                <a16:creationId xmlns:a16="http://schemas.microsoft.com/office/drawing/2014/main" id="{883FF865-146B-86A6-35C7-B8716D494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3" y="615268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7" name="Line 81">
            <a:extLst>
              <a:ext uri="{FF2B5EF4-FFF2-40B4-BE49-F238E27FC236}">
                <a16:creationId xmlns:a16="http://schemas.microsoft.com/office/drawing/2014/main" id="{7255770A-D595-41D7-1C1E-17E28EC48D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604473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8" name="Line 82">
            <a:extLst>
              <a:ext uri="{FF2B5EF4-FFF2-40B4-BE49-F238E27FC236}">
                <a16:creationId xmlns:a16="http://schemas.microsoft.com/office/drawing/2014/main" id="{C6D01001-56C8-E61A-F1A5-D9C48EF7B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7513" y="6112996"/>
            <a:ext cx="941387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9" name="Line 83">
            <a:extLst>
              <a:ext uri="{FF2B5EF4-FFF2-40B4-BE49-F238E27FC236}">
                <a16:creationId xmlns:a16="http://schemas.microsoft.com/office/drawing/2014/main" id="{24C007FC-FFE1-2DFA-F69C-348ADEE980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5825" y="605743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0" name="Rectangle 84">
            <a:extLst>
              <a:ext uri="{FF2B5EF4-FFF2-40B4-BE49-F238E27FC236}">
                <a16:creationId xmlns:a16="http://schemas.microsoft.com/office/drawing/2014/main" id="{178DE31F-C690-1326-B74F-08941D55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619078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61" name="Rectangle 85">
            <a:extLst>
              <a:ext uri="{FF2B5EF4-FFF2-40B4-BE49-F238E27FC236}">
                <a16:creationId xmlns:a16="http://schemas.microsoft.com/office/drawing/2014/main" id="{FA13063D-D503-841A-DE38-0D5237863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038383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62" name="Line 86">
            <a:extLst>
              <a:ext uri="{FF2B5EF4-FFF2-40B4-BE49-F238E27FC236}">
                <a16:creationId xmlns:a16="http://schemas.microsoft.com/office/drawing/2014/main" id="{F45579C0-6117-B122-D260-4C63F392A1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6164848"/>
            <a:ext cx="0" cy="4767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3" name="Rectangle 87">
            <a:extLst>
              <a:ext uri="{FF2B5EF4-FFF2-40B4-BE49-F238E27FC236}">
                <a16:creationId xmlns:a16="http://schemas.microsoft.com/office/drawing/2014/main" id="{0FAEF843-253A-0621-CD8D-5495BEC0F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6419383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64" name="Group 57">
            <a:extLst>
              <a:ext uri="{FF2B5EF4-FFF2-40B4-BE49-F238E27FC236}">
                <a16:creationId xmlns:a16="http://schemas.microsoft.com/office/drawing/2014/main" id="{509BDC96-02A6-A989-EFD2-510A2CCE0243}"/>
              </a:ext>
            </a:extLst>
          </p:cNvPr>
          <p:cNvGrpSpPr>
            <a:grpSpLocks/>
          </p:cNvGrpSpPr>
          <p:nvPr/>
        </p:nvGrpSpPr>
        <p:grpSpPr bwMode="auto">
          <a:xfrm>
            <a:off x="4926012" y="5129798"/>
            <a:ext cx="311150" cy="1117600"/>
            <a:chOff x="3116" y="3032"/>
            <a:chExt cx="196" cy="704"/>
          </a:xfrm>
        </p:grpSpPr>
        <p:sp>
          <p:nvSpPr>
            <p:cNvPr id="265" name="Line 58">
              <a:extLst>
                <a:ext uri="{FF2B5EF4-FFF2-40B4-BE49-F238E27FC236}">
                  <a16:creationId xmlns:a16="http://schemas.microsoft.com/office/drawing/2014/main" id="{B0DEA53C-FF02-EA5E-D856-24B53CA1B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6" name="Line 59">
              <a:extLst>
                <a:ext uri="{FF2B5EF4-FFF2-40B4-BE49-F238E27FC236}">
                  <a16:creationId xmlns:a16="http://schemas.microsoft.com/office/drawing/2014/main" id="{B878CB3F-4CAE-5AB8-89FF-65358BE8F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7" name="Line 60">
              <a:extLst>
                <a:ext uri="{FF2B5EF4-FFF2-40B4-BE49-F238E27FC236}">
                  <a16:creationId xmlns:a16="http://schemas.microsoft.com/office/drawing/2014/main" id="{AB981B8C-A3AC-4216-8B36-36C6A0E382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8" name="Line 61">
              <a:extLst>
                <a:ext uri="{FF2B5EF4-FFF2-40B4-BE49-F238E27FC236}">
                  <a16:creationId xmlns:a16="http://schemas.microsoft.com/office/drawing/2014/main" id="{DFD6334D-43E2-D24E-E4D6-FE9E25EC5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69" name="Rectangle 20">
            <a:extLst>
              <a:ext uri="{FF2B5EF4-FFF2-40B4-BE49-F238E27FC236}">
                <a16:creationId xmlns:a16="http://schemas.microsoft.com/office/drawing/2014/main" id="{C1B0EBE9-DDAC-9871-DE96-D4C4C29ED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740210"/>
            <a:ext cx="1071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0" name="Rectangle 77">
            <a:extLst>
              <a:ext uri="{FF2B5EF4-FFF2-40B4-BE49-F238E27FC236}">
                <a16:creationId xmlns:a16="http://schemas.microsoft.com/office/drawing/2014/main" id="{7D3D9CAC-7844-637F-A23B-BED4FC82E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372" y="3321169"/>
            <a:ext cx="86562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RegDst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77106D40-2A89-D58A-256A-4E06DFA51FE2}"/>
                  </a:ext>
                </a:extLst>
              </p14:cNvPr>
              <p14:cNvContentPartPr/>
              <p14:nvPr/>
            </p14:nvContentPartPr>
            <p14:xfrm>
              <a:off x="1407240" y="1293480"/>
              <a:ext cx="6634440" cy="55036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77106D40-2A89-D58A-256A-4E06DFA51F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7880" y="1284120"/>
                <a:ext cx="6653160" cy="552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76410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C640-F777-4595-9512-1836BB90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立即数操作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F771-68B1-4DAA-B8A3-CF2CD90F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61</a:t>
            </a:fld>
            <a:endParaRPr lang="en-US" altLang="zh-CN" dirty="0"/>
          </a:p>
        </p:txBody>
      </p:sp>
      <p:sp>
        <p:nvSpPr>
          <p:cNvPr id="136" name="Rectangle 5">
            <a:extLst>
              <a:ext uri="{FF2B5EF4-FFF2-40B4-BE49-F238E27FC236}">
                <a16:creationId xmlns:a16="http://schemas.microsoft.com/office/drawing/2014/main" id="{BEC087AF-52AD-4B4B-9752-9944B3D05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48" y="1464120"/>
            <a:ext cx="8191500" cy="48218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sz="2800" b="0" kern="0" dirty="0">
                <a:ea typeface="SimHei" panose="02010609060101010101" pitchFamily="49" charset="-122"/>
              </a:rPr>
              <a:t>R[</a:t>
            </a:r>
            <a:r>
              <a:rPr lang="en-US" altLang="en-US" sz="2800" b="0" u="sng" kern="0" dirty="0">
                <a:ea typeface="SimHei" panose="02010609060101010101" pitchFamily="49" charset="-122"/>
              </a:rPr>
              <a:t>rt</a:t>
            </a:r>
            <a:r>
              <a:rPr lang="en-US" altLang="en-US" sz="2800" b="0" kern="0" dirty="0">
                <a:ea typeface="SimHei" panose="02010609060101010101" pitchFamily="49" charset="-122"/>
              </a:rPr>
              <a:t>] &lt;= R[</a:t>
            </a:r>
            <a:r>
              <a:rPr lang="en-US" altLang="en-US" sz="2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2800" b="0" kern="0" dirty="0">
                <a:ea typeface="SimHei" panose="02010609060101010101" pitchFamily="49" charset="-122"/>
              </a:rPr>
              <a:t>] op Ext[imm16] </a:t>
            </a:r>
          </a:p>
        </p:txBody>
      </p:sp>
      <p:sp>
        <p:nvSpPr>
          <p:cNvPr id="146" name="Line 15">
            <a:extLst>
              <a:ext uri="{FF2B5EF4-FFF2-40B4-BE49-F238E27FC236}">
                <a16:creationId xmlns:a16="http://schemas.microsoft.com/office/drawing/2014/main" id="{2EA8D486-4618-44F7-902A-6090858B67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5700" y="4959410"/>
            <a:ext cx="1854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7" name="Line 16">
            <a:extLst>
              <a:ext uri="{FF2B5EF4-FFF2-40B4-BE49-F238E27FC236}">
                <a16:creationId xmlns:a16="http://schemas.microsoft.com/office/drawing/2014/main" id="{E29E57C0-1941-4680-B430-5A44B8C84C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3050" y="488956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8" name="Rectangle 17">
            <a:extLst>
              <a:ext uri="{FF2B5EF4-FFF2-40B4-BE49-F238E27FC236}">
                <a16:creationId xmlns:a16="http://schemas.microsoft.com/office/drawing/2014/main" id="{A8620A2F-82C3-4F30-83FE-9F9935161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495941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49" name="Rectangle 18">
            <a:extLst>
              <a:ext uri="{FF2B5EF4-FFF2-40B4-BE49-F238E27FC236}">
                <a16:creationId xmlns:a16="http://schemas.microsoft.com/office/drawing/2014/main" id="{5BE024F7-1A3F-4597-BD9C-A8E6F1907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4578410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50" name="Line 19">
            <a:extLst>
              <a:ext uri="{FF2B5EF4-FFF2-40B4-BE49-F238E27FC236}">
                <a16:creationId xmlns:a16="http://schemas.microsoft.com/office/drawing/2014/main" id="{82684CD7-EE7E-4452-B89A-3D61A47F4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051360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1" name="Rectangle 20">
            <a:extLst>
              <a:ext uri="{FF2B5EF4-FFF2-40B4-BE49-F238E27FC236}">
                <a16:creationId xmlns:a16="http://schemas.microsoft.com/office/drawing/2014/main" id="{4DB334AF-485D-4601-8DF0-10C20B36D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4" y="3765456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Rectangle 21">
            <a:extLst>
              <a:ext uri="{FF2B5EF4-FFF2-40B4-BE49-F238E27FC236}">
                <a16:creationId xmlns:a16="http://schemas.microsoft.com/office/drawing/2014/main" id="{AFC275E0-ACB2-45A4-9B60-2FED3B0FE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8" y="512133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3" name="Rectangle 22">
            <a:extLst>
              <a:ext uri="{FF2B5EF4-FFF2-40B4-BE49-F238E27FC236}">
                <a16:creationId xmlns:a16="http://schemas.microsoft.com/office/drawing/2014/main" id="{78D46752-CE3D-4B6A-81D2-4F3B55988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4502210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4" name="Rectangle 23">
            <a:extLst>
              <a:ext uri="{FF2B5EF4-FFF2-40B4-BE49-F238E27FC236}">
                <a16:creationId xmlns:a16="http://schemas.microsoft.com/office/drawing/2014/main" id="{31332EFD-A903-4DEC-803B-342434CF6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775" y="4362510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Line 24">
            <a:extLst>
              <a:ext uri="{FF2B5EF4-FFF2-40B4-BE49-F238E27FC236}">
                <a16:creationId xmlns:a16="http://schemas.microsoft.com/office/drawing/2014/main" id="{C59D7A32-0293-439C-9E1C-6E9FB40D7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984" y="5328564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6" name="Line 25">
            <a:extLst>
              <a:ext uri="{FF2B5EF4-FFF2-40B4-BE49-F238E27FC236}">
                <a16:creationId xmlns:a16="http://schemas.microsoft.com/office/drawing/2014/main" id="{394EBABF-93C2-40BC-B8AA-EB2844727A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4125" y="5440521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7" name="Rectangle 27">
            <a:extLst>
              <a:ext uri="{FF2B5EF4-FFF2-40B4-BE49-F238E27FC236}">
                <a16:creationId xmlns:a16="http://schemas.microsoft.com/office/drawing/2014/main" id="{8E91AD0E-8FC4-4947-8B14-6E5197B05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3814823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8" name="Line 28">
            <a:extLst>
              <a:ext uri="{FF2B5EF4-FFF2-40B4-BE49-F238E27FC236}">
                <a16:creationId xmlns:a16="http://schemas.microsoft.com/office/drawing/2014/main" id="{661F63B8-834D-47D9-8FE7-F4E6E419CC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300" y="4883210"/>
            <a:ext cx="10160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9" name="Line 29">
            <a:extLst>
              <a:ext uri="{FF2B5EF4-FFF2-40B4-BE49-F238E27FC236}">
                <a16:creationId xmlns:a16="http://schemas.microsoft.com/office/drawing/2014/main" id="{3BE9FA05-8A3E-4E22-9ABA-5A66FD1547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481336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0" name="Rectangle 30">
            <a:extLst>
              <a:ext uri="{FF2B5EF4-FFF2-40B4-BE49-F238E27FC236}">
                <a16:creationId xmlns:a16="http://schemas.microsoft.com/office/drawing/2014/main" id="{5545CD8D-D279-4E0A-AC69-98F1D2604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88321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1" name="Line 31">
            <a:extLst>
              <a:ext uri="{FF2B5EF4-FFF2-40B4-BE49-F238E27FC236}">
                <a16:creationId xmlns:a16="http://schemas.microsoft.com/office/drawing/2014/main" id="{D05E7646-A3ED-48EA-A052-87E53C842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558" y="4508620"/>
            <a:ext cx="18349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2" name="Line 32">
            <a:extLst>
              <a:ext uri="{FF2B5EF4-FFF2-40B4-BE49-F238E27FC236}">
                <a16:creationId xmlns:a16="http://schemas.microsoft.com/office/drawing/2014/main" id="{6E0B884D-7214-468B-9B35-9E9A0D3E9F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6650" y="443236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3" name="Rectangle 33">
            <a:extLst>
              <a:ext uri="{FF2B5EF4-FFF2-40B4-BE49-F238E27FC236}">
                <a16:creationId xmlns:a16="http://schemas.microsoft.com/office/drawing/2014/main" id="{6D73138C-F5CC-4286-9B8A-941003CEF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457841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4" name="Rectangle 34">
            <a:extLst>
              <a:ext uri="{FF2B5EF4-FFF2-40B4-BE49-F238E27FC236}">
                <a16:creationId xmlns:a16="http://schemas.microsoft.com/office/drawing/2014/main" id="{B531210E-05BF-4153-ACA7-24D4D3EAF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419741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5" name="Line 35">
            <a:extLst>
              <a:ext uri="{FF2B5EF4-FFF2-40B4-BE49-F238E27FC236}">
                <a16:creationId xmlns:a16="http://schemas.microsoft.com/office/drawing/2014/main" id="{EDEBBF57-E5BC-46D6-918F-C7C124A96E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410851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6" name="Line 36">
            <a:extLst>
              <a:ext uri="{FF2B5EF4-FFF2-40B4-BE49-F238E27FC236}">
                <a16:creationId xmlns:a16="http://schemas.microsoft.com/office/drawing/2014/main" id="{D0B8E273-E32C-4610-A511-EAE323C14A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558" y="540397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Line 37">
            <a:extLst>
              <a:ext uri="{FF2B5EF4-FFF2-40B4-BE49-F238E27FC236}">
                <a16:creationId xmlns:a16="http://schemas.microsoft.com/office/drawing/2014/main" id="{A6987B3C-D9A6-41E8-AC6B-EE7E57C2EF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9450" y="534676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8" name="Rectangle 38">
            <a:extLst>
              <a:ext uri="{FF2B5EF4-FFF2-40B4-BE49-F238E27FC236}">
                <a16:creationId xmlns:a16="http://schemas.microsoft.com/office/drawing/2014/main" id="{A926B6A7-2E7C-45BB-B483-41CCB854B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541661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9" name="Rectangle 39">
            <a:extLst>
              <a:ext uri="{FF2B5EF4-FFF2-40B4-BE49-F238E27FC236}">
                <a16:creationId xmlns:a16="http://schemas.microsoft.com/office/drawing/2014/main" id="{540973FD-6AC2-4B85-9F4C-079B82A8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11181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0" name="Line 40">
            <a:extLst>
              <a:ext uri="{FF2B5EF4-FFF2-40B4-BE49-F238E27FC236}">
                <a16:creationId xmlns:a16="http://schemas.microsoft.com/office/drawing/2014/main" id="{19C4F599-FC89-4E78-8D55-0CE3E5007C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4684" y="544051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1" name="Line 41">
            <a:extLst>
              <a:ext uri="{FF2B5EF4-FFF2-40B4-BE49-F238E27FC236}">
                <a16:creationId xmlns:a16="http://schemas.microsoft.com/office/drawing/2014/main" id="{31C1C688-00B8-4A88-BEFC-896FB8605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676710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2" name="Line 42">
            <a:extLst>
              <a:ext uri="{FF2B5EF4-FFF2-40B4-BE49-F238E27FC236}">
                <a16:creationId xmlns:a16="http://schemas.microsoft.com/office/drawing/2014/main" id="{6EB9A602-8C8F-4459-BE8D-0E7FF0E2CA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1950" y="403866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3" name="Rectangle 43">
            <a:extLst>
              <a:ext uri="{FF2B5EF4-FFF2-40B4-BE49-F238E27FC236}">
                <a16:creationId xmlns:a16="http://schemas.microsoft.com/office/drawing/2014/main" id="{597043E9-BAC6-4B04-9182-8FFC0D2D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389261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74" name="Line 44">
            <a:extLst>
              <a:ext uri="{FF2B5EF4-FFF2-40B4-BE49-F238E27FC236}">
                <a16:creationId xmlns:a16="http://schemas.microsoft.com/office/drawing/2014/main" id="{D2BB7165-5C78-4ED6-AC3A-0DE0201C2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938651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5" name="Line 45">
            <a:extLst>
              <a:ext uri="{FF2B5EF4-FFF2-40B4-BE49-F238E27FC236}">
                <a16:creationId xmlns:a16="http://schemas.microsoft.com/office/drawing/2014/main" id="{BBA5A347-74FC-4215-BC96-863EA2EC89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2950" y="403866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6" name="Rectangle 46">
            <a:extLst>
              <a:ext uri="{FF2B5EF4-FFF2-40B4-BE49-F238E27FC236}">
                <a16:creationId xmlns:a16="http://schemas.microsoft.com/office/drawing/2014/main" id="{58EEAD61-4AFE-45FA-BA45-8258B5A2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389261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77" name="Line 47">
            <a:extLst>
              <a:ext uri="{FF2B5EF4-FFF2-40B4-BE49-F238E27FC236}">
                <a16:creationId xmlns:a16="http://schemas.microsoft.com/office/drawing/2014/main" id="{F81F46A3-187B-498F-94D8-C498EB509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938651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8" name="Line 48">
            <a:extLst>
              <a:ext uri="{FF2B5EF4-FFF2-40B4-BE49-F238E27FC236}">
                <a16:creationId xmlns:a16="http://schemas.microsoft.com/office/drawing/2014/main" id="{B17A34EF-4FA1-473C-ADA3-89C1831F4D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0150" y="403866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9" name="Rectangle 49">
            <a:extLst>
              <a:ext uri="{FF2B5EF4-FFF2-40B4-BE49-F238E27FC236}">
                <a16:creationId xmlns:a16="http://schemas.microsoft.com/office/drawing/2014/main" id="{DAF16ACC-B0E5-4C06-B590-AD77AAA73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89261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80" name="Rectangle 50">
            <a:extLst>
              <a:ext uri="{FF2B5EF4-FFF2-40B4-BE49-F238E27FC236}">
                <a16:creationId xmlns:a16="http://schemas.microsoft.com/office/drawing/2014/main" id="{985ADF57-720E-4989-ADDA-C358AB7AE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349810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1" name="Rectangle 51">
            <a:extLst>
              <a:ext uri="{FF2B5EF4-FFF2-40B4-BE49-F238E27FC236}">
                <a16:creationId xmlns:a16="http://schemas.microsoft.com/office/drawing/2014/main" id="{584EA97E-FA6C-4FDF-A059-3E65F8CB8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434981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182" name="Rectangle 52">
            <a:extLst>
              <a:ext uri="{FF2B5EF4-FFF2-40B4-BE49-F238E27FC236}">
                <a16:creationId xmlns:a16="http://schemas.microsoft.com/office/drawing/2014/main" id="{343CA401-7310-46F5-AD9F-65F226872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434981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183" name="Rectangle 53">
            <a:extLst>
              <a:ext uri="{FF2B5EF4-FFF2-40B4-BE49-F238E27FC236}">
                <a16:creationId xmlns:a16="http://schemas.microsoft.com/office/drawing/2014/main" id="{17AB5BAE-FEC2-498A-8DBB-F7221A4C8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654610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184" name="Line 54">
            <a:extLst>
              <a:ext uri="{FF2B5EF4-FFF2-40B4-BE49-F238E27FC236}">
                <a16:creationId xmlns:a16="http://schemas.microsoft.com/office/drawing/2014/main" id="{3705B236-3A23-4CBD-967A-BF289AA16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300" y="6712010"/>
            <a:ext cx="57404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5" name="Line 55">
            <a:extLst>
              <a:ext uri="{FF2B5EF4-FFF2-40B4-BE49-F238E27FC236}">
                <a16:creationId xmlns:a16="http://schemas.microsoft.com/office/drawing/2014/main" id="{DB2B697D-BBA1-42E2-B79E-9F463DE855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4870510"/>
            <a:ext cx="0" cy="18542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6" name="Rectangle 56">
            <a:extLst>
              <a:ext uri="{FF2B5EF4-FFF2-40B4-BE49-F238E27FC236}">
                <a16:creationId xmlns:a16="http://schemas.microsoft.com/office/drawing/2014/main" id="{D7BE5E12-DF62-4CD2-8E76-939FDB9D5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3638610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187" name="Group 65">
            <a:extLst>
              <a:ext uri="{FF2B5EF4-FFF2-40B4-BE49-F238E27FC236}">
                <a16:creationId xmlns:a16="http://schemas.microsoft.com/office/drawing/2014/main" id="{22677F72-7C09-45ED-95A7-354E985411D0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978210"/>
            <a:ext cx="2981325" cy="812800"/>
            <a:chOff x="677" y="1696"/>
            <a:chExt cx="1878" cy="512"/>
          </a:xfrm>
        </p:grpSpPr>
        <p:sp>
          <p:nvSpPr>
            <p:cNvPr id="188" name="Oval 66">
              <a:extLst>
                <a:ext uri="{FF2B5EF4-FFF2-40B4-BE49-F238E27FC236}">
                  <a16:creationId xmlns:a16="http://schemas.microsoft.com/office/drawing/2014/main" id="{09E46FFE-C209-4352-9077-1CF898D51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" y="1696"/>
              <a:ext cx="1878" cy="512"/>
            </a:xfrm>
            <a:prstGeom prst="ellips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9" name="Rectangle 67">
              <a:extLst>
                <a:ext uri="{FF2B5EF4-FFF2-40B4-BE49-F238E27FC236}">
                  <a16:creationId xmlns:a16="http://schemas.microsoft.com/office/drawing/2014/main" id="{DAF999AB-DD52-4C2D-B5BF-C1FD2D1E4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190" name="Group 68">
              <a:extLst>
                <a:ext uri="{FF2B5EF4-FFF2-40B4-BE49-F238E27FC236}">
                  <a16:creationId xmlns:a16="http://schemas.microsoft.com/office/drawing/2014/main" id="{4FC813E4-DC7B-4F2C-A682-6DDA9409CA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197" name="Line 69">
                <a:extLst>
                  <a:ext uri="{FF2B5EF4-FFF2-40B4-BE49-F238E27FC236}">
                    <a16:creationId xmlns:a16="http://schemas.microsoft.com/office/drawing/2014/main" id="{F0529776-F630-4A85-A3A9-778FDA69D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8" name="Line 70">
                <a:extLst>
                  <a:ext uri="{FF2B5EF4-FFF2-40B4-BE49-F238E27FC236}">
                    <a16:creationId xmlns:a16="http://schemas.microsoft.com/office/drawing/2014/main" id="{ECB0CB8B-67DF-4050-9214-B2E39B4AEA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9" name="Line 71">
                <a:extLst>
                  <a:ext uri="{FF2B5EF4-FFF2-40B4-BE49-F238E27FC236}">
                    <a16:creationId xmlns:a16="http://schemas.microsoft.com/office/drawing/2014/main" id="{75C5A22F-7670-4940-BC12-F16C1C8B4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0" name="Line 72">
                <a:extLst>
                  <a:ext uri="{FF2B5EF4-FFF2-40B4-BE49-F238E27FC236}">
                    <a16:creationId xmlns:a16="http://schemas.microsoft.com/office/drawing/2014/main" id="{3A046A6F-747A-427B-AEC9-F18924957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91" name="Line 73">
              <a:extLst>
                <a:ext uri="{FF2B5EF4-FFF2-40B4-BE49-F238E27FC236}">
                  <a16:creationId xmlns:a16="http://schemas.microsoft.com/office/drawing/2014/main" id="{0A1EBB57-A78B-4516-A4E7-ABEC0F84A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2" name="Line 74">
              <a:extLst>
                <a:ext uri="{FF2B5EF4-FFF2-40B4-BE49-F238E27FC236}">
                  <a16:creationId xmlns:a16="http://schemas.microsoft.com/office/drawing/2014/main" id="{93898313-BE77-469D-B6A0-22F0875AF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3" name="Rectangle 75">
              <a:extLst>
                <a:ext uri="{FF2B5EF4-FFF2-40B4-BE49-F238E27FC236}">
                  <a16:creationId xmlns:a16="http://schemas.microsoft.com/office/drawing/2014/main" id="{08C044A4-AA89-4C7D-A406-17E5B70AE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194" name="Line 76">
              <a:extLst>
                <a:ext uri="{FF2B5EF4-FFF2-40B4-BE49-F238E27FC236}">
                  <a16:creationId xmlns:a16="http://schemas.microsoft.com/office/drawing/2014/main" id="{C0310235-3A18-4FFA-BB4F-3D06FF588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2" y="2064"/>
              <a:ext cx="6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5" name="Rectangle 77">
              <a:extLst>
                <a:ext uri="{FF2B5EF4-FFF2-40B4-BE49-F238E27FC236}">
                  <a16:creationId xmlns:a16="http://schemas.microsoft.com/office/drawing/2014/main" id="{29BC31A6-4857-42C3-B50A-4D57A19EC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" y="1862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6" name="Rectangle 78">
              <a:extLst>
                <a:ext uri="{FF2B5EF4-FFF2-40B4-BE49-F238E27FC236}">
                  <a16:creationId xmlns:a16="http://schemas.microsoft.com/office/drawing/2014/main" id="{0B94BF76-41B6-4079-9FC9-90994CC7A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01" name="Line 88">
            <a:extLst>
              <a:ext uri="{FF2B5EF4-FFF2-40B4-BE49-F238E27FC236}">
                <a16:creationId xmlns:a16="http://schemas.microsoft.com/office/drawing/2014/main" id="{BAE39DDA-AE2F-44F9-A892-1934590D8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2" y="5416610"/>
            <a:ext cx="54133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2" name="Line 89">
            <a:extLst>
              <a:ext uri="{FF2B5EF4-FFF2-40B4-BE49-F238E27FC236}">
                <a16:creationId xmlns:a16="http://schemas.microsoft.com/office/drawing/2014/main" id="{9561A442-CE97-404A-B9A7-845EB0726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972110"/>
            <a:ext cx="0" cy="17272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04" name="Group 91">
            <a:extLst>
              <a:ext uri="{FF2B5EF4-FFF2-40B4-BE49-F238E27FC236}">
                <a16:creationId xmlns:a16="http://schemas.microsoft.com/office/drawing/2014/main" id="{23000993-BD6A-4524-A3C9-70BA2887DACE}"/>
              </a:ext>
            </a:extLst>
          </p:cNvPr>
          <p:cNvGrpSpPr>
            <a:grpSpLocks/>
          </p:cNvGrpSpPr>
          <p:nvPr/>
        </p:nvGrpSpPr>
        <p:grpSpPr bwMode="auto">
          <a:xfrm>
            <a:off x="1393825" y="1972496"/>
            <a:ext cx="5964238" cy="969963"/>
            <a:chOff x="1878" y="645"/>
            <a:chExt cx="3757" cy="611"/>
          </a:xfrm>
        </p:grpSpPr>
        <p:sp>
          <p:nvSpPr>
            <p:cNvPr id="205" name="Rectangle 92">
              <a:extLst>
                <a:ext uri="{FF2B5EF4-FFF2-40B4-BE49-F238E27FC236}">
                  <a16:creationId xmlns:a16="http://schemas.microsoft.com/office/drawing/2014/main" id="{E30F244B-F86C-4CC8-9ABE-FD5F6D96B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645"/>
              <a:ext cx="2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8DA0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11</a:t>
              </a:r>
            </a:p>
          </p:txBody>
        </p:sp>
        <p:sp>
          <p:nvSpPr>
            <p:cNvPr id="206" name="Rectangle 93">
              <a:extLst>
                <a:ext uri="{FF2B5EF4-FFF2-40B4-BE49-F238E27FC236}">
                  <a16:creationId xmlns:a16="http://schemas.microsoft.com/office/drawing/2014/main" id="{76A64011-9DC7-4803-9131-DE47CB2FC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" y="8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207" name="Group 94">
              <a:extLst>
                <a:ext uri="{FF2B5EF4-FFF2-40B4-BE49-F238E27FC236}">
                  <a16:creationId xmlns:a16="http://schemas.microsoft.com/office/drawing/2014/main" id="{FC57812D-4B62-43E7-BF4B-05D9DC31A4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9" y="852"/>
              <a:ext cx="624" cy="212"/>
              <a:chOff x="1939" y="852"/>
              <a:chExt cx="624" cy="212"/>
            </a:xfrm>
          </p:grpSpPr>
          <p:sp>
            <p:nvSpPr>
              <p:cNvPr id="226" name="Rectangle 95">
                <a:extLst>
                  <a:ext uri="{FF2B5EF4-FFF2-40B4-BE49-F238E27FC236}">
                    <a16:creationId xmlns:a16="http://schemas.microsoft.com/office/drawing/2014/main" id="{BF065D21-58CC-435A-BCAA-821C22A02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9" y="8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7" name="Rectangle 96">
                <a:extLst>
                  <a:ext uri="{FF2B5EF4-FFF2-40B4-BE49-F238E27FC236}">
                    <a16:creationId xmlns:a16="http://schemas.microsoft.com/office/drawing/2014/main" id="{3B969182-BBD7-44DC-9EAF-DF793A6C4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1" y="852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208" name="Group 97">
              <a:extLst>
                <a:ext uri="{FF2B5EF4-FFF2-40B4-BE49-F238E27FC236}">
                  <a16:creationId xmlns:a16="http://schemas.microsoft.com/office/drawing/2014/main" id="{D0935485-3FFB-4834-AD4A-47A4691E8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" y="852"/>
              <a:ext cx="580" cy="212"/>
              <a:chOff x="2571" y="852"/>
              <a:chExt cx="580" cy="212"/>
            </a:xfrm>
          </p:grpSpPr>
          <p:sp>
            <p:nvSpPr>
              <p:cNvPr id="224" name="Rectangle 98">
                <a:extLst>
                  <a:ext uri="{FF2B5EF4-FFF2-40B4-BE49-F238E27FC236}">
                    <a16:creationId xmlns:a16="http://schemas.microsoft.com/office/drawing/2014/main" id="{A28DFF23-14D8-42AE-8302-644E070C5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1" y="856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5" name="Rectangle 99">
                <a:extLst>
                  <a:ext uri="{FF2B5EF4-FFF2-40B4-BE49-F238E27FC236}">
                    <a16:creationId xmlns:a16="http://schemas.microsoft.com/office/drawing/2014/main" id="{F09B0791-C66A-411D-8BFE-12B90CFC6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852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209" name="Group 100">
              <a:extLst>
                <a:ext uri="{FF2B5EF4-FFF2-40B4-BE49-F238E27FC236}">
                  <a16:creationId xmlns:a16="http://schemas.microsoft.com/office/drawing/2014/main" id="{382137BA-EBB2-4603-822B-8458FAF383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852"/>
              <a:ext cx="579" cy="212"/>
              <a:chOff x="3159" y="852"/>
              <a:chExt cx="579" cy="212"/>
            </a:xfrm>
          </p:grpSpPr>
          <p:sp>
            <p:nvSpPr>
              <p:cNvPr id="222" name="Rectangle 101">
                <a:extLst>
                  <a:ext uri="{FF2B5EF4-FFF2-40B4-BE49-F238E27FC236}">
                    <a16:creationId xmlns:a16="http://schemas.microsoft.com/office/drawing/2014/main" id="{5D60B948-79ED-4B61-85B6-C903CAAC4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856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3" name="Rectangle 102">
                <a:extLst>
                  <a:ext uri="{FF2B5EF4-FFF2-40B4-BE49-F238E27FC236}">
                    <a16:creationId xmlns:a16="http://schemas.microsoft.com/office/drawing/2014/main" id="{79B270D1-8DE2-41E3-A744-2654F638D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3" y="852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210" name="Rectangle 103">
              <a:extLst>
                <a:ext uri="{FF2B5EF4-FFF2-40B4-BE49-F238E27FC236}">
                  <a16:creationId xmlns:a16="http://schemas.microsoft.com/office/drawing/2014/main" id="{AAA6D40F-87E1-48FA-BCB2-91555B854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856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1" name="Rectangle 104">
              <a:extLst>
                <a:ext uri="{FF2B5EF4-FFF2-40B4-BE49-F238E27FC236}">
                  <a16:creationId xmlns:a16="http://schemas.microsoft.com/office/drawing/2014/main" id="{BBA09540-5E51-48D3-BC3F-F0327C30B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" y="852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212" name="Rectangle 105">
              <a:extLst>
                <a:ext uri="{FF2B5EF4-FFF2-40B4-BE49-F238E27FC236}">
                  <a16:creationId xmlns:a16="http://schemas.microsoft.com/office/drawing/2014/main" id="{99EB8060-36B0-47F8-8E35-FE4033B84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8" y="66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213" name="Rectangle 106">
              <a:extLst>
                <a:ext uri="{FF2B5EF4-FFF2-40B4-BE49-F238E27FC236}">
                  <a16:creationId xmlns:a16="http://schemas.microsoft.com/office/drawing/2014/main" id="{0FEBEF26-D807-414A-892C-CEAF1738E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214" name="Rectangle 107">
              <a:extLst>
                <a:ext uri="{FF2B5EF4-FFF2-40B4-BE49-F238E27FC236}">
                  <a16:creationId xmlns:a16="http://schemas.microsoft.com/office/drawing/2014/main" id="{989653D0-2B09-46D7-B437-4B7A3AD76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215" name="Rectangle 108">
              <a:extLst>
                <a:ext uri="{FF2B5EF4-FFF2-40B4-BE49-F238E27FC236}">
                  <a16:creationId xmlns:a16="http://schemas.microsoft.com/office/drawing/2014/main" id="{33997B6C-FED3-4722-AB47-34C9AB1E6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4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216" name="Rectangle 109">
              <a:extLst>
                <a:ext uri="{FF2B5EF4-FFF2-40B4-BE49-F238E27FC236}">
                  <a16:creationId xmlns:a16="http://schemas.microsoft.com/office/drawing/2014/main" id="{D69AE124-4A7C-47A1-A22C-0FBD371AD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217" name="Rectangle 110">
              <a:extLst>
                <a:ext uri="{FF2B5EF4-FFF2-40B4-BE49-F238E27FC236}">
                  <a16:creationId xmlns:a16="http://schemas.microsoft.com/office/drawing/2014/main" id="{3811CB16-59F4-4743-B6D7-01E485567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044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218" name="Rectangle 111">
              <a:extLst>
                <a:ext uri="{FF2B5EF4-FFF2-40B4-BE49-F238E27FC236}">
                  <a16:creationId xmlns:a16="http://schemas.microsoft.com/office/drawing/2014/main" id="{6402C419-7CEF-4D8D-8FB4-27D41E7B0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" y="1044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219" name="Rectangle 112">
              <a:extLst>
                <a:ext uri="{FF2B5EF4-FFF2-40B4-BE49-F238E27FC236}">
                  <a16:creationId xmlns:a16="http://schemas.microsoft.com/office/drawing/2014/main" id="{A806AB63-6E99-4875-9AAF-F58B818E7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8" y="1044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220" name="Rectangle 113">
              <a:extLst>
                <a:ext uri="{FF2B5EF4-FFF2-40B4-BE49-F238E27FC236}">
                  <a16:creationId xmlns:a16="http://schemas.microsoft.com/office/drawing/2014/main" id="{F6C73B40-9C75-44C3-AD29-BFFF708EF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" y="1044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239" name="Rectangle 126">
            <a:extLst>
              <a:ext uri="{FF2B5EF4-FFF2-40B4-BE49-F238E27FC236}">
                <a16:creationId xmlns:a16="http://schemas.microsoft.com/office/drawing/2014/main" id="{5C831553-FD3E-46D9-89C0-62825ADF7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3613210"/>
            <a:ext cx="50174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chemeClr val="accent2"/>
                </a:solidFill>
                <a:latin typeface="+mn-lt"/>
                <a:ea typeface="SimHei" panose="02010609060101010101" pitchFamily="49" charset="-122"/>
              </a:rPr>
              <a:t>Rt?</a:t>
            </a: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FF0A0E0C-59D1-40E2-ABB9-3A9C2F481D13}"/>
              </a:ext>
            </a:extLst>
          </p:cNvPr>
          <p:cNvGrpSpPr/>
          <p:nvPr/>
        </p:nvGrpSpPr>
        <p:grpSpPr>
          <a:xfrm>
            <a:off x="5761832" y="4362510"/>
            <a:ext cx="505337" cy="1193800"/>
            <a:chOff x="5799138" y="4889500"/>
            <a:chExt cx="505337" cy="1193800"/>
          </a:xfrm>
        </p:grpSpPr>
        <p:grpSp>
          <p:nvGrpSpPr>
            <p:cNvPr id="108" name="Group 4">
              <a:extLst>
                <a:ext uri="{FF2B5EF4-FFF2-40B4-BE49-F238E27FC236}">
                  <a16:creationId xmlns:a16="http://schemas.microsoft.com/office/drawing/2014/main" id="{4AC3841D-7F1C-454C-B807-68BB81C81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10" name="Line 5">
                <a:extLst>
                  <a:ext uri="{FF2B5EF4-FFF2-40B4-BE49-F238E27FC236}">
                    <a16:creationId xmlns:a16="http://schemas.microsoft.com/office/drawing/2014/main" id="{DC0C121F-2D2B-4046-8477-3503216AA7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1" name="Line 6">
                <a:extLst>
                  <a:ext uri="{FF2B5EF4-FFF2-40B4-BE49-F238E27FC236}">
                    <a16:creationId xmlns:a16="http://schemas.microsoft.com/office/drawing/2014/main" id="{8837F1C5-0E6F-44FF-9BAF-C8985265A8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2" name="Line 7">
                <a:extLst>
                  <a:ext uri="{FF2B5EF4-FFF2-40B4-BE49-F238E27FC236}">
                    <a16:creationId xmlns:a16="http://schemas.microsoft.com/office/drawing/2014/main" id="{A9015614-E1C8-4377-95EE-527D823C02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3" name="Line 8">
                <a:extLst>
                  <a:ext uri="{FF2B5EF4-FFF2-40B4-BE49-F238E27FC236}">
                    <a16:creationId xmlns:a16="http://schemas.microsoft.com/office/drawing/2014/main" id="{36830971-6FE8-45E9-AA80-DFC0E78466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4" name="Line 9">
                <a:extLst>
                  <a:ext uri="{FF2B5EF4-FFF2-40B4-BE49-F238E27FC236}">
                    <a16:creationId xmlns:a16="http://schemas.microsoft.com/office/drawing/2014/main" id="{E25C4F2C-5067-44DA-85E3-87B0751F6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5" name="Line 10">
                <a:extLst>
                  <a:ext uri="{FF2B5EF4-FFF2-40B4-BE49-F238E27FC236}">
                    <a16:creationId xmlns:a16="http://schemas.microsoft.com/office/drawing/2014/main" id="{A86F053E-2286-4E91-BF36-8B692FFD4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6" name="Line 11">
                <a:extLst>
                  <a:ext uri="{FF2B5EF4-FFF2-40B4-BE49-F238E27FC236}">
                    <a16:creationId xmlns:a16="http://schemas.microsoft.com/office/drawing/2014/main" id="{19BEAB13-843F-4FCE-ACBF-09E994982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7" name="Line 12">
                <a:extLst>
                  <a:ext uri="{FF2B5EF4-FFF2-40B4-BE49-F238E27FC236}">
                    <a16:creationId xmlns:a16="http://schemas.microsoft.com/office/drawing/2014/main" id="{31620DDB-798A-452D-9970-F002C34AC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09" name="Rectangle 58">
              <a:extLst>
                <a:ext uri="{FF2B5EF4-FFF2-40B4-BE49-F238E27FC236}">
                  <a16:creationId xmlns:a16="http://schemas.microsoft.com/office/drawing/2014/main" id="{3A556398-8441-49D6-BE81-30BAE8C9CC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41" name="Oval 2">
            <a:extLst>
              <a:ext uri="{FF2B5EF4-FFF2-40B4-BE49-F238E27FC236}">
                <a16:creationId xmlns:a16="http://schemas.microsoft.com/office/drawing/2014/main" id="{A03716A8-79E2-4072-8385-BD07077DC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862" y="5098584"/>
            <a:ext cx="2952890" cy="1438274"/>
          </a:xfrm>
          <a:prstGeom prst="ellips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1" name="Rectangle 62">
            <a:extLst>
              <a:ext uri="{FF2B5EF4-FFF2-40B4-BE49-F238E27FC236}">
                <a16:creationId xmlns:a16="http://schemas.microsoft.com/office/drawing/2014/main" id="{9D12971B-4394-4BFA-A350-C73C60CE3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8900" y="5746283"/>
            <a:ext cx="355600" cy="8128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2" name="Rectangle 63">
            <a:extLst>
              <a:ext uri="{FF2B5EF4-FFF2-40B4-BE49-F238E27FC236}">
                <a16:creationId xmlns:a16="http://schemas.microsoft.com/office/drawing/2014/main" id="{4D108409-BF16-4DDE-8C1B-038BD0ADAC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16040" y="5979132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3" name="Rectangle 64">
            <a:extLst>
              <a:ext uri="{FF2B5EF4-FFF2-40B4-BE49-F238E27FC236}">
                <a16:creationId xmlns:a16="http://schemas.microsoft.com/office/drawing/2014/main" id="{8D9CA5A2-F240-4EAF-BFF5-812D6F4157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75994" y="5569277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54" name="Line 79">
            <a:extLst>
              <a:ext uri="{FF2B5EF4-FFF2-40B4-BE49-F238E27FC236}">
                <a16:creationId xmlns:a16="http://schemas.microsoft.com/office/drawing/2014/main" id="{5BD5D548-F153-4324-94D2-015F6D9CF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6114583"/>
            <a:ext cx="663783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5" name="Rectangle 80">
            <a:extLst>
              <a:ext uri="{FF2B5EF4-FFF2-40B4-BE49-F238E27FC236}">
                <a16:creationId xmlns:a16="http://schemas.microsoft.com/office/drawing/2014/main" id="{F327A98D-C4DF-40F2-AAF9-E967B4AB4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3" y="615268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6" name="Line 81">
            <a:extLst>
              <a:ext uri="{FF2B5EF4-FFF2-40B4-BE49-F238E27FC236}">
                <a16:creationId xmlns:a16="http://schemas.microsoft.com/office/drawing/2014/main" id="{992B5763-B526-470E-9993-5E43F4D049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604473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7" name="Line 82">
            <a:extLst>
              <a:ext uri="{FF2B5EF4-FFF2-40B4-BE49-F238E27FC236}">
                <a16:creationId xmlns:a16="http://schemas.microsoft.com/office/drawing/2014/main" id="{A403CE14-3BC2-4F6B-A4D0-616D5DD0A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7513" y="6112996"/>
            <a:ext cx="941387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8" name="Line 83">
            <a:extLst>
              <a:ext uri="{FF2B5EF4-FFF2-40B4-BE49-F238E27FC236}">
                <a16:creationId xmlns:a16="http://schemas.microsoft.com/office/drawing/2014/main" id="{C623D16F-D539-4C8F-BA15-1074EE3E90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5825" y="605743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9" name="Rectangle 84">
            <a:extLst>
              <a:ext uri="{FF2B5EF4-FFF2-40B4-BE49-F238E27FC236}">
                <a16:creationId xmlns:a16="http://schemas.microsoft.com/office/drawing/2014/main" id="{ABD43B41-FDFB-451B-AB11-D588F940B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619078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60" name="Rectangle 85">
            <a:extLst>
              <a:ext uri="{FF2B5EF4-FFF2-40B4-BE49-F238E27FC236}">
                <a16:creationId xmlns:a16="http://schemas.microsoft.com/office/drawing/2014/main" id="{4A45210C-4424-478B-8801-0C73BD4B4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038383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61" name="Line 86">
            <a:extLst>
              <a:ext uri="{FF2B5EF4-FFF2-40B4-BE49-F238E27FC236}">
                <a16:creationId xmlns:a16="http://schemas.microsoft.com/office/drawing/2014/main" id="{C805537D-67B2-4753-BC3D-27999F160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6164848"/>
            <a:ext cx="0" cy="4767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2" name="Rectangle 87">
            <a:extLst>
              <a:ext uri="{FF2B5EF4-FFF2-40B4-BE49-F238E27FC236}">
                <a16:creationId xmlns:a16="http://schemas.microsoft.com/office/drawing/2014/main" id="{5AE6B5EE-14C2-4CF4-AC31-C992CF9EC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6419383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63" name="Group 57">
            <a:extLst>
              <a:ext uri="{FF2B5EF4-FFF2-40B4-BE49-F238E27FC236}">
                <a16:creationId xmlns:a16="http://schemas.microsoft.com/office/drawing/2014/main" id="{1001C49C-CDCF-4D51-A09F-2841CA87393E}"/>
              </a:ext>
            </a:extLst>
          </p:cNvPr>
          <p:cNvGrpSpPr>
            <a:grpSpLocks/>
          </p:cNvGrpSpPr>
          <p:nvPr/>
        </p:nvGrpSpPr>
        <p:grpSpPr bwMode="auto">
          <a:xfrm>
            <a:off x="4926012" y="5129798"/>
            <a:ext cx="311150" cy="1117600"/>
            <a:chOff x="3116" y="3032"/>
            <a:chExt cx="196" cy="704"/>
          </a:xfrm>
        </p:grpSpPr>
        <p:sp>
          <p:nvSpPr>
            <p:cNvPr id="264" name="Line 58">
              <a:extLst>
                <a:ext uri="{FF2B5EF4-FFF2-40B4-BE49-F238E27FC236}">
                  <a16:creationId xmlns:a16="http://schemas.microsoft.com/office/drawing/2014/main" id="{D0BC60AD-5B26-40E7-9767-FEB577A64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5" name="Line 59">
              <a:extLst>
                <a:ext uri="{FF2B5EF4-FFF2-40B4-BE49-F238E27FC236}">
                  <a16:creationId xmlns:a16="http://schemas.microsoft.com/office/drawing/2014/main" id="{AD1817F2-15E6-4C1F-AD74-1FFCA0450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6" name="Line 60">
              <a:extLst>
                <a:ext uri="{FF2B5EF4-FFF2-40B4-BE49-F238E27FC236}">
                  <a16:creationId xmlns:a16="http://schemas.microsoft.com/office/drawing/2014/main" id="{12D912BC-3098-43C8-918C-F3EB7953D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7" name="Line 61">
              <a:extLst>
                <a:ext uri="{FF2B5EF4-FFF2-40B4-BE49-F238E27FC236}">
                  <a16:creationId xmlns:a16="http://schemas.microsoft.com/office/drawing/2014/main" id="{05920745-EC60-4D4C-AAA8-E8637A38C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grpSp>
        <p:nvGrpSpPr>
          <p:cNvPr id="3" name="Group 91">
            <a:extLst>
              <a:ext uri="{FF2B5EF4-FFF2-40B4-BE49-F238E27FC236}">
                <a16:creationId xmlns:a16="http://schemas.microsoft.com/office/drawing/2014/main" id="{8E924E75-114E-A87F-3B2A-EE5E8807E750}"/>
              </a:ext>
            </a:extLst>
          </p:cNvPr>
          <p:cNvGrpSpPr>
            <a:grpSpLocks/>
          </p:cNvGrpSpPr>
          <p:nvPr/>
        </p:nvGrpSpPr>
        <p:grpSpPr bwMode="auto">
          <a:xfrm>
            <a:off x="1393825" y="1972496"/>
            <a:ext cx="5964238" cy="1039813"/>
            <a:chOff x="1878" y="645"/>
            <a:chExt cx="3757" cy="655"/>
          </a:xfrm>
        </p:grpSpPr>
        <p:sp>
          <p:nvSpPr>
            <p:cNvPr id="6" name="Rectangle 92">
              <a:extLst>
                <a:ext uri="{FF2B5EF4-FFF2-40B4-BE49-F238E27FC236}">
                  <a16:creationId xmlns:a16="http://schemas.microsoft.com/office/drawing/2014/main" id="{BEFD56A3-E8F8-FDAE-C5F3-E838E76FF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645"/>
              <a:ext cx="2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8DA0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11</a:t>
              </a:r>
            </a:p>
          </p:txBody>
        </p:sp>
        <p:sp>
          <p:nvSpPr>
            <p:cNvPr id="7" name="Rectangle 93">
              <a:extLst>
                <a:ext uri="{FF2B5EF4-FFF2-40B4-BE49-F238E27FC236}">
                  <a16:creationId xmlns:a16="http://schemas.microsoft.com/office/drawing/2014/main" id="{3821D003-8A85-BD9C-A9CB-32B050612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" y="8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8" name="Group 94">
              <a:extLst>
                <a:ext uri="{FF2B5EF4-FFF2-40B4-BE49-F238E27FC236}">
                  <a16:creationId xmlns:a16="http://schemas.microsoft.com/office/drawing/2014/main" id="{5CDF33EE-177F-E123-4586-67A8CD096F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9" y="852"/>
              <a:ext cx="624" cy="212"/>
              <a:chOff x="1939" y="852"/>
              <a:chExt cx="624" cy="212"/>
            </a:xfrm>
          </p:grpSpPr>
          <p:sp>
            <p:nvSpPr>
              <p:cNvPr id="27" name="Rectangle 95">
                <a:extLst>
                  <a:ext uri="{FF2B5EF4-FFF2-40B4-BE49-F238E27FC236}">
                    <a16:creationId xmlns:a16="http://schemas.microsoft.com/office/drawing/2014/main" id="{650D303A-C2A9-DA59-F999-624E01C156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9" y="8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8" name="Rectangle 96">
                <a:extLst>
                  <a:ext uri="{FF2B5EF4-FFF2-40B4-BE49-F238E27FC236}">
                    <a16:creationId xmlns:a16="http://schemas.microsoft.com/office/drawing/2014/main" id="{59D36C3B-4462-8C83-C892-D41365FF5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1" y="852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9" name="Group 97">
              <a:extLst>
                <a:ext uri="{FF2B5EF4-FFF2-40B4-BE49-F238E27FC236}">
                  <a16:creationId xmlns:a16="http://schemas.microsoft.com/office/drawing/2014/main" id="{518C959A-82F8-D3C0-0248-1B9452335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" y="852"/>
              <a:ext cx="580" cy="212"/>
              <a:chOff x="2571" y="852"/>
              <a:chExt cx="580" cy="212"/>
            </a:xfrm>
          </p:grpSpPr>
          <p:sp>
            <p:nvSpPr>
              <p:cNvPr id="25" name="Rectangle 98">
                <a:extLst>
                  <a:ext uri="{FF2B5EF4-FFF2-40B4-BE49-F238E27FC236}">
                    <a16:creationId xmlns:a16="http://schemas.microsoft.com/office/drawing/2014/main" id="{04082302-AE53-8CD6-51FE-0B59B23DF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1" y="856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6" name="Rectangle 99">
                <a:extLst>
                  <a:ext uri="{FF2B5EF4-FFF2-40B4-BE49-F238E27FC236}">
                    <a16:creationId xmlns:a16="http://schemas.microsoft.com/office/drawing/2014/main" id="{0EFC0A88-1481-76F1-EB30-039A8CAAC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852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0" name="Group 100">
              <a:extLst>
                <a:ext uri="{FF2B5EF4-FFF2-40B4-BE49-F238E27FC236}">
                  <a16:creationId xmlns:a16="http://schemas.microsoft.com/office/drawing/2014/main" id="{692F827C-1E31-59D5-2583-9331575C2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852"/>
              <a:ext cx="579" cy="212"/>
              <a:chOff x="3159" y="852"/>
              <a:chExt cx="579" cy="212"/>
            </a:xfrm>
          </p:grpSpPr>
          <p:sp>
            <p:nvSpPr>
              <p:cNvPr id="23" name="Rectangle 101">
                <a:extLst>
                  <a:ext uri="{FF2B5EF4-FFF2-40B4-BE49-F238E27FC236}">
                    <a16:creationId xmlns:a16="http://schemas.microsoft.com/office/drawing/2014/main" id="{BF6DDFD5-4A2B-9E6D-2F8D-C561925D1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856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" name="Rectangle 102">
                <a:extLst>
                  <a:ext uri="{FF2B5EF4-FFF2-40B4-BE49-F238E27FC236}">
                    <a16:creationId xmlns:a16="http://schemas.microsoft.com/office/drawing/2014/main" id="{8178A2A1-306C-0FC1-5688-71EA949EC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3" y="852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11" name="Rectangle 103">
              <a:extLst>
                <a:ext uri="{FF2B5EF4-FFF2-40B4-BE49-F238E27FC236}">
                  <a16:creationId xmlns:a16="http://schemas.microsoft.com/office/drawing/2014/main" id="{F2EA78F6-39A4-A223-1BAB-81074EEEC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856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2" name="Rectangle 104">
              <a:extLst>
                <a:ext uri="{FF2B5EF4-FFF2-40B4-BE49-F238E27FC236}">
                  <a16:creationId xmlns:a16="http://schemas.microsoft.com/office/drawing/2014/main" id="{6717AC65-AFE0-CB2C-3919-BBF03159C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" y="852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13" name="Rectangle 105">
              <a:extLst>
                <a:ext uri="{FF2B5EF4-FFF2-40B4-BE49-F238E27FC236}">
                  <a16:creationId xmlns:a16="http://schemas.microsoft.com/office/drawing/2014/main" id="{8435AEBD-D978-76D2-546E-997467436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8" y="66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4" name="Rectangle 106">
              <a:extLst>
                <a:ext uri="{FF2B5EF4-FFF2-40B4-BE49-F238E27FC236}">
                  <a16:creationId xmlns:a16="http://schemas.microsoft.com/office/drawing/2014/main" id="{3A78C507-6A6D-FD64-FB75-B2A06B562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15" name="Rectangle 107">
              <a:extLst>
                <a:ext uri="{FF2B5EF4-FFF2-40B4-BE49-F238E27FC236}">
                  <a16:creationId xmlns:a16="http://schemas.microsoft.com/office/drawing/2014/main" id="{6DC7247B-A57E-8E4B-698E-006AA7793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16" name="Rectangle 108">
              <a:extLst>
                <a:ext uri="{FF2B5EF4-FFF2-40B4-BE49-F238E27FC236}">
                  <a16:creationId xmlns:a16="http://schemas.microsoft.com/office/drawing/2014/main" id="{19A0ABDD-61E3-961E-A85D-1563C9578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4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17" name="Rectangle 109">
              <a:extLst>
                <a:ext uri="{FF2B5EF4-FFF2-40B4-BE49-F238E27FC236}">
                  <a16:creationId xmlns:a16="http://schemas.microsoft.com/office/drawing/2014/main" id="{E3F7D727-1A40-C820-881F-6F5558C8B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" y="66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18" name="Rectangle 110">
              <a:extLst>
                <a:ext uri="{FF2B5EF4-FFF2-40B4-BE49-F238E27FC236}">
                  <a16:creationId xmlns:a16="http://schemas.microsoft.com/office/drawing/2014/main" id="{E1F252A4-48DA-180A-12F1-4AA93F1FD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044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9" name="Rectangle 111">
              <a:extLst>
                <a:ext uri="{FF2B5EF4-FFF2-40B4-BE49-F238E27FC236}">
                  <a16:creationId xmlns:a16="http://schemas.microsoft.com/office/drawing/2014/main" id="{D3BC6486-13E4-F30E-A357-9AB80DCCA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" y="1044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20" name="Rectangle 112">
              <a:extLst>
                <a:ext uri="{FF2B5EF4-FFF2-40B4-BE49-F238E27FC236}">
                  <a16:creationId xmlns:a16="http://schemas.microsoft.com/office/drawing/2014/main" id="{84B80FEB-863C-CD55-1759-BDD445A26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8" y="1044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21" name="Rectangle 113">
              <a:extLst>
                <a:ext uri="{FF2B5EF4-FFF2-40B4-BE49-F238E27FC236}">
                  <a16:creationId xmlns:a16="http://schemas.microsoft.com/office/drawing/2014/main" id="{2E5C46C1-1639-A43D-BEBE-068306889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" y="1044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22" name="Rectangle 114">
              <a:extLst>
                <a:ext uri="{FF2B5EF4-FFF2-40B4-BE49-F238E27FC236}">
                  <a16:creationId xmlns:a16="http://schemas.microsoft.com/office/drawing/2014/main" id="{1E23FCFF-0F86-DF09-7CD1-F288A047F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088"/>
              <a:ext cx="302" cy="2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rd</a:t>
              </a:r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?</a:t>
              </a:r>
            </a:p>
          </p:txBody>
        </p:sp>
      </p:grpSp>
      <p:sp>
        <p:nvSpPr>
          <p:cNvPr id="29" name="Text Box 137">
            <a:extLst>
              <a:ext uri="{FF2B5EF4-FFF2-40B4-BE49-F238E27FC236}">
                <a16:creationId xmlns:a16="http://schemas.microsoft.com/office/drawing/2014/main" id="{DF963082-1DDA-5C81-4B42-4FA501869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5245" y="2965710"/>
            <a:ext cx="2995609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注意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:R-type and I-type </a:t>
            </a:r>
          </a:p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目标寄存器格式位置不同</a:t>
            </a:r>
          </a:p>
        </p:txBody>
      </p:sp>
    </p:spTree>
    <p:extLst>
      <p:ext uri="{BB962C8B-B14F-4D97-AF65-F5344CB8AC3E}">
        <p14:creationId xmlns:p14="http://schemas.microsoft.com/office/powerpoint/2010/main" val="9682265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C640-F777-4595-9512-1836BB90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Load Word </a:t>
            </a:r>
            <a:r>
              <a:rPr lang="zh-CN" altLang="en-US" dirty="0">
                <a:solidFill>
                  <a:schemeClr val="tx1"/>
                </a:solidFill>
              </a:rPr>
              <a:t>操作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F771-68B1-4DAA-B8A3-CF2CD90F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62</a:t>
            </a:fld>
            <a:endParaRPr lang="en-US" altLang="zh-CN" dirty="0"/>
          </a:p>
        </p:txBody>
      </p:sp>
      <p:sp>
        <p:nvSpPr>
          <p:cNvPr id="146" name="Line 15">
            <a:extLst>
              <a:ext uri="{FF2B5EF4-FFF2-40B4-BE49-F238E27FC236}">
                <a16:creationId xmlns:a16="http://schemas.microsoft.com/office/drawing/2014/main" id="{2EA8D486-4618-44F7-902A-6090858B67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120" y="3719944"/>
            <a:ext cx="203169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7" name="Line 16">
            <a:extLst>
              <a:ext uri="{FF2B5EF4-FFF2-40B4-BE49-F238E27FC236}">
                <a16:creationId xmlns:a16="http://schemas.microsoft.com/office/drawing/2014/main" id="{E29E57C0-1941-4680-B430-5A44B8C84C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3471" y="365009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8" name="Rectangle 17">
            <a:extLst>
              <a:ext uri="{FF2B5EF4-FFF2-40B4-BE49-F238E27FC236}">
                <a16:creationId xmlns:a16="http://schemas.microsoft.com/office/drawing/2014/main" id="{A8620A2F-82C3-4F30-83FE-9F9935161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34" y="371994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49" name="Rectangle 18">
            <a:extLst>
              <a:ext uri="{FF2B5EF4-FFF2-40B4-BE49-F238E27FC236}">
                <a16:creationId xmlns:a16="http://schemas.microsoft.com/office/drawing/2014/main" id="{5BE024F7-1A3F-4597-BD9C-A8E6F1907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934" y="3338944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50" name="Line 19">
            <a:extLst>
              <a:ext uri="{FF2B5EF4-FFF2-40B4-BE49-F238E27FC236}">
                <a16:creationId xmlns:a16="http://schemas.microsoft.com/office/drawing/2014/main" id="{82684CD7-EE7E-4452-B89A-3D61A47F4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0221" y="2845235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1" name="Rectangle 20">
            <a:extLst>
              <a:ext uri="{FF2B5EF4-FFF2-40B4-BE49-F238E27FC236}">
                <a16:creationId xmlns:a16="http://schemas.microsoft.com/office/drawing/2014/main" id="{4DB334AF-485D-4601-8DF0-10C20B36D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545" y="2690089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Rectangle 21">
            <a:extLst>
              <a:ext uri="{FF2B5EF4-FFF2-40B4-BE49-F238E27FC236}">
                <a16:creationId xmlns:a16="http://schemas.microsoft.com/office/drawing/2014/main" id="{AFC275E0-ACB2-45A4-9B60-2FED3B0FE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459" y="3881869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3" name="Rectangle 22">
            <a:extLst>
              <a:ext uri="{FF2B5EF4-FFF2-40B4-BE49-F238E27FC236}">
                <a16:creationId xmlns:a16="http://schemas.microsoft.com/office/drawing/2014/main" id="{78D46752-CE3D-4B6A-81D2-4F3B55988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34" y="3262744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4" name="Rectangle 23">
            <a:extLst>
              <a:ext uri="{FF2B5EF4-FFF2-40B4-BE49-F238E27FC236}">
                <a16:creationId xmlns:a16="http://schemas.microsoft.com/office/drawing/2014/main" id="{31332EFD-A903-4DEC-803B-342434CF6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196" y="3123044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Line 24">
            <a:extLst>
              <a:ext uri="{FF2B5EF4-FFF2-40B4-BE49-F238E27FC236}">
                <a16:creationId xmlns:a16="http://schemas.microsoft.com/office/drawing/2014/main" id="{C59D7A32-0293-439C-9E1C-6E9FB40D7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7405" y="4089098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6" name="Line 25">
            <a:extLst>
              <a:ext uri="{FF2B5EF4-FFF2-40B4-BE49-F238E27FC236}">
                <a16:creationId xmlns:a16="http://schemas.microsoft.com/office/drawing/2014/main" id="{394EBABF-93C2-40BC-B8AA-EB2844727A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4546" y="4201055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7" name="Rectangle 27">
            <a:extLst>
              <a:ext uri="{FF2B5EF4-FFF2-40B4-BE49-F238E27FC236}">
                <a16:creationId xmlns:a16="http://schemas.microsoft.com/office/drawing/2014/main" id="{8E91AD0E-8FC4-4947-8B14-6E5197B05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46" y="2575357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8" name="Line 28">
            <a:extLst>
              <a:ext uri="{FF2B5EF4-FFF2-40B4-BE49-F238E27FC236}">
                <a16:creationId xmlns:a16="http://schemas.microsoft.com/office/drawing/2014/main" id="{661F63B8-834D-47D9-8FE7-F4E6E419CC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721" y="3643744"/>
            <a:ext cx="10160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9" name="Line 29">
            <a:extLst>
              <a:ext uri="{FF2B5EF4-FFF2-40B4-BE49-F238E27FC236}">
                <a16:creationId xmlns:a16="http://schemas.microsoft.com/office/drawing/2014/main" id="{3BE9FA05-8A3E-4E22-9ABA-5A66FD1547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1471" y="357389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0" name="Rectangle 30">
            <a:extLst>
              <a:ext uri="{FF2B5EF4-FFF2-40B4-BE49-F238E27FC236}">
                <a16:creationId xmlns:a16="http://schemas.microsoft.com/office/drawing/2014/main" id="{5545CD8D-D279-4E0A-AC69-98F1D2604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34" y="364374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1" name="Line 31">
            <a:extLst>
              <a:ext uri="{FF2B5EF4-FFF2-40B4-BE49-F238E27FC236}">
                <a16:creationId xmlns:a16="http://schemas.microsoft.com/office/drawing/2014/main" id="{D05E7646-A3ED-48EA-A052-87E53C842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3979" y="3269154"/>
            <a:ext cx="18349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2" name="Line 32">
            <a:extLst>
              <a:ext uri="{FF2B5EF4-FFF2-40B4-BE49-F238E27FC236}">
                <a16:creationId xmlns:a16="http://schemas.microsoft.com/office/drawing/2014/main" id="{6E0B884D-7214-468B-9B35-9E9A0D3E9F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7071" y="319289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3" name="Rectangle 33">
            <a:extLst>
              <a:ext uri="{FF2B5EF4-FFF2-40B4-BE49-F238E27FC236}">
                <a16:creationId xmlns:a16="http://schemas.microsoft.com/office/drawing/2014/main" id="{6D73138C-F5CC-4286-9B8A-941003CEF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334" y="333894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4" name="Rectangle 34">
            <a:extLst>
              <a:ext uri="{FF2B5EF4-FFF2-40B4-BE49-F238E27FC236}">
                <a16:creationId xmlns:a16="http://schemas.microsoft.com/office/drawing/2014/main" id="{B531210E-05BF-4153-ACA7-24D4D3EAF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534" y="2957944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5" name="Line 35">
            <a:extLst>
              <a:ext uri="{FF2B5EF4-FFF2-40B4-BE49-F238E27FC236}">
                <a16:creationId xmlns:a16="http://schemas.microsoft.com/office/drawing/2014/main" id="{EDEBBF57-E5BC-46D6-918F-C7C124A96E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7421" y="2869044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6" name="Line 36">
            <a:extLst>
              <a:ext uri="{FF2B5EF4-FFF2-40B4-BE49-F238E27FC236}">
                <a16:creationId xmlns:a16="http://schemas.microsoft.com/office/drawing/2014/main" id="{D0B8E273-E32C-4610-A511-EAE323C14A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3979" y="4164504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Line 37">
            <a:extLst>
              <a:ext uri="{FF2B5EF4-FFF2-40B4-BE49-F238E27FC236}">
                <a16:creationId xmlns:a16="http://schemas.microsoft.com/office/drawing/2014/main" id="{A6987B3C-D9A6-41E8-AC6B-EE7E57C2EF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9871" y="410729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8" name="Rectangle 38">
            <a:extLst>
              <a:ext uri="{FF2B5EF4-FFF2-40B4-BE49-F238E27FC236}">
                <a16:creationId xmlns:a16="http://schemas.microsoft.com/office/drawing/2014/main" id="{A926B6A7-2E7C-45BB-B483-41CCB854B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134" y="417714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9" name="Rectangle 39">
            <a:extLst>
              <a:ext uri="{FF2B5EF4-FFF2-40B4-BE49-F238E27FC236}">
                <a16:creationId xmlns:a16="http://schemas.microsoft.com/office/drawing/2014/main" id="{540973FD-6AC2-4B85-9F4C-079B82A8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534" y="3872344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0" name="Line 40">
            <a:extLst>
              <a:ext uri="{FF2B5EF4-FFF2-40B4-BE49-F238E27FC236}">
                <a16:creationId xmlns:a16="http://schemas.microsoft.com/office/drawing/2014/main" id="{19C4F599-FC89-4E78-8D55-0CE3E5007C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105" y="4201051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1" name="Line 41">
            <a:extLst>
              <a:ext uri="{FF2B5EF4-FFF2-40B4-BE49-F238E27FC236}">
                <a16:creationId xmlns:a16="http://schemas.microsoft.com/office/drawing/2014/main" id="{31C1C688-00B8-4A88-BEFC-896FB8605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2221" y="2437244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2" name="Line 42">
            <a:extLst>
              <a:ext uri="{FF2B5EF4-FFF2-40B4-BE49-F238E27FC236}">
                <a16:creationId xmlns:a16="http://schemas.microsoft.com/office/drawing/2014/main" id="{6EB9A602-8C8F-4459-BE8D-0E7FF0E2CA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42371" y="2799194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3" name="Rectangle 43">
            <a:extLst>
              <a:ext uri="{FF2B5EF4-FFF2-40B4-BE49-F238E27FC236}">
                <a16:creationId xmlns:a16="http://schemas.microsoft.com/office/drawing/2014/main" id="{597043E9-BAC6-4B04-9182-8FFC0D2D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334" y="2653144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74" name="Line 44">
            <a:extLst>
              <a:ext uri="{FF2B5EF4-FFF2-40B4-BE49-F238E27FC236}">
                <a16:creationId xmlns:a16="http://schemas.microsoft.com/office/drawing/2014/main" id="{D2BB7165-5C78-4ED6-AC3A-0DE0201C2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221" y="2699185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5" name="Line 45">
            <a:extLst>
              <a:ext uri="{FF2B5EF4-FFF2-40B4-BE49-F238E27FC236}">
                <a16:creationId xmlns:a16="http://schemas.microsoft.com/office/drawing/2014/main" id="{BBA5A347-74FC-4215-BC96-863EA2EC89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3371" y="2799194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6" name="Rectangle 46">
            <a:extLst>
              <a:ext uri="{FF2B5EF4-FFF2-40B4-BE49-F238E27FC236}">
                <a16:creationId xmlns:a16="http://schemas.microsoft.com/office/drawing/2014/main" id="{58EEAD61-4AFE-45FA-BA45-8258B5A2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334" y="2653144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77" name="Line 47">
            <a:extLst>
              <a:ext uri="{FF2B5EF4-FFF2-40B4-BE49-F238E27FC236}">
                <a16:creationId xmlns:a16="http://schemas.microsoft.com/office/drawing/2014/main" id="{F81F46A3-187B-498F-94D8-C498EB509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0421" y="2699185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8" name="Line 48">
            <a:extLst>
              <a:ext uri="{FF2B5EF4-FFF2-40B4-BE49-F238E27FC236}">
                <a16:creationId xmlns:a16="http://schemas.microsoft.com/office/drawing/2014/main" id="{B17A34EF-4FA1-473C-ADA3-89C1831F4D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0571" y="2799194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9" name="Rectangle 49">
            <a:extLst>
              <a:ext uri="{FF2B5EF4-FFF2-40B4-BE49-F238E27FC236}">
                <a16:creationId xmlns:a16="http://schemas.microsoft.com/office/drawing/2014/main" id="{DAF16ACC-B0E5-4C06-B590-AD77AAA73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534" y="2653144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80" name="Rectangle 50">
            <a:extLst>
              <a:ext uri="{FF2B5EF4-FFF2-40B4-BE49-F238E27FC236}">
                <a16:creationId xmlns:a16="http://schemas.microsoft.com/office/drawing/2014/main" id="{985ADF57-720E-4989-ADDA-C358AB7AE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334" y="3110344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1" name="Rectangle 51">
            <a:extLst>
              <a:ext uri="{FF2B5EF4-FFF2-40B4-BE49-F238E27FC236}">
                <a16:creationId xmlns:a16="http://schemas.microsoft.com/office/drawing/2014/main" id="{584EA97E-FA6C-4FDF-A059-3E65F8CB8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534" y="3110344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182" name="Rectangle 52">
            <a:extLst>
              <a:ext uri="{FF2B5EF4-FFF2-40B4-BE49-F238E27FC236}">
                <a16:creationId xmlns:a16="http://schemas.microsoft.com/office/drawing/2014/main" id="{343CA401-7310-46F5-AD9F-65F226872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534" y="3110344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183" name="Rectangle 53">
            <a:extLst>
              <a:ext uri="{FF2B5EF4-FFF2-40B4-BE49-F238E27FC236}">
                <a16:creationId xmlns:a16="http://schemas.microsoft.com/office/drawing/2014/main" id="{17AB5BAE-FEC2-498A-8DBB-F7221A4C8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334" y="3415144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184" name="Line 54">
            <a:extLst>
              <a:ext uri="{FF2B5EF4-FFF2-40B4-BE49-F238E27FC236}">
                <a16:creationId xmlns:a16="http://schemas.microsoft.com/office/drawing/2014/main" id="{3705B236-3A23-4CBD-967A-BF289AA16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721" y="6585804"/>
            <a:ext cx="734189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5" name="Line 55">
            <a:extLst>
              <a:ext uri="{FF2B5EF4-FFF2-40B4-BE49-F238E27FC236}">
                <a16:creationId xmlns:a16="http://schemas.microsoft.com/office/drawing/2014/main" id="{DB2B697D-BBA1-42E2-B79E-9F463DE855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421" y="3631043"/>
            <a:ext cx="0" cy="295476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6" name="Rectangle 56">
            <a:extLst>
              <a:ext uri="{FF2B5EF4-FFF2-40B4-BE49-F238E27FC236}">
                <a16:creationId xmlns:a16="http://schemas.microsoft.com/office/drawing/2014/main" id="{D7BE5E12-DF62-4CD2-8E76-939FDB9D5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234" y="2399144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01" name="Line 88">
            <a:extLst>
              <a:ext uri="{FF2B5EF4-FFF2-40B4-BE49-F238E27FC236}">
                <a16:creationId xmlns:a16="http://schemas.microsoft.com/office/drawing/2014/main" id="{BAE39DDA-AE2F-44F9-A892-1934590D8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7583" y="4177144"/>
            <a:ext cx="54133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2" name="Line 89">
            <a:extLst>
              <a:ext uri="{FF2B5EF4-FFF2-40B4-BE49-F238E27FC236}">
                <a16:creationId xmlns:a16="http://schemas.microsoft.com/office/drawing/2014/main" id="{9561A442-CE97-404A-B9A7-845EB0726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3620" y="5329525"/>
            <a:ext cx="0" cy="1256278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9" name="Rectangle 126">
            <a:extLst>
              <a:ext uri="{FF2B5EF4-FFF2-40B4-BE49-F238E27FC236}">
                <a16:creationId xmlns:a16="http://schemas.microsoft.com/office/drawing/2014/main" id="{5C831553-FD3E-46D9-89C0-62825ADF7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034" y="2373744"/>
            <a:ext cx="50174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chemeClr val="accent2"/>
                </a:solidFill>
                <a:latin typeface="+mn-lt"/>
                <a:ea typeface="SimHei" panose="02010609060101010101" pitchFamily="49" charset="-122"/>
              </a:rPr>
              <a:t>Rt?</a:t>
            </a: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FF0A0E0C-59D1-40E2-ABB9-3A9C2F481D13}"/>
              </a:ext>
            </a:extLst>
          </p:cNvPr>
          <p:cNvGrpSpPr/>
          <p:nvPr/>
        </p:nvGrpSpPr>
        <p:grpSpPr>
          <a:xfrm>
            <a:off x="4602253" y="3123044"/>
            <a:ext cx="505337" cy="1193800"/>
            <a:chOff x="5799138" y="4889500"/>
            <a:chExt cx="505337" cy="1193800"/>
          </a:xfrm>
        </p:grpSpPr>
        <p:grpSp>
          <p:nvGrpSpPr>
            <p:cNvPr id="108" name="Group 4">
              <a:extLst>
                <a:ext uri="{FF2B5EF4-FFF2-40B4-BE49-F238E27FC236}">
                  <a16:creationId xmlns:a16="http://schemas.microsoft.com/office/drawing/2014/main" id="{4AC3841D-7F1C-454C-B807-68BB81C81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10" name="Line 5">
                <a:extLst>
                  <a:ext uri="{FF2B5EF4-FFF2-40B4-BE49-F238E27FC236}">
                    <a16:creationId xmlns:a16="http://schemas.microsoft.com/office/drawing/2014/main" id="{DC0C121F-2D2B-4046-8477-3503216AA7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1" name="Line 6">
                <a:extLst>
                  <a:ext uri="{FF2B5EF4-FFF2-40B4-BE49-F238E27FC236}">
                    <a16:creationId xmlns:a16="http://schemas.microsoft.com/office/drawing/2014/main" id="{8837F1C5-0E6F-44FF-9BAF-C8985265A8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2" name="Line 7">
                <a:extLst>
                  <a:ext uri="{FF2B5EF4-FFF2-40B4-BE49-F238E27FC236}">
                    <a16:creationId xmlns:a16="http://schemas.microsoft.com/office/drawing/2014/main" id="{A9015614-E1C8-4377-95EE-527D823C02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3" name="Line 8">
                <a:extLst>
                  <a:ext uri="{FF2B5EF4-FFF2-40B4-BE49-F238E27FC236}">
                    <a16:creationId xmlns:a16="http://schemas.microsoft.com/office/drawing/2014/main" id="{36830971-6FE8-45E9-AA80-DFC0E78466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4" name="Line 9">
                <a:extLst>
                  <a:ext uri="{FF2B5EF4-FFF2-40B4-BE49-F238E27FC236}">
                    <a16:creationId xmlns:a16="http://schemas.microsoft.com/office/drawing/2014/main" id="{E25C4F2C-5067-44DA-85E3-87B0751F6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5" name="Line 10">
                <a:extLst>
                  <a:ext uri="{FF2B5EF4-FFF2-40B4-BE49-F238E27FC236}">
                    <a16:creationId xmlns:a16="http://schemas.microsoft.com/office/drawing/2014/main" id="{A86F053E-2286-4E91-BF36-8B692FFD4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6" name="Line 11">
                <a:extLst>
                  <a:ext uri="{FF2B5EF4-FFF2-40B4-BE49-F238E27FC236}">
                    <a16:creationId xmlns:a16="http://schemas.microsoft.com/office/drawing/2014/main" id="{19BEAB13-843F-4FCE-ACBF-09E994982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7" name="Line 12">
                <a:extLst>
                  <a:ext uri="{FF2B5EF4-FFF2-40B4-BE49-F238E27FC236}">
                    <a16:creationId xmlns:a16="http://schemas.microsoft.com/office/drawing/2014/main" id="{31620DDB-798A-452D-9970-F002C34AC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09" name="Rectangle 58">
              <a:extLst>
                <a:ext uri="{FF2B5EF4-FFF2-40B4-BE49-F238E27FC236}">
                  <a16:creationId xmlns:a16="http://schemas.microsoft.com/office/drawing/2014/main" id="{3A556398-8441-49D6-BE81-30BAE8C9CC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51" name="Rectangle 62">
            <a:extLst>
              <a:ext uri="{FF2B5EF4-FFF2-40B4-BE49-F238E27FC236}">
                <a16:creationId xmlns:a16="http://schemas.microsoft.com/office/drawing/2014/main" id="{9D12971B-4394-4BFA-A350-C73C60CE3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321" y="4506817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2" name="Rectangle 63">
            <a:extLst>
              <a:ext uri="{FF2B5EF4-FFF2-40B4-BE49-F238E27FC236}">
                <a16:creationId xmlns:a16="http://schemas.microsoft.com/office/drawing/2014/main" id="{4D108409-BF16-4DDE-8C1B-038BD0ADAC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456460" y="4739666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3" name="Rectangle 64">
            <a:extLst>
              <a:ext uri="{FF2B5EF4-FFF2-40B4-BE49-F238E27FC236}">
                <a16:creationId xmlns:a16="http://schemas.microsoft.com/office/drawing/2014/main" id="{8D9CA5A2-F240-4EAF-BFF5-812D6F4157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16415" y="4329811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54" name="Line 79">
            <a:extLst>
              <a:ext uri="{FF2B5EF4-FFF2-40B4-BE49-F238E27FC236}">
                <a16:creationId xmlns:a16="http://schemas.microsoft.com/office/drawing/2014/main" id="{5BD5D548-F153-4324-94D2-015F6D9CF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5396" y="4875117"/>
            <a:ext cx="663783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5" name="Rectangle 80">
            <a:extLst>
              <a:ext uri="{FF2B5EF4-FFF2-40B4-BE49-F238E27FC236}">
                <a16:creationId xmlns:a16="http://schemas.microsoft.com/office/drawing/2014/main" id="{F327A98D-C4DF-40F2-AAF9-E967B4AB4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384" y="491321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6" name="Line 81">
            <a:extLst>
              <a:ext uri="{FF2B5EF4-FFF2-40B4-BE49-F238E27FC236}">
                <a16:creationId xmlns:a16="http://schemas.microsoft.com/office/drawing/2014/main" id="{992B5763-B526-470E-9993-5E43F4D049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6071" y="480526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7" name="Line 82">
            <a:extLst>
              <a:ext uri="{FF2B5EF4-FFF2-40B4-BE49-F238E27FC236}">
                <a16:creationId xmlns:a16="http://schemas.microsoft.com/office/drawing/2014/main" id="{A403CE14-3BC2-4F6B-A4D0-616D5DD0A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7934" y="4873530"/>
            <a:ext cx="94138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8" name="Line 83">
            <a:extLst>
              <a:ext uri="{FF2B5EF4-FFF2-40B4-BE49-F238E27FC236}">
                <a16:creationId xmlns:a16="http://schemas.microsoft.com/office/drawing/2014/main" id="{C623D16F-D539-4C8F-BA15-1074EE3E90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246" y="481796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9" name="Rectangle 84">
            <a:extLst>
              <a:ext uri="{FF2B5EF4-FFF2-40B4-BE49-F238E27FC236}">
                <a16:creationId xmlns:a16="http://schemas.microsoft.com/office/drawing/2014/main" id="{ABD43B41-FDFB-451B-AB11-D588F940B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134" y="495131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60" name="Rectangle 85">
            <a:extLst>
              <a:ext uri="{FF2B5EF4-FFF2-40B4-BE49-F238E27FC236}">
                <a16:creationId xmlns:a16="http://schemas.microsoft.com/office/drawing/2014/main" id="{4A45210C-4424-478B-8801-0C73BD4B4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934" y="4798917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61" name="Line 86">
            <a:extLst>
              <a:ext uri="{FF2B5EF4-FFF2-40B4-BE49-F238E27FC236}">
                <a16:creationId xmlns:a16="http://schemas.microsoft.com/office/drawing/2014/main" id="{C805537D-67B2-4753-BC3D-27999F160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5821" y="4925382"/>
            <a:ext cx="0" cy="4767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2" name="Rectangle 87">
            <a:extLst>
              <a:ext uri="{FF2B5EF4-FFF2-40B4-BE49-F238E27FC236}">
                <a16:creationId xmlns:a16="http://schemas.microsoft.com/office/drawing/2014/main" id="{5AE6B5EE-14C2-4CF4-AC31-C992CF9EC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7844" y="4914533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63" name="Group 57">
            <a:extLst>
              <a:ext uri="{FF2B5EF4-FFF2-40B4-BE49-F238E27FC236}">
                <a16:creationId xmlns:a16="http://schemas.microsoft.com/office/drawing/2014/main" id="{1001C49C-CDCF-4D51-A09F-2841CA87393E}"/>
              </a:ext>
            </a:extLst>
          </p:cNvPr>
          <p:cNvGrpSpPr>
            <a:grpSpLocks/>
          </p:cNvGrpSpPr>
          <p:nvPr/>
        </p:nvGrpSpPr>
        <p:grpSpPr bwMode="auto">
          <a:xfrm>
            <a:off x="3766433" y="3890332"/>
            <a:ext cx="311150" cy="1117600"/>
            <a:chOff x="3116" y="3032"/>
            <a:chExt cx="196" cy="704"/>
          </a:xfrm>
        </p:grpSpPr>
        <p:sp>
          <p:nvSpPr>
            <p:cNvPr id="264" name="Line 58">
              <a:extLst>
                <a:ext uri="{FF2B5EF4-FFF2-40B4-BE49-F238E27FC236}">
                  <a16:creationId xmlns:a16="http://schemas.microsoft.com/office/drawing/2014/main" id="{D0BC60AD-5B26-40E7-9767-FEB577A64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5" name="Line 59">
              <a:extLst>
                <a:ext uri="{FF2B5EF4-FFF2-40B4-BE49-F238E27FC236}">
                  <a16:creationId xmlns:a16="http://schemas.microsoft.com/office/drawing/2014/main" id="{AD1817F2-15E6-4C1F-AD74-1FFCA0450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6" name="Line 60">
              <a:extLst>
                <a:ext uri="{FF2B5EF4-FFF2-40B4-BE49-F238E27FC236}">
                  <a16:creationId xmlns:a16="http://schemas.microsoft.com/office/drawing/2014/main" id="{12D912BC-3098-43C8-918C-F3EB7953D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7" name="Line 61">
              <a:extLst>
                <a:ext uri="{FF2B5EF4-FFF2-40B4-BE49-F238E27FC236}">
                  <a16:creationId xmlns:a16="http://schemas.microsoft.com/office/drawing/2014/main" id="{05920745-EC60-4D4C-AAA8-E8637A38C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93" name="Line 89">
            <a:extLst>
              <a:ext uri="{FF2B5EF4-FFF2-40B4-BE49-F238E27FC236}">
                <a16:creationId xmlns:a16="http://schemas.microsoft.com/office/drawing/2014/main" id="{6B7B8972-A898-44CC-AE27-A63C977C7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7641" y="3719945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1" name="Rectangle 114">
            <a:extLst>
              <a:ext uri="{FF2B5EF4-FFF2-40B4-BE49-F238E27FC236}">
                <a16:creationId xmlns:a16="http://schemas.microsoft.com/office/drawing/2014/main" id="{3B08896E-6B71-4C8E-B05D-CDC83D740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497" y="5056188"/>
            <a:ext cx="1127125" cy="1150937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2" name="Line 115">
            <a:extLst>
              <a:ext uri="{FF2B5EF4-FFF2-40B4-BE49-F238E27FC236}">
                <a16:creationId xmlns:a16="http://schemas.microsoft.com/office/drawing/2014/main" id="{3E56E3BD-0184-429D-9409-A1964EFD9A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7252" y="6077278"/>
            <a:ext cx="6223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3" name="Rectangle 116">
            <a:extLst>
              <a:ext uri="{FF2B5EF4-FFF2-40B4-BE49-F238E27FC236}">
                <a16:creationId xmlns:a16="http://schemas.microsoft.com/office/drawing/2014/main" id="{1DEC333D-6D59-48C6-B164-609833C55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1760" y="577373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4" name="Rectangle 117">
            <a:extLst>
              <a:ext uri="{FF2B5EF4-FFF2-40B4-BE49-F238E27FC236}">
                <a16:creationId xmlns:a16="http://schemas.microsoft.com/office/drawing/2014/main" id="{ED0F8728-E31B-45B7-BE9A-9F71A231E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235" y="5259388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315" name="Line 118">
            <a:extLst>
              <a:ext uri="{FF2B5EF4-FFF2-40B4-BE49-F238E27FC236}">
                <a16:creationId xmlns:a16="http://schemas.microsoft.com/office/drawing/2014/main" id="{D5A13CEB-1C6F-40E3-BBA1-873A17216B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2323" y="5983288"/>
            <a:ext cx="227806" cy="87306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6" name="Line 119">
            <a:extLst>
              <a:ext uri="{FF2B5EF4-FFF2-40B4-BE49-F238E27FC236}">
                <a16:creationId xmlns:a16="http://schemas.microsoft.com/office/drawing/2014/main" id="{7FBEBFA5-F12D-43C5-B896-5B6EDDC189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85022" y="6077278"/>
            <a:ext cx="215107" cy="8730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7" name="Rectangle 121">
            <a:extLst>
              <a:ext uri="{FF2B5EF4-FFF2-40B4-BE49-F238E27FC236}">
                <a16:creationId xmlns:a16="http://schemas.microsoft.com/office/drawing/2014/main" id="{065F490A-75CB-4368-ACA0-FD8B3503E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447" y="5040313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8" name="Line 122">
            <a:extLst>
              <a:ext uri="{FF2B5EF4-FFF2-40B4-BE49-F238E27FC236}">
                <a16:creationId xmlns:a16="http://schemas.microsoft.com/office/drawing/2014/main" id="{DAE984F2-1F52-4276-949D-7E43FDF31F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9022" y="5549900"/>
            <a:ext cx="1016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9" name="Line 123">
            <a:extLst>
              <a:ext uri="{FF2B5EF4-FFF2-40B4-BE49-F238E27FC236}">
                <a16:creationId xmlns:a16="http://schemas.microsoft.com/office/drawing/2014/main" id="{B639DA80-1D8E-4D87-8B93-BF1C21BD65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8772" y="54848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0" name="Rectangle 124">
            <a:extLst>
              <a:ext uri="{FF2B5EF4-FFF2-40B4-BE49-F238E27FC236}">
                <a16:creationId xmlns:a16="http://schemas.microsoft.com/office/drawing/2014/main" id="{D4E4C2A2-C67A-4ED4-BD88-F4E286BAF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035" y="554831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1" name="Line 125">
            <a:extLst>
              <a:ext uri="{FF2B5EF4-FFF2-40B4-BE49-F238E27FC236}">
                <a16:creationId xmlns:a16="http://schemas.microsoft.com/office/drawing/2014/main" id="{24F3C64C-102E-4724-9C8C-392C0937D9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77122" y="4814888"/>
            <a:ext cx="0" cy="241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2" name="Rectangle 127">
            <a:extLst>
              <a:ext uri="{FF2B5EF4-FFF2-40B4-BE49-F238E27FC236}">
                <a16:creationId xmlns:a16="http://schemas.microsoft.com/office/drawing/2014/main" id="{C9163E19-2C0E-4054-A41C-40359528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635" y="5041900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3" name="Rectangle 128">
            <a:extLst>
              <a:ext uri="{FF2B5EF4-FFF2-40B4-BE49-F238E27FC236}">
                <a16:creationId xmlns:a16="http://schemas.microsoft.com/office/drawing/2014/main" id="{C7084F3A-C030-45A2-AAF7-584FF0A5A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730" y="5403850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324" name="Line 130">
            <a:extLst>
              <a:ext uri="{FF2B5EF4-FFF2-40B4-BE49-F238E27FC236}">
                <a16:creationId xmlns:a16="http://schemas.microsoft.com/office/drawing/2014/main" id="{7AAA9656-7D00-4A24-81F6-168C1F2480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3772" y="55229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5" name="Rectangle 131">
            <a:extLst>
              <a:ext uri="{FF2B5EF4-FFF2-40B4-BE49-F238E27FC236}">
                <a16:creationId xmlns:a16="http://schemas.microsoft.com/office/drawing/2014/main" id="{0BE22901-2FFE-4EA4-87B5-26E857319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235" y="529748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6" name="Rectangle 133">
            <a:extLst>
              <a:ext uri="{FF2B5EF4-FFF2-40B4-BE49-F238E27FC236}">
                <a16:creationId xmlns:a16="http://schemas.microsoft.com/office/drawing/2014/main" id="{A1E2563A-B53F-40F6-A15F-687EC6A4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7035" y="4535488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7" name="Line 122">
            <a:extLst>
              <a:ext uri="{FF2B5EF4-FFF2-40B4-BE49-F238E27FC236}">
                <a16:creationId xmlns:a16="http://schemas.microsoft.com/office/drawing/2014/main" id="{995EF5D6-D5D5-4D9A-B47F-6E05CAA88D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2851" y="5616575"/>
            <a:ext cx="80360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8" name="Rectangle 117">
            <a:extLst>
              <a:ext uri="{FF2B5EF4-FFF2-40B4-BE49-F238E27FC236}">
                <a16:creationId xmlns:a16="http://schemas.microsoft.com/office/drawing/2014/main" id="{AC78F4B6-FD94-40EA-BCE6-E4276AF7B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832" y="5567163"/>
            <a:ext cx="9537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spc="-5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spc="-5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spc="-5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29" name="Group 57">
            <a:extLst>
              <a:ext uri="{FF2B5EF4-FFF2-40B4-BE49-F238E27FC236}">
                <a16:creationId xmlns:a16="http://schemas.microsoft.com/office/drawing/2014/main" id="{85859D16-5A32-4417-9751-CF60C0925C2D}"/>
              </a:ext>
            </a:extLst>
          </p:cNvPr>
          <p:cNvGrpSpPr>
            <a:grpSpLocks/>
          </p:cNvGrpSpPr>
          <p:nvPr/>
        </p:nvGrpSpPr>
        <p:grpSpPr bwMode="auto">
          <a:xfrm>
            <a:off x="7196453" y="4760817"/>
            <a:ext cx="311150" cy="1117600"/>
            <a:chOff x="3116" y="3032"/>
            <a:chExt cx="196" cy="704"/>
          </a:xfrm>
        </p:grpSpPr>
        <p:sp>
          <p:nvSpPr>
            <p:cNvPr id="330" name="Line 58">
              <a:extLst>
                <a:ext uri="{FF2B5EF4-FFF2-40B4-BE49-F238E27FC236}">
                  <a16:creationId xmlns:a16="http://schemas.microsoft.com/office/drawing/2014/main" id="{28EDA41A-C86E-49B7-9D33-3EF42B2FF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1" name="Line 59">
              <a:extLst>
                <a:ext uri="{FF2B5EF4-FFF2-40B4-BE49-F238E27FC236}">
                  <a16:creationId xmlns:a16="http://schemas.microsoft.com/office/drawing/2014/main" id="{4AAB692E-B1B3-4D19-BBFB-8FDA9D719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2" name="Line 60">
              <a:extLst>
                <a:ext uri="{FF2B5EF4-FFF2-40B4-BE49-F238E27FC236}">
                  <a16:creationId xmlns:a16="http://schemas.microsoft.com/office/drawing/2014/main" id="{1B1F9BE2-2F41-4887-BD9A-924B2C89C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3" name="Line 61">
              <a:extLst>
                <a:ext uri="{FF2B5EF4-FFF2-40B4-BE49-F238E27FC236}">
                  <a16:creationId xmlns:a16="http://schemas.microsoft.com/office/drawing/2014/main" id="{1402B7B5-CFC5-4000-BACB-A3218BA00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34" name="Line 89">
            <a:extLst>
              <a:ext uri="{FF2B5EF4-FFF2-40B4-BE49-F238E27FC236}">
                <a16:creationId xmlns:a16="http://schemas.microsoft.com/office/drawing/2014/main" id="{C7F98682-30B7-41AA-8BE2-FE564A269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7603" y="5338667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5" name="Line 89">
            <a:extLst>
              <a:ext uri="{FF2B5EF4-FFF2-40B4-BE49-F238E27FC236}">
                <a16:creationId xmlns:a16="http://schemas.microsoft.com/office/drawing/2014/main" id="{2B660159-EC59-44BE-B429-82F1B8A52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1410" y="3713594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6" name="Line 89">
            <a:extLst>
              <a:ext uri="{FF2B5EF4-FFF2-40B4-BE49-F238E27FC236}">
                <a16:creationId xmlns:a16="http://schemas.microsoft.com/office/drawing/2014/main" id="{F5794480-5777-4AC2-BAC8-BC1F979B7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1212" y="5049838"/>
            <a:ext cx="34159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7" name="Rectangle 64">
            <a:extLst>
              <a:ext uri="{FF2B5EF4-FFF2-40B4-BE49-F238E27FC236}">
                <a16:creationId xmlns:a16="http://schemas.microsoft.com/office/drawing/2014/main" id="{1B2AB4D3-DD9C-46E4-B8B9-0A8D25B9BD5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60362" y="5206754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38" name="Line 19">
            <a:extLst>
              <a:ext uri="{FF2B5EF4-FFF2-40B4-BE49-F238E27FC236}">
                <a16:creationId xmlns:a16="http://schemas.microsoft.com/office/drawing/2014/main" id="{5A4572CF-A4C1-4BC0-8BCB-6491317D08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9896" y="4398332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9" name="Rectangle 20">
            <a:extLst>
              <a:ext uri="{FF2B5EF4-FFF2-40B4-BE49-F238E27FC236}">
                <a16:creationId xmlns:a16="http://schemas.microsoft.com/office/drawing/2014/main" id="{385B9A95-E39B-4E81-ADF5-101070B1B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680" y="4111597"/>
            <a:ext cx="121308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MemtoReg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2" name="Line 112">
            <a:extLst>
              <a:ext uri="{FF2B5EF4-FFF2-40B4-BE49-F238E27FC236}">
                <a16:creationId xmlns:a16="http://schemas.microsoft.com/office/drawing/2014/main" id="{1536E661-8B3D-4859-AC49-51D80AC15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9183" y="5325023"/>
            <a:ext cx="0" cy="40322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3" name="Rectangle 113">
            <a:extLst>
              <a:ext uri="{FF2B5EF4-FFF2-40B4-BE49-F238E27FC236}">
                <a16:creationId xmlns:a16="http://schemas.microsoft.com/office/drawing/2014/main" id="{E78C3610-918B-40FB-B85C-ADBEEE979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8671" y="5675860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6" name="Oval 3">
            <a:extLst>
              <a:ext uri="{FF2B5EF4-FFF2-40B4-BE49-F238E27FC236}">
                <a16:creationId xmlns:a16="http://schemas.microsoft.com/office/drawing/2014/main" id="{D5D0E3F6-CE6C-4631-BACF-B95A91662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726" y="3942918"/>
            <a:ext cx="1168400" cy="2365607"/>
          </a:xfrm>
          <a:prstGeom prst="ellips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7" name="Text Box 152">
            <a:extLst>
              <a:ext uri="{FF2B5EF4-FFF2-40B4-BE49-F238E27FC236}">
                <a16:creationId xmlns:a16="http://schemas.microsoft.com/office/drawing/2014/main" id="{A9171F03-BC66-47D9-9326-B3ECF38C8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886" y="6189692"/>
            <a:ext cx="14736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solidFill>
                  <a:srgbClr val="000099"/>
                </a:solidFill>
                <a:latin typeface="+mn-lt"/>
                <a:ea typeface="SimHei" panose="02010609060101010101" pitchFamily="49" charset="-122"/>
              </a:rPr>
              <a:t>数据存储器</a:t>
            </a:r>
          </a:p>
        </p:txBody>
      </p:sp>
      <p:sp>
        <p:nvSpPr>
          <p:cNvPr id="348" name="Text Box 148">
            <a:extLst>
              <a:ext uri="{FF2B5EF4-FFF2-40B4-BE49-F238E27FC236}">
                <a16:creationId xmlns:a16="http://schemas.microsoft.com/office/drawing/2014/main" id="{988F727F-A72F-4C28-9AC9-3DE33C9A4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2895" y="3282896"/>
            <a:ext cx="231510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solidFill>
                  <a:srgbClr val="009999"/>
                </a:solidFill>
                <a:latin typeface="+mn-lt"/>
                <a:ea typeface="SimHei" panose="02010609060101010101" pitchFamily="49" charset="-122"/>
              </a:rPr>
              <a:t>选择</a:t>
            </a:r>
            <a:r>
              <a:rPr lang="en-US" altLang="zh-CN" sz="2000" b="0" dirty="0">
                <a:solidFill>
                  <a:srgbClr val="009999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zh-CN" altLang="en-US" sz="2000" b="0" dirty="0">
                <a:solidFill>
                  <a:srgbClr val="009999"/>
                </a:solidFill>
                <a:latin typeface="+mn-lt"/>
                <a:ea typeface="SimHei" panose="02010609060101010101" pitchFamily="49" charset="-122"/>
              </a:rPr>
              <a:t>的输出</a:t>
            </a:r>
            <a:endParaRPr lang="en-US" altLang="zh-CN" sz="2000" b="0" dirty="0">
              <a:solidFill>
                <a:srgbClr val="009999"/>
              </a:solidFill>
              <a:latin typeface="+mn-lt"/>
              <a:ea typeface="SimHei" panose="02010609060101010101" pitchFamily="49" charset="-122"/>
            </a:endParaRPr>
          </a:p>
          <a:p>
            <a:r>
              <a:rPr lang="zh-CN" altLang="en-US" sz="2000" b="0" dirty="0">
                <a:solidFill>
                  <a:srgbClr val="009999"/>
                </a:solidFill>
                <a:latin typeface="+mn-lt"/>
                <a:ea typeface="SimHei" panose="02010609060101010101" pitchFamily="49" charset="-122"/>
              </a:rPr>
              <a:t>还是存储器的输出</a:t>
            </a:r>
          </a:p>
        </p:txBody>
      </p:sp>
      <p:sp>
        <p:nvSpPr>
          <p:cNvPr id="349" name="Rectangle 6">
            <a:extLst>
              <a:ext uri="{FF2B5EF4-FFF2-40B4-BE49-F238E27FC236}">
                <a16:creationId xmlns:a16="http://schemas.microsoft.com/office/drawing/2014/main" id="{5ABDDF67-FACE-49C2-9641-3BF56CEE7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1387788"/>
            <a:ext cx="8191500" cy="78996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R[</a:t>
            </a:r>
            <a:r>
              <a:rPr lang="en-US" altLang="en-US" sz="2400" b="0" u="sng" kern="0" dirty="0">
                <a:solidFill>
                  <a:srgbClr val="3333CC"/>
                </a:solidFill>
                <a:ea typeface="SimHei" panose="02010609060101010101" pitchFamily="49" charset="-122"/>
              </a:rPr>
              <a:t>rt</a:t>
            </a:r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] &lt;= Mem[R[</a:t>
            </a:r>
            <a:r>
              <a:rPr lang="en-US" altLang="en-US" sz="2400" b="0" kern="0" dirty="0" err="1">
                <a:solidFill>
                  <a:srgbClr val="3333CC"/>
                </a:solidFill>
                <a:ea typeface="SimHei" panose="02010609060101010101" pitchFamily="49" charset="-122"/>
              </a:rPr>
              <a:t>rs</a:t>
            </a:r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] + </a:t>
            </a:r>
            <a:r>
              <a:rPr lang="en-US" altLang="en-US" sz="2400" b="0" kern="0" dirty="0" err="1">
                <a:solidFill>
                  <a:srgbClr val="3333CC"/>
                </a:solidFill>
                <a:ea typeface="SimHei" panose="02010609060101010101" pitchFamily="49" charset="-122"/>
              </a:rPr>
              <a:t>SignExt</a:t>
            </a:r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[imm16]] </a:t>
            </a:r>
            <a:b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</a:br>
            <a:endParaRPr lang="en-US" altLang="en-US" sz="2400" b="0" kern="0" dirty="0">
              <a:ea typeface="SimHei" panose="02010609060101010101" pitchFamily="49" charset="-122"/>
            </a:endParaRPr>
          </a:p>
        </p:txBody>
      </p:sp>
      <p:grpSp>
        <p:nvGrpSpPr>
          <p:cNvPr id="350" name="Group 9">
            <a:extLst>
              <a:ext uri="{FF2B5EF4-FFF2-40B4-BE49-F238E27FC236}">
                <a16:creationId xmlns:a16="http://schemas.microsoft.com/office/drawing/2014/main" id="{51016030-A08F-4E48-97EF-54A7DDDE3ED4}"/>
              </a:ext>
            </a:extLst>
          </p:cNvPr>
          <p:cNvGrpSpPr>
            <a:grpSpLocks/>
          </p:cNvGrpSpPr>
          <p:nvPr/>
        </p:nvGrpSpPr>
        <p:grpSpPr bwMode="auto">
          <a:xfrm>
            <a:off x="3204491" y="1722176"/>
            <a:ext cx="5964238" cy="946150"/>
            <a:chOff x="1043" y="794"/>
            <a:chExt cx="3757" cy="596"/>
          </a:xfrm>
        </p:grpSpPr>
        <p:sp>
          <p:nvSpPr>
            <p:cNvPr id="351" name="Rectangle 10">
              <a:extLst>
                <a:ext uri="{FF2B5EF4-FFF2-40B4-BE49-F238E27FC236}">
                  <a16:creationId xmlns:a16="http://schemas.microsoft.com/office/drawing/2014/main" id="{9E36F856-19CD-4B8C-8296-960F16A3D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352" name="Group 11">
              <a:extLst>
                <a:ext uri="{FF2B5EF4-FFF2-40B4-BE49-F238E27FC236}">
                  <a16:creationId xmlns:a16="http://schemas.microsoft.com/office/drawing/2014/main" id="{14EDCC45-96E5-498A-ADED-59C64784C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370" name="Rectangle 12">
                <a:extLst>
                  <a:ext uri="{FF2B5EF4-FFF2-40B4-BE49-F238E27FC236}">
                    <a16:creationId xmlns:a16="http://schemas.microsoft.com/office/drawing/2014/main" id="{2E6F58AE-CB11-484D-B3BB-EF51D28A62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71" name="Rectangle 13">
                <a:extLst>
                  <a:ext uri="{FF2B5EF4-FFF2-40B4-BE49-F238E27FC236}">
                    <a16:creationId xmlns:a16="http://schemas.microsoft.com/office/drawing/2014/main" id="{745E52D6-47FC-4D3E-BA7D-357DA4739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353" name="Group 14">
              <a:extLst>
                <a:ext uri="{FF2B5EF4-FFF2-40B4-BE49-F238E27FC236}">
                  <a16:creationId xmlns:a16="http://schemas.microsoft.com/office/drawing/2014/main" id="{FCB04F5F-9DC2-4987-AB0A-4360809712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986"/>
              <a:ext cx="580" cy="212"/>
              <a:chOff x="1736" y="986"/>
              <a:chExt cx="580" cy="212"/>
            </a:xfrm>
          </p:grpSpPr>
          <p:sp>
            <p:nvSpPr>
              <p:cNvPr id="368" name="Rectangle 15">
                <a:extLst>
                  <a:ext uri="{FF2B5EF4-FFF2-40B4-BE49-F238E27FC236}">
                    <a16:creationId xmlns:a16="http://schemas.microsoft.com/office/drawing/2014/main" id="{A78025B9-9D9C-494D-8B4B-B01F8108F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99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Rectangle 16">
                <a:extLst>
                  <a:ext uri="{FF2B5EF4-FFF2-40B4-BE49-F238E27FC236}">
                    <a16:creationId xmlns:a16="http://schemas.microsoft.com/office/drawing/2014/main" id="{2B6F01AA-534B-433E-9AF6-372967CD2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98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354" name="Group 17">
              <a:extLst>
                <a:ext uri="{FF2B5EF4-FFF2-40B4-BE49-F238E27FC236}">
                  <a16:creationId xmlns:a16="http://schemas.microsoft.com/office/drawing/2014/main" id="{DA7D829F-5064-4C48-B922-4C891C62DB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4" y="986"/>
              <a:ext cx="579" cy="212"/>
              <a:chOff x="2324" y="986"/>
              <a:chExt cx="579" cy="212"/>
            </a:xfrm>
          </p:grpSpPr>
          <p:sp>
            <p:nvSpPr>
              <p:cNvPr id="366" name="Rectangle 18">
                <a:extLst>
                  <a:ext uri="{FF2B5EF4-FFF2-40B4-BE49-F238E27FC236}">
                    <a16:creationId xmlns:a16="http://schemas.microsoft.com/office/drawing/2014/main" id="{361DB51E-BF69-44BC-8F2D-6B3B0592C0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4" y="99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Rectangle 19">
                <a:extLst>
                  <a:ext uri="{FF2B5EF4-FFF2-40B4-BE49-F238E27FC236}">
                    <a16:creationId xmlns:a16="http://schemas.microsoft.com/office/drawing/2014/main" id="{33FCA640-258B-4F5F-BB87-984D951F6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8" y="98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355" name="Rectangle 20">
              <a:extLst>
                <a:ext uri="{FF2B5EF4-FFF2-40B4-BE49-F238E27FC236}">
                  <a16:creationId xmlns:a16="http://schemas.microsoft.com/office/drawing/2014/main" id="{68821A80-19C5-493C-BCCB-6F91F47E0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" y="99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6" name="Rectangle 21">
              <a:extLst>
                <a:ext uri="{FF2B5EF4-FFF2-40B4-BE49-F238E27FC236}">
                  <a16:creationId xmlns:a16="http://schemas.microsoft.com/office/drawing/2014/main" id="{88599EBA-D3DB-41CE-B0B3-EE1E9C47F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" y="986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357" name="Rectangle 22">
              <a:extLst>
                <a:ext uri="{FF2B5EF4-FFF2-40B4-BE49-F238E27FC236}">
                  <a16:creationId xmlns:a16="http://schemas.microsoft.com/office/drawing/2014/main" id="{6C25AB5B-D281-437A-BA60-A9251D12A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358" name="Rectangle 23">
              <a:extLst>
                <a:ext uri="{FF2B5EF4-FFF2-40B4-BE49-F238E27FC236}">
                  <a16:creationId xmlns:a16="http://schemas.microsoft.com/office/drawing/2014/main" id="{CA4D553D-BDFA-4B15-AAE9-3DE70E025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359" name="Rectangle 24">
              <a:extLst>
                <a:ext uri="{FF2B5EF4-FFF2-40B4-BE49-F238E27FC236}">
                  <a16:creationId xmlns:a16="http://schemas.microsoft.com/office/drawing/2014/main" id="{DBFE131A-3AC5-4942-921B-9223EA4B7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360" name="Rectangle 25">
              <a:extLst>
                <a:ext uri="{FF2B5EF4-FFF2-40B4-BE49-F238E27FC236}">
                  <a16:creationId xmlns:a16="http://schemas.microsoft.com/office/drawing/2014/main" id="{B22A40A0-F6A7-4DB8-BFB9-3F3860FC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361" name="Rectangle 26">
              <a:extLst>
                <a:ext uri="{FF2B5EF4-FFF2-40B4-BE49-F238E27FC236}">
                  <a16:creationId xmlns:a16="http://schemas.microsoft.com/office/drawing/2014/main" id="{C1D14CA8-3864-4324-B6BF-43CBCD708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362" name="Rectangle 27">
              <a:extLst>
                <a:ext uri="{FF2B5EF4-FFF2-40B4-BE49-F238E27FC236}">
                  <a16:creationId xmlns:a16="http://schemas.microsoft.com/office/drawing/2014/main" id="{3C9BC417-AF59-4624-853C-6501ED7AF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363" name="Rectangle 28">
              <a:extLst>
                <a:ext uri="{FF2B5EF4-FFF2-40B4-BE49-F238E27FC236}">
                  <a16:creationId xmlns:a16="http://schemas.microsoft.com/office/drawing/2014/main" id="{6A64C03B-AA94-445C-84D8-3CC1FF349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117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364" name="Rectangle 29">
              <a:extLst>
                <a:ext uri="{FF2B5EF4-FFF2-40B4-BE49-F238E27FC236}">
                  <a16:creationId xmlns:a16="http://schemas.microsoft.com/office/drawing/2014/main" id="{7437D796-5581-4BAF-9A5C-115DFBB5E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365" name="Rectangle 30">
              <a:extLst>
                <a:ext uri="{FF2B5EF4-FFF2-40B4-BE49-F238E27FC236}">
                  <a16:creationId xmlns:a16="http://schemas.microsoft.com/office/drawing/2014/main" id="{370F4AA9-6B94-4E73-B229-E5B9AF5C0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372" name="Text Box 152">
            <a:extLst>
              <a:ext uri="{FF2B5EF4-FFF2-40B4-BE49-F238E27FC236}">
                <a16:creationId xmlns:a16="http://schemas.microsoft.com/office/drawing/2014/main" id="{467D7B43-9459-4810-B4D5-B5769FDFA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475" y="5518052"/>
            <a:ext cx="15753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需要支持</a:t>
            </a:r>
            <a:br>
              <a:rPr lang="en-US" altLang="zh-CN" sz="2000" b="0" dirty="0">
                <a:latin typeface="+mn-lt"/>
                <a:ea typeface="SimHei" panose="02010609060101010101" pitchFamily="49" charset="-122"/>
              </a:rPr>
            </a:b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符号位扩展</a:t>
            </a:r>
          </a:p>
        </p:txBody>
      </p:sp>
      <p:grpSp>
        <p:nvGrpSpPr>
          <p:cNvPr id="387" name="Group 65">
            <a:extLst>
              <a:ext uri="{FF2B5EF4-FFF2-40B4-BE49-F238E27FC236}">
                <a16:creationId xmlns:a16="http://schemas.microsoft.com/office/drawing/2014/main" id="{419EF079-380A-4C22-92E5-5259E19E41A9}"/>
              </a:ext>
            </a:extLst>
          </p:cNvPr>
          <p:cNvGrpSpPr>
            <a:grpSpLocks/>
          </p:cNvGrpSpPr>
          <p:nvPr/>
        </p:nvGrpSpPr>
        <p:grpSpPr bwMode="auto">
          <a:xfrm>
            <a:off x="338227" y="1784783"/>
            <a:ext cx="2190751" cy="676275"/>
            <a:chOff x="823" y="1728"/>
            <a:chExt cx="1380" cy="426"/>
          </a:xfrm>
        </p:grpSpPr>
        <p:sp>
          <p:nvSpPr>
            <p:cNvPr id="388" name="Rectangle 67">
              <a:extLst>
                <a:ext uri="{FF2B5EF4-FFF2-40B4-BE49-F238E27FC236}">
                  <a16:creationId xmlns:a16="http://schemas.microsoft.com/office/drawing/2014/main" id="{42ABE9C4-D5AD-4E78-8251-CE4CD94CE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389" name="Group 68">
              <a:extLst>
                <a:ext uri="{FF2B5EF4-FFF2-40B4-BE49-F238E27FC236}">
                  <a16:creationId xmlns:a16="http://schemas.microsoft.com/office/drawing/2014/main" id="{69731563-D828-470F-A772-EC7098BA2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396" name="Line 69">
                <a:extLst>
                  <a:ext uri="{FF2B5EF4-FFF2-40B4-BE49-F238E27FC236}">
                    <a16:creationId xmlns:a16="http://schemas.microsoft.com/office/drawing/2014/main" id="{6707165C-3AF0-4F64-B176-956B6543D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97" name="Line 70">
                <a:extLst>
                  <a:ext uri="{FF2B5EF4-FFF2-40B4-BE49-F238E27FC236}">
                    <a16:creationId xmlns:a16="http://schemas.microsoft.com/office/drawing/2014/main" id="{BD1BC626-C1AF-4C2B-B88C-59BA1A9DB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98" name="Line 71">
                <a:extLst>
                  <a:ext uri="{FF2B5EF4-FFF2-40B4-BE49-F238E27FC236}">
                    <a16:creationId xmlns:a16="http://schemas.microsoft.com/office/drawing/2014/main" id="{B04FCFDD-7F9C-46B2-9F6F-87A749E721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99" name="Line 72">
                <a:extLst>
                  <a:ext uri="{FF2B5EF4-FFF2-40B4-BE49-F238E27FC236}">
                    <a16:creationId xmlns:a16="http://schemas.microsoft.com/office/drawing/2014/main" id="{75975ED9-FBD3-4BFD-995A-E3FDD919D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90" name="Line 73">
              <a:extLst>
                <a:ext uri="{FF2B5EF4-FFF2-40B4-BE49-F238E27FC236}">
                  <a16:creationId xmlns:a16="http://schemas.microsoft.com/office/drawing/2014/main" id="{52A30449-B7F6-4F17-B7DD-EE88321BB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1" name="Line 74">
              <a:extLst>
                <a:ext uri="{FF2B5EF4-FFF2-40B4-BE49-F238E27FC236}">
                  <a16:creationId xmlns:a16="http://schemas.microsoft.com/office/drawing/2014/main" id="{9E9CD70D-E4EB-42E2-9615-97B395638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2" name="Rectangle 75">
              <a:extLst>
                <a:ext uri="{FF2B5EF4-FFF2-40B4-BE49-F238E27FC236}">
                  <a16:creationId xmlns:a16="http://schemas.microsoft.com/office/drawing/2014/main" id="{8C76467E-322E-47AF-B379-AFA27FB5A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393" name="Line 76">
              <a:extLst>
                <a:ext uri="{FF2B5EF4-FFF2-40B4-BE49-F238E27FC236}">
                  <a16:creationId xmlns:a16="http://schemas.microsoft.com/office/drawing/2014/main" id="{31151DA5-F27C-4A00-B22C-9CE7D021E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2" y="2064"/>
              <a:ext cx="6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4" name="Rectangle 77">
              <a:extLst>
                <a:ext uri="{FF2B5EF4-FFF2-40B4-BE49-F238E27FC236}">
                  <a16:creationId xmlns:a16="http://schemas.microsoft.com/office/drawing/2014/main" id="{11394F32-095C-403B-8325-B7E3A6D84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" y="1862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5" name="Rectangle 78">
              <a:extLst>
                <a:ext uri="{FF2B5EF4-FFF2-40B4-BE49-F238E27FC236}">
                  <a16:creationId xmlns:a16="http://schemas.microsoft.com/office/drawing/2014/main" id="{9F5304BE-38EB-4D0F-B8BA-9DE02067B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791CF466-F8E8-1F34-F74E-2E9EE1E41869}"/>
                  </a:ext>
                </a:extLst>
              </p14:cNvPr>
              <p14:cNvContentPartPr/>
              <p14:nvPr/>
            </p14:nvContentPartPr>
            <p14:xfrm>
              <a:off x="267840" y="1264680"/>
              <a:ext cx="8160120" cy="54435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791CF466-F8E8-1F34-F74E-2E9EE1E418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8480" y="1255320"/>
                <a:ext cx="8178840" cy="546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59525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C640-F777-4595-9512-1836BB90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Load Word </a:t>
            </a:r>
            <a:r>
              <a:rPr lang="zh-CN" altLang="en-US" dirty="0">
                <a:solidFill>
                  <a:schemeClr val="tx1"/>
                </a:solidFill>
              </a:rPr>
              <a:t>操作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F771-68B1-4DAA-B8A3-CF2CD90F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63</a:t>
            </a:fld>
            <a:endParaRPr lang="en-US" altLang="zh-CN" dirty="0"/>
          </a:p>
        </p:txBody>
      </p:sp>
      <p:sp>
        <p:nvSpPr>
          <p:cNvPr id="146" name="Line 15">
            <a:extLst>
              <a:ext uri="{FF2B5EF4-FFF2-40B4-BE49-F238E27FC236}">
                <a16:creationId xmlns:a16="http://schemas.microsoft.com/office/drawing/2014/main" id="{2EA8D486-4618-44F7-902A-6090858B67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120" y="3719944"/>
            <a:ext cx="203169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7" name="Line 16">
            <a:extLst>
              <a:ext uri="{FF2B5EF4-FFF2-40B4-BE49-F238E27FC236}">
                <a16:creationId xmlns:a16="http://schemas.microsoft.com/office/drawing/2014/main" id="{E29E57C0-1941-4680-B430-5A44B8C84C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3471" y="365009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8" name="Rectangle 17">
            <a:extLst>
              <a:ext uri="{FF2B5EF4-FFF2-40B4-BE49-F238E27FC236}">
                <a16:creationId xmlns:a16="http://schemas.microsoft.com/office/drawing/2014/main" id="{A8620A2F-82C3-4F30-83FE-9F9935161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34" y="371994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49" name="Rectangle 18">
            <a:extLst>
              <a:ext uri="{FF2B5EF4-FFF2-40B4-BE49-F238E27FC236}">
                <a16:creationId xmlns:a16="http://schemas.microsoft.com/office/drawing/2014/main" id="{5BE024F7-1A3F-4597-BD9C-A8E6F1907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934" y="3338944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50" name="Line 19">
            <a:extLst>
              <a:ext uri="{FF2B5EF4-FFF2-40B4-BE49-F238E27FC236}">
                <a16:creationId xmlns:a16="http://schemas.microsoft.com/office/drawing/2014/main" id="{82684CD7-EE7E-4452-B89A-3D61A47F4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0221" y="2845235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1" name="Rectangle 20">
            <a:extLst>
              <a:ext uri="{FF2B5EF4-FFF2-40B4-BE49-F238E27FC236}">
                <a16:creationId xmlns:a16="http://schemas.microsoft.com/office/drawing/2014/main" id="{4DB334AF-485D-4601-8DF0-10C20B36D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545" y="2690089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b="1" dirty="0" err="1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b="1" dirty="0" err="1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b="1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Rectangle 21">
            <a:extLst>
              <a:ext uri="{FF2B5EF4-FFF2-40B4-BE49-F238E27FC236}">
                <a16:creationId xmlns:a16="http://schemas.microsoft.com/office/drawing/2014/main" id="{AFC275E0-ACB2-45A4-9B60-2FED3B0FE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459" y="3881869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3" name="Rectangle 22">
            <a:extLst>
              <a:ext uri="{FF2B5EF4-FFF2-40B4-BE49-F238E27FC236}">
                <a16:creationId xmlns:a16="http://schemas.microsoft.com/office/drawing/2014/main" id="{78D46752-CE3D-4B6A-81D2-4F3B55988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34" y="3262744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4" name="Rectangle 23">
            <a:extLst>
              <a:ext uri="{FF2B5EF4-FFF2-40B4-BE49-F238E27FC236}">
                <a16:creationId xmlns:a16="http://schemas.microsoft.com/office/drawing/2014/main" id="{31332EFD-A903-4DEC-803B-342434CF6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196" y="3123044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Line 24">
            <a:extLst>
              <a:ext uri="{FF2B5EF4-FFF2-40B4-BE49-F238E27FC236}">
                <a16:creationId xmlns:a16="http://schemas.microsoft.com/office/drawing/2014/main" id="{C59D7A32-0293-439C-9E1C-6E9FB40D7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7405" y="4089098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6" name="Line 25">
            <a:extLst>
              <a:ext uri="{FF2B5EF4-FFF2-40B4-BE49-F238E27FC236}">
                <a16:creationId xmlns:a16="http://schemas.microsoft.com/office/drawing/2014/main" id="{394EBABF-93C2-40BC-B8AA-EB2844727A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4546" y="4201055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7" name="Rectangle 27">
            <a:extLst>
              <a:ext uri="{FF2B5EF4-FFF2-40B4-BE49-F238E27FC236}">
                <a16:creationId xmlns:a16="http://schemas.microsoft.com/office/drawing/2014/main" id="{8E91AD0E-8FC4-4947-8B14-6E5197B05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46" y="2575357"/>
            <a:ext cx="83946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1" dirty="0" err="1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b="1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8" name="Line 28">
            <a:extLst>
              <a:ext uri="{FF2B5EF4-FFF2-40B4-BE49-F238E27FC236}">
                <a16:creationId xmlns:a16="http://schemas.microsoft.com/office/drawing/2014/main" id="{661F63B8-834D-47D9-8FE7-F4E6E419CC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721" y="3643744"/>
            <a:ext cx="10160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9" name="Line 29">
            <a:extLst>
              <a:ext uri="{FF2B5EF4-FFF2-40B4-BE49-F238E27FC236}">
                <a16:creationId xmlns:a16="http://schemas.microsoft.com/office/drawing/2014/main" id="{3BE9FA05-8A3E-4E22-9ABA-5A66FD1547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1471" y="357389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0" name="Rectangle 30">
            <a:extLst>
              <a:ext uri="{FF2B5EF4-FFF2-40B4-BE49-F238E27FC236}">
                <a16:creationId xmlns:a16="http://schemas.microsoft.com/office/drawing/2014/main" id="{5545CD8D-D279-4E0A-AC69-98F1D2604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34" y="364374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1" name="Line 31">
            <a:extLst>
              <a:ext uri="{FF2B5EF4-FFF2-40B4-BE49-F238E27FC236}">
                <a16:creationId xmlns:a16="http://schemas.microsoft.com/office/drawing/2014/main" id="{D05E7646-A3ED-48EA-A052-87E53C842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3979" y="3269154"/>
            <a:ext cx="18349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2" name="Line 32">
            <a:extLst>
              <a:ext uri="{FF2B5EF4-FFF2-40B4-BE49-F238E27FC236}">
                <a16:creationId xmlns:a16="http://schemas.microsoft.com/office/drawing/2014/main" id="{6E0B884D-7214-468B-9B35-9E9A0D3E9F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7071" y="319289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3" name="Rectangle 33">
            <a:extLst>
              <a:ext uri="{FF2B5EF4-FFF2-40B4-BE49-F238E27FC236}">
                <a16:creationId xmlns:a16="http://schemas.microsoft.com/office/drawing/2014/main" id="{6D73138C-F5CC-4286-9B8A-941003CEF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334" y="333894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4" name="Rectangle 34">
            <a:extLst>
              <a:ext uri="{FF2B5EF4-FFF2-40B4-BE49-F238E27FC236}">
                <a16:creationId xmlns:a16="http://schemas.microsoft.com/office/drawing/2014/main" id="{B531210E-05BF-4153-ACA7-24D4D3EAF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534" y="2957944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5" name="Line 35">
            <a:extLst>
              <a:ext uri="{FF2B5EF4-FFF2-40B4-BE49-F238E27FC236}">
                <a16:creationId xmlns:a16="http://schemas.microsoft.com/office/drawing/2014/main" id="{EDEBBF57-E5BC-46D6-918F-C7C124A96E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7421" y="2869044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6" name="Line 36">
            <a:extLst>
              <a:ext uri="{FF2B5EF4-FFF2-40B4-BE49-F238E27FC236}">
                <a16:creationId xmlns:a16="http://schemas.microsoft.com/office/drawing/2014/main" id="{D0B8E273-E32C-4610-A511-EAE323C14A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3979" y="4164504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Line 37">
            <a:extLst>
              <a:ext uri="{FF2B5EF4-FFF2-40B4-BE49-F238E27FC236}">
                <a16:creationId xmlns:a16="http://schemas.microsoft.com/office/drawing/2014/main" id="{A6987B3C-D9A6-41E8-AC6B-EE7E57C2EF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9871" y="410729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8" name="Rectangle 38">
            <a:extLst>
              <a:ext uri="{FF2B5EF4-FFF2-40B4-BE49-F238E27FC236}">
                <a16:creationId xmlns:a16="http://schemas.microsoft.com/office/drawing/2014/main" id="{A926B6A7-2E7C-45BB-B483-41CCB854B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134" y="417714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9" name="Rectangle 39">
            <a:extLst>
              <a:ext uri="{FF2B5EF4-FFF2-40B4-BE49-F238E27FC236}">
                <a16:creationId xmlns:a16="http://schemas.microsoft.com/office/drawing/2014/main" id="{540973FD-6AC2-4B85-9F4C-079B82A8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534" y="3872344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0" name="Line 40">
            <a:extLst>
              <a:ext uri="{FF2B5EF4-FFF2-40B4-BE49-F238E27FC236}">
                <a16:creationId xmlns:a16="http://schemas.microsoft.com/office/drawing/2014/main" id="{19C4F599-FC89-4E78-8D55-0CE3E5007C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105" y="4201051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1" name="Line 41">
            <a:extLst>
              <a:ext uri="{FF2B5EF4-FFF2-40B4-BE49-F238E27FC236}">
                <a16:creationId xmlns:a16="http://schemas.microsoft.com/office/drawing/2014/main" id="{31C1C688-00B8-4A88-BEFC-896FB8605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2221" y="2437244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2" name="Line 42">
            <a:extLst>
              <a:ext uri="{FF2B5EF4-FFF2-40B4-BE49-F238E27FC236}">
                <a16:creationId xmlns:a16="http://schemas.microsoft.com/office/drawing/2014/main" id="{6EB9A602-8C8F-4459-BE8D-0E7FF0E2CA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42371" y="2799194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3" name="Rectangle 43">
            <a:extLst>
              <a:ext uri="{FF2B5EF4-FFF2-40B4-BE49-F238E27FC236}">
                <a16:creationId xmlns:a16="http://schemas.microsoft.com/office/drawing/2014/main" id="{597043E9-BAC6-4B04-9182-8FFC0D2D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334" y="2653144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74" name="Line 44">
            <a:extLst>
              <a:ext uri="{FF2B5EF4-FFF2-40B4-BE49-F238E27FC236}">
                <a16:creationId xmlns:a16="http://schemas.microsoft.com/office/drawing/2014/main" id="{D2BB7165-5C78-4ED6-AC3A-0DE0201C2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221" y="2699185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5" name="Line 45">
            <a:extLst>
              <a:ext uri="{FF2B5EF4-FFF2-40B4-BE49-F238E27FC236}">
                <a16:creationId xmlns:a16="http://schemas.microsoft.com/office/drawing/2014/main" id="{BBA5A347-74FC-4215-BC96-863EA2EC89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3371" y="2799194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6" name="Rectangle 46">
            <a:extLst>
              <a:ext uri="{FF2B5EF4-FFF2-40B4-BE49-F238E27FC236}">
                <a16:creationId xmlns:a16="http://schemas.microsoft.com/office/drawing/2014/main" id="{58EEAD61-4AFE-45FA-BA45-8258B5A2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334" y="2653144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77" name="Line 47">
            <a:extLst>
              <a:ext uri="{FF2B5EF4-FFF2-40B4-BE49-F238E27FC236}">
                <a16:creationId xmlns:a16="http://schemas.microsoft.com/office/drawing/2014/main" id="{F81F46A3-187B-498F-94D8-C498EB509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0421" y="2699185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8" name="Line 48">
            <a:extLst>
              <a:ext uri="{FF2B5EF4-FFF2-40B4-BE49-F238E27FC236}">
                <a16:creationId xmlns:a16="http://schemas.microsoft.com/office/drawing/2014/main" id="{B17A34EF-4FA1-473C-ADA3-89C1831F4D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0571" y="2799194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9" name="Rectangle 49">
            <a:extLst>
              <a:ext uri="{FF2B5EF4-FFF2-40B4-BE49-F238E27FC236}">
                <a16:creationId xmlns:a16="http://schemas.microsoft.com/office/drawing/2014/main" id="{DAF16ACC-B0E5-4C06-B590-AD77AAA73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534" y="2653144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80" name="Rectangle 50">
            <a:extLst>
              <a:ext uri="{FF2B5EF4-FFF2-40B4-BE49-F238E27FC236}">
                <a16:creationId xmlns:a16="http://schemas.microsoft.com/office/drawing/2014/main" id="{985ADF57-720E-4989-ADDA-C358AB7AE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334" y="3110344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1" name="Rectangle 51">
            <a:extLst>
              <a:ext uri="{FF2B5EF4-FFF2-40B4-BE49-F238E27FC236}">
                <a16:creationId xmlns:a16="http://schemas.microsoft.com/office/drawing/2014/main" id="{584EA97E-FA6C-4FDF-A059-3E65F8CB8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534" y="3110344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182" name="Rectangle 52">
            <a:extLst>
              <a:ext uri="{FF2B5EF4-FFF2-40B4-BE49-F238E27FC236}">
                <a16:creationId xmlns:a16="http://schemas.microsoft.com/office/drawing/2014/main" id="{343CA401-7310-46F5-AD9F-65F226872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534" y="3110344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183" name="Rectangle 53">
            <a:extLst>
              <a:ext uri="{FF2B5EF4-FFF2-40B4-BE49-F238E27FC236}">
                <a16:creationId xmlns:a16="http://schemas.microsoft.com/office/drawing/2014/main" id="{17AB5BAE-FEC2-498A-8DBB-F7221A4C8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334" y="3415144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184" name="Line 54">
            <a:extLst>
              <a:ext uri="{FF2B5EF4-FFF2-40B4-BE49-F238E27FC236}">
                <a16:creationId xmlns:a16="http://schemas.microsoft.com/office/drawing/2014/main" id="{3705B236-3A23-4CBD-967A-BF289AA16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721" y="6585804"/>
            <a:ext cx="734189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5" name="Line 55">
            <a:extLst>
              <a:ext uri="{FF2B5EF4-FFF2-40B4-BE49-F238E27FC236}">
                <a16:creationId xmlns:a16="http://schemas.microsoft.com/office/drawing/2014/main" id="{DB2B697D-BBA1-42E2-B79E-9F463DE855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421" y="3631043"/>
            <a:ext cx="0" cy="295476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6" name="Rectangle 56">
            <a:extLst>
              <a:ext uri="{FF2B5EF4-FFF2-40B4-BE49-F238E27FC236}">
                <a16:creationId xmlns:a16="http://schemas.microsoft.com/office/drawing/2014/main" id="{D7BE5E12-DF62-4CD2-8E76-939FDB9D5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234" y="2399144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01" name="Line 88">
            <a:extLst>
              <a:ext uri="{FF2B5EF4-FFF2-40B4-BE49-F238E27FC236}">
                <a16:creationId xmlns:a16="http://schemas.microsoft.com/office/drawing/2014/main" id="{BAE39DDA-AE2F-44F9-A892-1934590D8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7583" y="4177144"/>
            <a:ext cx="54133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2" name="Line 89">
            <a:extLst>
              <a:ext uri="{FF2B5EF4-FFF2-40B4-BE49-F238E27FC236}">
                <a16:creationId xmlns:a16="http://schemas.microsoft.com/office/drawing/2014/main" id="{9561A442-CE97-404A-B9A7-845EB0726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3620" y="5329525"/>
            <a:ext cx="0" cy="1256278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9" name="Rectangle 126">
            <a:extLst>
              <a:ext uri="{FF2B5EF4-FFF2-40B4-BE49-F238E27FC236}">
                <a16:creationId xmlns:a16="http://schemas.microsoft.com/office/drawing/2014/main" id="{5C831553-FD3E-46D9-89C0-62825ADF7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034" y="2373744"/>
            <a:ext cx="50174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chemeClr val="accent2"/>
                </a:solidFill>
                <a:latin typeface="+mn-lt"/>
                <a:ea typeface="SimHei" panose="02010609060101010101" pitchFamily="49" charset="-122"/>
              </a:rPr>
              <a:t>Rt?</a:t>
            </a: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FF0A0E0C-59D1-40E2-ABB9-3A9C2F481D13}"/>
              </a:ext>
            </a:extLst>
          </p:cNvPr>
          <p:cNvGrpSpPr/>
          <p:nvPr/>
        </p:nvGrpSpPr>
        <p:grpSpPr>
          <a:xfrm>
            <a:off x="4602253" y="3123044"/>
            <a:ext cx="505337" cy="1193800"/>
            <a:chOff x="5799138" y="4889500"/>
            <a:chExt cx="505337" cy="1193800"/>
          </a:xfrm>
        </p:grpSpPr>
        <p:grpSp>
          <p:nvGrpSpPr>
            <p:cNvPr id="108" name="Group 4">
              <a:extLst>
                <a:ext uri="{FF2B5EF4-FFF2-40B4-BE49-F238E27FC236}">
                  <a16:creationId xmlns:a16="http://schemas.microsoft.com/office/drawing/2014/main" id="{4AC3841D-7F1C-454C-B807-68BB81C81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10" name="Line 5">
                <a:extLst>
                  <a:ext uri="{FF2B5EF4-FFF2-40B4-BE49-F238E27FC236}">
                    <a16:creationId xmlns:a16="http://schemas.microsoft.com/office/drawing/2014/main" id="{DC0C121F-2D2B-4046-8477-3503216AA7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1" name="Line 6">
                <a:extLst>
                  <a:ext uri="{FF2B5EF4-FFF2-40B4-BE49-F238E27FC236}">
                    <a16:creationId xmlns:a16="http://schemas.microsoft.com/office/drawing/2014/main" id="{8837F1C5-0E6F-44FF-9BAF-C8985265A8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2" name="Line 7">
                <a:extLst>
                  <a:ext uri="{FF2B5EF4-FFF2-40B4-BE49-F238E27FC236}">
                    <a16:creationId xmlns:a16="http://schemas.microsoft.com/office/drawing/2014/main" id="{A9015614-E1C8-4377-95EE-527D823C02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3" name="Line 8">
                <a:extLst>
                  <a:ext uri="{FF2B5EF4-FFF2-40B4-BE49-F238E27FC236}">
                    <a16:creationId xmlns:a16="http://schemas.microsoft.com/office/drawing/2014/main" id="{36830971-6FE8-45E9-AA80-DFC0E78466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4" name="Line 9">
                <a:extLst>
                  <a:ext uri="{FF2B5EF4-FFF2-40B4-BE49-F238E27FC236}">
                    <a16:creationId xmlns:a16="http://schemas.microsoft.com/office/drawing/2014/main" id="{E25C4F2C-5067-44DA-85E3-87B0751F6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5" name="Line 10">
                <a:extLst>
                  <a:ext uri="{FF2B5EF4-FFF2-40B4-BE49-F238E27FC236}">
                    <a16:creationId xmlns:a16="http://schemas.microsoft.com/office/drawing/2014/main" id="{A86F053E-2286-4E91-BF36-8B692FFD4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6" name="Line 11">
                <a:extLst>
                  <a:ext uri="{FF2B5EF4-FFF2-40B4-BE49-F238E27FC236}">
                    <a16:creationId xmlns:a16="http://schemas.microsoft.com/office/drawing/2014/main" id="{19BEAB13-843F-4FCE-ACBF-09E994982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7" name="Line 12">
                <a:extLst>
                  <a:ext uri="{FF2B5EF4-FFF2-40B4-BE49-F238E27FC236}">
                    <a16:creationId xmlns:a16="http://schemas.microsoft.com/office/drawing/2014/main" id="{31620DDB-798A-452D-9970-F002C34AC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09" name="Rectangle 58">
              <a:extLst>
                <a:ext uri="{FF2B5EF4-FFF2-40B4-BE49-F238E27FC236}">
                  <a16:creationId xmlns:a16="http://schemas.microsoft.com/office/drawing/2014/main" id="{3A556398-8441-49D6-BE81-30BAE8C9CC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51" name="Rectangle 62">
            <a:extLst>
              <a:ext uri="{FF2B5EF4-FFF2-40B4-BE49-F238E27FC236}">
                <a16:creationId xmlns:a16="http://schemas.microsoft.com/office/drawing/2014/main" id="{9D12971B-4394-4BFA-A350-C73C60CE3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321" y="4506817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2" name="Rectangle 63">
            <a:extLst>
              <a:ext uri="{FF2B5EF4-FFF2-40B4-BE49-F238E27FC236}">
                <a16:creationId xmlns:a16="http://schemas.microsoft.com/office/drawing/2014/main" id="{4D108409-BF16-4DDE-8C1B-038BD0ADAC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456460" y="4739666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3" name="Rectangle 64">
            <a:extLst>
              <a:ext uri="{FF2B5EF4-FFF2-40B4-BE49-F238E27FC236}">
                <a16:creationId xmlns:a16="http://schemas.microsoft.com/office/drawing/2014/main" id="{8D9CA5A2-F240-4EAF-BFF5-812D6F4157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16415" y="4329811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54" name="Line 79">
            <a:extLst>
              <a:ext uri="{FF2B5EF4-FFF2-40B4-BE49-F238E27FC236}">
                <a16:creationId xmlns:a16="http://schemas.microsoft.com/office/drawing/2014/main" id="{5BD5D548-F153-4324-94D2-015F6D9CF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5396" y="4875117"/>
            <a:ext cx="663783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5" name="Rectangle 80">
            <a:extLst>
              <a:ext uri="{FF2B5EF4-FFF2-40B4-BE49-F238E27FC236}">
                <a16:creationId xmlns:a16="http://schemas.microsoft.com/office/drawing/2014/main" id="{F327A98D-C4DF-40F2-AAF9-E967B4AB4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384" y="491321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6" name="Line 81">
            <a:extLst>
              <a:ext uri="{FF2B5EF4-FFF2-40B4-BE49-F238E27FC236}">
                <a16:creationId xmlns:a16="http://schemas.microsoft.com/office/drawing/2014/main" id="{992B5763-B526-470E-9993-5E43F4D049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6071" y="480526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7" name="Line 82">
            <a:extLst>
              <a:ext uri="{FF2B5EF4-FFF2-40B4-BE49-F238E27FC236}">
                <a16:creationId xmlns:a16="http://schemas.microsoft.com/office/drawing/2014/main" id="{A403CE14-3BC2-4F6B-A4D0-616D5DD0A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7934" y="4873530"/>
            <a:ext cx="94138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8" name="Line 83">
            <a:extLst>
              <a:ext uri="{FF2B5EF4-FFF2-40B4-BE49-F238E27FC236}">
                <a16:creationId xmlns:a16="http://schemas.microsoft.com/office/drawing/2014/main" id="{C623D16F-D539-4C8F-BA15-1074EE3E90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246" y="481796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9" name="Rectangle 84">
            <a:extLst>
              <a:ext uri="{FF2B5EF4-FFF2-40B4-BE49-F238E27FC236}">
                <a16:creationId xmlns:a16="http://schemas.microsoft.com/office/drawing/2014/main" id="{ABD43B41-FDFB-451B-AB11-D588F940B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134" y="495131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60" name="Rectangle 85">
            <a:extLst>
              <a:ext uri="{FF2B5EF4-FFF2-40B4-BE49-F238E27FC236}">
                <a16:creationId xmlns:a16="http://schemas.microsoft.com/office/drawing/2014/main" id="{4A45210C-4424-478B-8801-0C73BD4B4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934" y="4798917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61" name="Line 86">
            <a:extLst>
              <a:ext uri="{FF2B5EF4-FFF2-40B4-BE49-F238E27FC236}">
                <a16:creationId xmlns:a16="http://schemas.microsoft.com/office/drawing/2014/main" id="{C805537D-67B2-4753-BC3D-27999F160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5821" y="4925382"/>
            <a:ext cx="0" cy="4767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2" name="Rectangle 87">
            <a:extLst>
              <a:ext uri="{FF2B5EF4-FFF2-40B4-BE49-F238E27FC236}">
                <a16:creationId xmlns:a16="http://schemas.microsoft.com/office/drawing/2014/main" id="{5AE6B5EE-14C2-4CF4-AC31-C992CF9EC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7844" y="4914533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63" name="Group 57">
            <a:extLst>
              <a:ext uri="{FF2B5EF4-FFF2-40B4-BE49-F238E27FC236}">
                <a16:creationId xmlns:a16="http://schemas.microsoft.com/office/drawing/2014/main" id="{1001C49C-CDCF-4D51-A09F-2841CA87393E}"/>
              </a:ext>
            </a:extLst>
          </p:cNvPr>
          <p:cNvGrpSpPr>
            <a:grpSpLocks/>
          </p:cNvGrpSpPr>
          <p:nvPr/>
        </p:nvGrpSpPr>
        <p:grpSpPr bwMode="auto">
          <a:xfrm>
            <a:off x="3766433" y="3890332"/>
            <a:ext cx="311150" cy="1117600"/>
            <a:chOff x="3116" y="3032"/>
            <a:chExt cx="196" cy="704"/>
          </a:xfrm>
        </p:grpSpPr>
        <p:sp>
          <p:nvSpPr>
            <p:cNvPr id="264" name="Line 58">
              <a:extLst>
                <a:ext uri="{FF2B5EF4-FFF2-40B4-BE49-F238E27FC236}">
                  <a16:creationId xmlns:a16="http://schemas.microsoft.com/office/drawing/2014/main" id="{D0BC60AD-5B26-40E7-9767-FEB577A64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5" name="Line 59">
              <a:extLst>
                <a:ext uri="{FF2B5EF4-FFF2-40B4-BE49-F238E27FC236}">
                  <a16:creationId xmlns:a16="http://schemas.microsoft.com/office/drawing/2014/main" id="{AD1817F2-15E6-4C1F-AD74-1FFCA0450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6" name="Line 60">
              <a:extLst>
                <a:ext uri="{FF2B5EF4-FFF2-40B4-BE49-F238E27FC236}">
                  <a16:creationId xmlns:a16="http://schemas.microsoft.com/office/drawing/2014/main" id="{12D912BC-3098-43C8-918C-F3EB7953D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7" name="Line 61">
              <a:extLst>
                <a:ext uri="{FF2B5EF4-FFF2-40B4-BE49-F238E27FC236}">
                  <a16:creationId xmlns:a16="http://schemas.microsoft.com/office/drawing/2014/main" id="{05920745-EC60-4D4C-AAA8-E8637A38C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93" name="Line 89">
            <a:extLst>
              <a:ext uri="{FF2B5EF4-FFF2-40B4-BE49-F238E27FC236}">
                <a16:creationId xmlns:a16="http://schemas.microsoft.com/office/drawing/2014/main" id="{6B7B8972-A898-44CC-AE27-A63C977C7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7641" y="3719945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1" name="Rectangle 114">
            <a:extLst>
              <a:ext uri="{FF2B5EF4-FFF2-40B4-BE49-F238E27FC236}">
                <a16:creationId xmlns:a16="http://schemas.microsoft.com/office/drawing/2014/main" id="{3B08896E-6B71-4C8E-B05D-CDC83D740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497" y="5056188"/>
            <a:ext cx="1127125" cy="1150937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2" name="Line 115">
            <a:extLst>
              <a:ext uri="{FF2B5EF4-FFF2-40B4-BE49-F238E27FC236}">
                <a16:creationId xmlns:a16="http://schemas.microsoft.com/office/drawing/2014/main" id="{3E56E3BD-0184-429D-9409-A1964EFD9A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7252" y="6077278"/>
            <a:ext cx="6223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3" name="Rectangle 116">
            <a:extLst>
              <a:ext uri="{FF2B5EF4-FFF2-40B4-BE49-F238E27FC236}">
                <a16:creationId xmlns:a16="http://schemas.microsoft.com/office/drawing/2014/main" id="{1DEC333D-6D59-48C6-B164-609833C55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1760" y="577373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4" name="Rectangle 117">
            <a:extLst>
              <a:ext uri="{FF2B5EF4-FFF2-40B4-BE49-F238E27FC236}">
                <a16:creationId xmlns:a16="http://schemas.microsoft.com/office/drawing/2014/main" id="{ED0F8728-E31B-45B7-BE9A-9F71A231E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235" y="5259388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315" name="Line 118">
            <a:extLst>
              <a:ext uri="{FF2B5EF4-FFF2-40B4-BE49-F238E27FC236}">
                <a16:creationId xmlns:a16="http://schemas.microsoft.com/office/drawing/2014/main" id="{D5A13CEB-1C6F-40E3-BBA1-873A17216B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2323" y="5983288"/>
            <a:ext cx="227806" cy="87306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6" name="Line 119">
            <a:extLst>
              <a:ext uri="{FF2B5EF4-FFF2-40B4-BE49-F238E27FC236}">
                <a16:creationId xmlns:a16="http://schemas.microsoft.com/office/drawing/2014/main" id="{7FBEBFA5-F12D-43C5-B896-5B6EDDC189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85022" y="6077278"/>
            <a:ext cx="215107" cy="8730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7" name="Rectangle 121">
            <a:extLst>
              <a:ext uri="{FF2B5EF4-FFF2-40B4-BE49-F238E27FC236}">
                <a16:creationId xmlns:a16="http://schemas.microsoft.com/office/drawing/2014/main" id="{065F490A-75CB-4368-ACA0-FD8B3503E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447" y="5040313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8" name="Line 122">
            <a:extLst>
              <a:ext uri="{FF2B5EF4-FFF2-40B4-BE49-F238E27FC236}">
                <a16:creationId xmlns:a16="http://schemas.microsoft.com/office/drawing/2014/main" id="{DAE984F2-1F52-4276-949D-7E43FDF31F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9022" y="5549900"/>
            <a:ext cx="1016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9" name="Line 123">
            <a:extLst>
              <a:ext uri="{FF2B5EF4-FFF2-40B4-BE49-F238E27FC236}">
                <a16:creationId xmlns:a16="http://schemas.microsoft.com/office/drawing/2014/main" id="{B639DA80-1D8E-4D87-8B93-BF1C21BD65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8772" y="54848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0" name="Rectangle 124">
            <a:extLst>
              <a:ext uri="{FF2B5EF4-FFF2-40B4-BE49-F238E27FC236}">
                <a16:creationId xmlns:a16="http://schemas.microsoft.com/office/drawing/2014/main" id="{D4E4C2A2-C67A-4ED4-BD88-F4E286BAF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035" y="554831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1" name="Line 125">
            <a:extLst>
              <a:ext uri="{FF2B5EF4-FFF2-40B4-BE49-F238E27FC236}">
                <a16:creationId xmlns:a16="http://schemas.microsoft.com/office/drawing/2014/main" id="{24F3C64C-102E-4724-9C8C-392C0937D9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77122" y="4814888"/>
            <a:ext cx="0" cy="241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2" name="Rectangle 127">
            <a:extLst>
              <a:ext uri="{FF2B5EF4-FFF2-40B4-BE49-F238E27FC236}">
                <a16:creationId xmlns:a16="http://schemas.microsoft.com/office/drawing/2014/main" id="{C9163E19-2C0E-4054-A41C-40359528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635" y="5041900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3" name="Rectangle 128">
            <a:extLst>
              <a:ext uri="{FF2B5EF4-FFF2-40B4-BE49-F238E27FC236}">
                <a16:creationId xmlns:a16="http://schemas.microsoft.com/office/drawing/2014/main" id="{C7084F3A-C030-45A2-AAF7-584FF0A5A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730" y="5403850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324" name="Line 130">
            <a:extLst>
              <a:ext uri="{FF2B5EF4-FFF2-40B4-BE49-F238E27FC236}">
                <a16:creationId xmlns:a16="http://schemas.microsoft.com/office/drawing/2014/main" id="{7AAA9656-7D00-4A24-81F6-168C1F2480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3772" y="55229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5" name="Rectangle 131">
            <a:extLst>
              <a:ext uri="{FF2B5EF4-FFF2-40B4-BE49-F238E27FC236}">
                <a16:creationId xmlns:a16="http://schemas.microsoft.com/office/drawing/2014/main" id="{0BE22901-2FFE-4EA4-87B5-26E857319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235" y="529748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6" name="Rectangle 133">
            <a:extLst>
              <a:ext uri="{FF2B5EF4-FFF2-40B4-BE49-F238E27FC236}">
                <a16:creationId xmlns:a16="http://schemas.microsoft.com/office/drawing/2014/main" id="{A1E2563A-B53F-40F6-A15F-687EC6A4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7035" y="4535488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7" name="Line 122">
            <a:extLst>
              <a:ext uri="{FF2B5EF4-FFF2-40B4-BE49-F238E27FC236}">
                <a16:creationId xmlns:a16="http://schemas.microsoft.com/office/drawing/2014/main" id="{995EF5D6-D5D5-4D9A-B47F-6E05CAA88D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2851" y="5616575"/>
            <a:ext cx="80360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8" name="Rectangle 117">
            <a:extLst>
              <a:ext uri="{FF2B5EF4-FFF2-40B4-BE49-F238E27FC236}">
                <a16:creationId xmlns:a16="http://schemas.microsoft.com/office/drawing/2014/main" id="{AC78F4B6-FD94-40EA-BCE6-E4276AF7B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832" y="5567163"/>
            <a:ext cx="9537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spc="-5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spc="-5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spc="-5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29" name="Group 57">
            <a:extLst>
              <a:ext uri="{FF2B5EF4-FFF2-40B4-BE49-F238E27FC236}">
                <a16:creationId xmlns:a16="http://schemas.microsoft.com/office/drawing/2014/main" id="{85859D16-5A32-4417-9751-CF60C0925C2D}"/>
              </a:ext>
            </a:extLst>
          </p:cNvPr>
          <p:cNvGrpSpPr>
            <a:grpSpLocks/>
          </p:cNvGrpSpPr>
          <p:nvPr/>
        </p:nvGrpSpPr>
        <p:grpSpPr bwMode="auto">
          <a:xfrm>
            <a:off x="7196453" y="4760817"/>
            <a:ext cx="311150" cy="1117600"/>
            <a:chOff x="3116" y="3032"/>
            <a:chExt cx="196" cy="704"/>
          </a:xfrm>
        </p:grpSpPr>
        <p:sp>
          <p:nvSpPr>
            <p:cNvPr id="330" name="Line 58">
              <a:extLst>
                <a:ext uri="{FF2B5EF4-FFF2-40B4-BE49-F238E27FC236}">
                  <a16:creationId xmlns:a16="http://schemas.microsoft.com/office/drawing/2014/main" id="{28EDA41A-C86E-49B7-9D33-3EF42B2FF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1" name="Line 59">
              <a:extLst>
                <a:ext uri="{FF2B5EF4-FFF2-40B4-BE49-F238E27FC236}">
                  <a16:creationId xmlns:a16="http://schemas.microsoft.com/office/drawing/2014/main" id="{4AAB692E-B1B3-4D19-BBFB-8FDA9D719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2" name="Line 60">
              <a:extLst>
                <a:ext uri="{FF2B5EF4-FFF2-40B4-BE49-F238E27FC236}">
                  <a16:creationId xmlns:a16="http://schemas.microsoft.com/office/drawing/2014/main" id="{1B1F9BE2-2F41-4887-BD9A-924B2C89C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3" name="Line 61">
              <a:extLst>
                <a:ext uri="{FF2B5EF4-FFF2-40B4-BE49-F238E27FC236}">
                  <a16:creationId xmlns:a16="http://schemas.microsoft.com/office/drawing/2014/main" id="{1402B7B5-CFC5-4000-BACB-A3218BA00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34" name="Line 89">
            <a:extLst>
              <a:ext uri="{FF2B5EF4-FFF2-40B4-BE49-F238E27FC236}">
                <a16:creationId xmlns:a16="http://schemas.microsoft.com/office/drawing/2014/main" id="{C7F98682-30B7-41AA-8BE2-FE564A269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7603" y="5338667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5" name="Line 89">
            <a:extLst>
              <a:ext uri="{FF2B5EF4-FFF2-40B4-BE49-F238E27FC236}">
                <a16:creationId xmlns:a16="http://schemas.microsoft.com/office/drawing/2014/main" id="{2B660159-EC59-44BE-B429-82F1B8A52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1410" y="3713594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6" name="Line 89">
            <a:extLst>
              <a:ext uri="{FF2B5EF4-FFF2-40B4-BE49-F238E27FC236}">
                <a16:creationId xmlns:a16="http://schemas.microsoft.com/office/drawing/2014/main" id="{F5794480-5777-4AC2-BAC8-BC1F979B7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1212" y="5049838"/>
            <a:ext cx="34159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7" name="Rectangle 64">
            <a:extLst>
              <a:ext uri="{FF2B5EF4-FFF2-40B4-BE49-F238E27FC236}">
                <a16:creationId xmlns:a16="http://schemas.microsoft.com/office/drawing/2014/main" id="{1B2AB4D3-DD9C-46E4-B8B9-0A8D25B9BD5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60362" y="5206754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38" name="Line 19">
            <a:extLst>
              <a:ext uri="{FF2B5EF4-FFF2-40B4-BE49-F238E27FC236}">
                <a16:creationId xmlns:a16="http://schemas.microsoft.com/office/drawing/2014/main" id="{5A4572CF-A4C1-4BC0-8BCB-6491317D08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9896" y="4398332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9" name="Rectangle 20">
            <a:extLst>
              <a:ext uri="{FF2B5EF4-FFF2-40B4-BE49-F238E27FC236}">
                <a16:creationId xmlns:a16="http://schemas.microsoft.com/office/drawing/2014/main" id="{385B9A95-E39B-4E81-ADF5-101070B1B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212" y="4111597"/>
            <a:ext cx="130212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b="1" dirty="0" err="1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MemtoReg</a:t>
            </a:r>
            <a:endParaRPr lang="en-US" altLang="en-US" sz="1600" b="1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2" name="Line 112">
            <a:extLst>
              <a:ext uri="{FF2B5EF4-FFF2-40B4-BE49-F238E27FC236}">
                <a16:creationId xmlns:a16="http://schemas.microsoft.com/office/drawing/2014/main" id="{1536E661-8B3D-4859-AC49-51D80AC15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9183" y="5325023"/>
            <a:ext cx="0" cy="40322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3" name="Rectangle 113">
            <a:extLst>
              <a:ext uri="{FF2B5EF4-FFF2-40B4-BE49-F238E27FC236}">
                <a16:creationId xmlns:a16="http://schemas.microsoft.com/office/drawing/2014/main" id="{E78C3610-918B-40FB-B85C-ADBEEE979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8671" y="5675860"/>
            <a:ext cx="78707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1" dirty="0" err="1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b="1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6" name="Oval 3">
            <a:extLst>
              <a:ext uri="{FF2B5EF4-FFF2-40B4-BE49-F238E27FC236}">
                <a16:creationId xmlns:a16="http://schemas.microsoft.com/office/drawing/2014/main" id="{D5D0E3F6-CE6C-4631-BACF-B95A91662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726" y="3942918"/>
            <a:ext cx="1168400" cy="2365607"/>
          </a:xfrm>
          <a:prstGeom prst="ellips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7" name="Text Box 152">
            <a:extLst>
              <a:ext uri="{FF2B5EF4-FFF2-40B4-BE49-F238E27FC236}">
                <a16:creationId xmlns:a16="http://schemas.microsoft.com/office/drawing/2014/main" id="{A9171F03-BC66-47D9-9326-B3ECF38C8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886" y="6189692"/>
            <a:ext cx="14736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solidFill>
                  <a:srgbClr val="000099"/>
                </a:solidFill>
                <a:latin typeface="+mn-lt"/>
                <a:ea typeface="SimHei" panose="02010609060101010101" pitchFamily="49" charset="-122"/>
              </a:rPr>
              <a:t>数据存储器</a:t>
            </a:r>
          </a:p>
        </p:txBody>
      </p:sp>
      <p:sp>
        <p:nvSpPr>
          <p:cNvPr id="348" name="Text Box 148">
            <a:extLst>
              <a:ext uri="{FF2B5EF4-FFF2-40B4-BE49-F238E27FC236}">
                <a16:creationId xmlns:a16="http://schemas.microsoft.com/office/drawing/2014/main" id="{988F727F-A72F-4C28-9AC9-3DE33C9A4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2895" y="3282896"/>
            <a:ext cx="231510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solidFill>
                  <a:srgbClr val="009999"/>
                </a:solidFill>
                <a:latin typeface="+mn-lt"/>
                <a:ea typeface="SimHei" panose="02010609060101010101" pitchFamily="49" charset="-122"/>
              </a:rPr>
              <a:t>选择</a:t>
            </a:r>
            <a:r>
              <a:rPr lang="en-US" altLang="zh-CN" sz="2000" b="0" dirty="0">
                <a:solidFill>
                  <a:srgbClr val="009999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zh-CN" altLang="en-US" sz="2000" b="0" dirty="0">
                <a:solidFill>
                  <a:srgbClr val="009999"/>
                </a:solidFill>
                <a:latin typeface="+mn-lt"/>
                <a:ea typeface="SimHei" panose="02010609060101010101" pitchFamily="49" charset="-122"/>
              </a:rPr>
              <a:t>的输出</a:t>
            </a:r>
            <a:endParaRPr lang="en-US" altLang="zh-CN" sz="2000" b="0" dirty="0">
              <a:solidFill>
                <a:srgbClr val="009999"/>
              </a:solidFill>
              <a:latin typeface="+mn-lt"/>
              <a:ea typeface="SimHei" panose="02010609060101010101" pitchFamily="49" charset="-122"/>
            </a:endParaRPr>
          </a:p>
          <a:p>
            <a:r>
              <a:rPr lang="zh-CN" altLang="en-US" sz="2000" b="0" dirty="0">
                <a:solidFill>
                  <a:srgbClr val="009999"/>
                </a:solidFill>
                <a:latin typeface="+mn-lt"/>
                <a:ea typeface="SimHei" panose="02010609060101010101" pitchFamily="49" charset="-122"/>
              </a:rPr>
              <a:t>还是存储器的输出</a:t>
            </a:r>
          </a:p>
        </p:txBody>
      </p:sp>
      <p:sp>
        <p:nvSpPr>
          <p:cNvPr id="349" name="Rectangle 6">
            <a:extLst>
              <a:ext uri="{FF2B5EF4-FFF2-40B4-BE49-F238E27FC236}">
                <a16:creationId xmlns:a16="http://schemas.microsoft.com/office/drawing/2014/main" id="{5ABDDF67-FACE-49C2-9641-3BF56CEE7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1387788"/>
            <a:ext cx="8191500" cy="78996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R[</a:t>
            </a:r>
            <a:r>
              <a:rPr lang="en-US" altLang="en-US" sz="2400" b="0" u="sng" kern="0" dirty="0">
                <a:solidFill>
                  <a:srgbClr val="3333CC"/>
                </a:solidFill>
                <a:ea typeface="SimHei" panose="02010609060101010101" pitchFamily="49" charset="-122"/>
              </a:rPr>
              <a:t>rt</a:t>
            </a:r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] &lt;= Mem[R[</a:t>
            </a:r>
            <a:r>
              <a:rPr lang="en-US" altLang="en-US" sz="2400" b="0" kern="0" dirty="0" err="1">
                <a:solidFill>
                  <a:srgbClr val="3333CC"/>
                </a:solidFill>
                <a:ea typeface="SimHei" panose="02010609060101010101" pitchFamily="49" charset="-122"/>
              </a:rPr>
              <a:t>rs</a:t>
            </a:r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] + </a:t>
            </a:r>
            <a:r>
              <a:rPr lang="en-US" altLang="en-US" sz="2400" b="0" kern="0" dirty="0" err="1">
                <a:solidFill>
                  <a:srgbClr val="3333CC"/>
                </a:solidFill>
                <a:ea typeface="SimHei" panose="02010609060101010101" pitchFamily="49" charset="-122"/>
              </a:rPr>
              <a:t>SignExt</a:t>
            </a:r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[imm16]] </a:t>
            </a:r>
            <a:b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</a:br>
            <a:endParaRPr lang="en-US" altLang="en-US" sz="2400" b="0" kern="0" dirty="0">
              <a:ea typeface="SimHei" panose="02010609060101010101" pitchFamily="49" charset="-122"/>
            </a:endParaRPr>
          </a:p>
        </p:txBody>
      </p:sp>
      <p:grpSp>
        <p:nvGrpSpPr>
          <p:cNvPr id="350" name="Group 9">
            <a:extLst>
              <a:ext uri="{FF2B5EF4-FFF2-40B4-BE49-F238E27FC236}">
                <a16:creationId xmlns:a16="http://schemas.microsoft.com/office/drawing/2014/main" id="{51016030-A08F-4E48-97EF-54A7DDDE3ED4}"/>
              </a:ext>
            </a:extLst>
          </p:cNvPr>
          <p:cNvGrpSpPr>
            <a:grpSpLocks/>
          </p:cNvGrpSpPr>
          <p:nvPr/>
        </p:nvGrpSpPr>
        <p:grpSpPr bwMode="auto">
          <a:xfrm>
            <a:off x="3204491" y="1722176"/>
            <a:ext cx="5964238" cy="946150"/>
            <a:chOff x="1043" y="794"/>
            <a:chExt cx="3757" cy="596"/>
          </a:xfrm>
        </p:grpSpPr>
        <p:sp>
          <p:nvSpPr>
            <p:cNvPr id="351" name="Rectangle 10">
              <a:extLst>
                <a:ext uri="{FF2B5EF4-FFF2-40B4-BE49-F238E27FC236}">
                  <a16:creationId xmlns:a16="http://schemas.microsoft.com/office/drawing/2014/main" id="{9E36F856-19CD-4B8C-8296-960F16A3D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352" name="Group 11">
              <a:extLst>
                <a:ext uri="{FF2B5EF4-FFF2-40B4-BE49-F238E27FC236}">
                  <a16:creationId xmlns:a16="http://schemas.microsoft.com/office/drawing/2014/main" id="{14EDCC45-96E5-498A-ADED-59C64784C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370" name="Rectangle 12">
                <a:extLst>
                  <a:ext uri="{FF2B5EF4-FFF2-40B4-BE49-F238E27FC236}">
                    <a16:creationId xmlns:a16="http://schemas.microsoft.com/office/drawing/2014/main" id="{2E6F58AE-CB11-484D-B3BB-EF51D28A62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71" name="Rectangle 13">
                <a:extLst>
                  <a:ext uri="{FF2B5EF4-FFF2-40B4-BE49-F238E27FC236}">
                    <a16:creationId xmlns:a16="http://schemas.microsoft.com/office/drawing/2014/main" id="{745E52D6-47FC-4D3E-BA7D-357DA4739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353" name="Group 14">
              <a:extLst>
                <a:ext uri="{FF2B5EF4-FFF2-40B4-BE49-F238E27FC236}">
                  <a16:creationId xmlns:a16="http://schemas.microsoft.com/office/drawing/2014/main" id="{FCB04F5F-9DC2-4987-AB0A-4360809712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986"/>
              <a:ext cx="580" cy="212"/>
              <a:chOff x="1736" y="986"/>
              <a:chExt cx="580" cy="212"/>
            </a:xfrm>
          </p:grpSpPr>
          <p:sp>
            <p:nvSpPr>
              <p:cNvPr id="368" name="Rectangle 15">
                <a:extLst>
                  <a:ext uri="{FF2B5EF4-FFF2-40B4-BE49-F238E27FC236}">
                    <a16:creationId xmlns:a16="http://schemas.microsoft.com/office/drawing/2014/main" id="{A78025B9-9D9C-494D-8B4B-B01F8108F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99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Rectangle 16">
                <a:extLst>
                  <a:ext uri="{FF2B5EF4-FFF2-40B4-BE49-F238E27FC236}">
                    <a16:creationId xmlns:a16="http://schemas.microsoft.com/office/drawing/2014/main" id="{2B6F01AA-534B-433E-9AF6-372967CD2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98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354" name="Group 17">
              <a:extLst>
                <a:ext uri="{FF2B5EF4-FFF2-40B4-BE49-F238E27FC236}">
                  <a16:creationId xmlns:a16="http://schemas.microsoft.com/office/drawing/2014/main" id="{DA7D829F-5064-4C48-B922-4C891C62DB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4" y="986"/>
              <a:ext cx="579" cy="212"/>
              <a:chOff x="2324" y="986"/>
              <a:chExt cx="579" cy="212"/>
            </a:xfrm>
          </p:grpSpPr>
          <p:sp>
            <p:nvSpPr>
              <p:cNvPr id="366" name="Rectangle 18">
                <a:extLst>
                  <a:ext uri="{FF2B5EF4-FFF2-40B4-BE49-F238E27FC236}">
                    <a16:creationId xmlns:a16="http://schemas.microsoft.com/office/drawing/2014/main" id="{361DB51E-BF69-44BC-8F2D-6B3B0592C0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4" y="99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Rectangle 19">
                <a:extLst>
                  <a:ext uri="{FF2B5EF4-FFF2-40B4-BE49-F238E27FC236}">
                    <a16:creationId xmlns:a16="http://schemas.microsoft.com/office/drawing/2014/main" id="{33FCA640-258B-4F5F-BB87-984D951F6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8" y="98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355" name="Rectangle 20">
              <a:extLst>
                <a:ext uri="{FF2B5EF4-FFF2-40B4-BE49-F238E27FC236}">
                  <a16:creationId xmlns:a16="http://schemas.microsoft.com/office/drawing/2014/main" id="{68821A80-19C5-493C-BCCB-6F91F47E0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" y="99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6" name="Rectangle 21">
              <a:extLst>
                <a:ext uri="{FF2B5EF4-FFF2-40B4-BE49-F238E27FC236}">
                  <a16:creationId xmlns:a16="http://schemas.microsoft.com/office/drawing/2014/main" id="{88599EBA-D3DB-41CE-B0B3-EE1E9C47F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" y="986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357" name="Rectangle 22">
              <a:extLst>
                <a:ext uri="{FF2B5EF4-FFF2-40B4-BE49-F238E27FC236}">
                  <a16:creationId xmlns:a16="http://schemas.microsoft.com/office/drawing/2014/main" id="{6C25AB5B-D281-437A-BA60-A9251D12A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358" name="Rectangle 23">
              <a:extLst>
                <a:ext uri="{FF2B5EF4-FFF2-40B4-BE49-F238E27FC236}">
                  <a16:creationId xmlns:a16="http://schemas.microsoft.com/office/drawing/2014/main" id="{CA4D553D-BDFA-4B15-AAE9-3DE70E025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359" name="Rectangle 24">
              <a:extLst>
                <a:ext uri="{FF2B5EF4-FFF2-40B4-BE49-F238E27FC236}">
                  <a16:creationId xmlns:a16="http://schemas.microsoft.com/office/drawing/2014/main" id="{DBFE131A-3AC5-4942-921B-9223EA4B7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360" name="Rectangle 25">
              <a:extLst>
                <a:ext uri="{FF2B5EF4-FFF2-40B4-BE49-F238E27FC236}">
                  <a16:creationId xmlns:a16="http://schemas.microsoft.com/office/drawing/2014/main" id="{B22A40A0-F6A7-4DB8-BFB9-3F3860FC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361" name="Rectangle 26">
              <a:extLst>
                <a:ext uri="{FF2B5EF4-FFF2-40B4-BE49-F238E27FC236}">
                  <a16:creationId xmlns:a16="http://schemas.microsoft.com/office/drawing/2014/main" id="{C1D14CA8-3864-4324-B6BF-43CBCD708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362" name="Rectangle 27">
              <a:extLst>
                <a:ext uri="{FF2B5EF4-FFF2-40B4-BE49-F238E27FC236}">
                  <a16:creationId xmlns:a16="http://schemas.microsoft.com/office/drawing/2014/main" id="{3C9BC417-AF59-4624-853C-6501ED7AF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363" name="Rectangle 28">
              <a:extLst>
                <a:ext uri="{FF2B5EF4-FFF2-40B4-BE49-F238E27FC236}">
                  <a16:creationId xmlns:a16="http://schemas.microsoft.com/office/drawing/2014/main" id="{6A64C03B-AA94-445C-84D8-3CC1FF349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117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364" name="Rectangle 29">
              <a:extLst>
                <a:ext uri="{FF2B5EF4-FFF2-40B4-BE49-F238E27FC236}">
                  <a16:creationId xmlns:a16="http://schemas.microsoft.com/office/drawing/2014/main" id="{7437D796-5581-4BAF-9A5C-115DFBB5E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365" name="Rectangle 30">
              <a:extLst>
                <a:ext uri="{FF2B5EF4-FFF2-40B4-BE49-F238E27FC236}">
                  <a16:creationId xmlns:a16="http://schemas.microsoft.com/office/drawing/2014/main" id="{370F4AA9-6B94-4E73-B229-E5B9AF5C0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372" name="Text Box 152">
            <a:extLst>
              <a:ext uri="{FF2B5EF4-FFF2-40B4-BE49-F238E27FC236}">
                <a16:creationId xmlns:a16="http://schemas.microsoft.com/office/drawing/2014/main" id="{467D7B43-9459-4810-B4D5-B5769FDFA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475" y="5518052"/>
            <a:ext cx="15753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需要支持</a:t>
            </a:r>
            <a:br>
              <a:rPr lang="en-US" altLang="zh-CN" sz="2000" b="0" dirty="0">
                <a:latin typeface="+mn-lt"/>
                <a:ea typeface="SimHei" panose="02010609060101010101" pitchFamily="49" charset="-122"/>
              </a:rPr>
            </a:b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符号位扩展</a:t>
            </a:r>
          </a:p>
        </p:txBody>
      </p:sp>
      <p:grpSp>
        <p:nvGrpSpPr>
          <p:cNvPr id="387" name="Group 65">
            <a:extLst>
              <a:ext uri="{FF2B5EF4-FFF2-40B4-BE49-F238E27FC236}">
                <a16:creationId xmlns:a16="http://schemas.microsoft.com/office/drawing/2014/main" id="{419EF079-380A-4C22-92E5-5259E19E41A9}"/>
              </a:ext>
            </a:extLst>
          </p:cNvPr>
          <p:cNvGrpSpPr>
            <a:grpSpLocks/>
          </p:cNvGrpSpPr>
          <p:nvPr/>
        </p:nvGrpSpPr>
        <p:grpSpPr bwMode="auto">
          <a:xfrm>
            <a:off x="338227" y="1784783"/>
            <a:ext cx="2190751" cy="676275"/>
            <a:chOff x="823" y="1728"/>
            <a:chExt cx="1380" cy="426"/>
          </a:xfrm>
        </p:grpSpPr>
        <p:sp>
          <p:nvSpPr>
            <p:cNvPr id="388" name="Rectangle 67">
              <a:extLst>
                <a:ext uri="{FF2B5EF4-FFF2-40B4-BE49-F238E27FC236}">
                  <a16:creationId xmlns:a16="http://schemas.microsoft.com/office/drawing/2014/main" id="{42ABE9C4-D5AD-4E78-8251-CE4CD94CE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389" name="Group 68">
              <a:extLst>
                <a:ext uri="{FF2B5EF4-FFF2-40B4-BE49-F238E27FC236}">
                  <a16:creationId xmlns:a16="http://schemas.microsoft.com/office/drawing/2014/main" id="{69731563-D828-470F-A772-EC7098BA2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396" name="Line 69">
                <a:extLst>
                  <a:ext uri="{FF2B5EF4-FFF2-40B4-BE49-F238E27FC236}">
                    <a16:creationId xmlns:a16="http://schemas.microsoft.com/office/drawing/2014/main" id="{6707165C-3AF0-4F64-B176-956B6543D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97" name="Line 70">
                <a:extLst>
                  <a:ext uri="{FF2B5EF4-FFF2-40B4-BE49-F238E27FC236}">
                    <a16:creationId xmlns:a16="http://schemas.microsoft.com/office/drawing/2014/main" id="{BD1BC626-C1AF-4C2B-B88C-59BA1A9DB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98" name="Line 71">
                <a:extLst>
                  <a:ext uri="{FF2B5EF4-FFF2-40B4-BE49-F238E27FC236}">
                    <a16:creationId xmlns:a16="http://schemas.microsoft.com/office/drawing/2014/main" id="{B04FCFDD-7F9C-46B2-9F6F-87A749E721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99" name="Line 72">
                <a:extLst>
                  <a:ext uri="{FF2B5EF4-FFF2-40B4-BE49-F238E27FC236}">
                    <a16:creationId xmlns:a16="http://schemas.microsoft.com/office/drawing/2014/main" id="{75975ED9-FBD3-4BFD-995A-E3FDD919D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90" name="Line 73">
              <a:extLst>
                <a:ext uri="{FF2B5EF4-FFF2-40B4-BE49-F238E27FC236}">
                  <a16:creationId xmlns:a16="http://schemas.microsoft.com/office/drawing/2014/main" id="{52A30449-B7F6-4F17-B7DD-EE88321BB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1" name="Line 74">
              <a:extLst>
                <a:ext uri="{FF2B5EF4-FFF2-40B4-BE49-F238E27FC236}">
                  <a16:creationId xmlns:a16="http://schemas.microsoft.com/office/drawing/2014/main" id="{9E9CD70D-E4EB-42E2-9615-97B395638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2" name="Rectangle 75">
              <a:extLst>
                <a:ext uri="{FF2B5EF4-FFF2-40B4-BE49-F238E27FC236}">
                  <a16:creationId xmlns:a16="http://schemas.microsoft.com/office/drawing/2014/main" id="{8C76467E-322E-47AF-B379-AFA27FB5A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393" name="Line 76">
              <a:extLst>
                <a:ext uri="{FF2B5EF4-FFF2-40B4-BE49-F238E27FC236}">
                  <a16:creationId xmlns:a16="http://schemas.microsoft.com/office/drawing/2014/main" id="{31151DA5-F27C-4A00-B22C-9CE7D021E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2" y="2064"/>
              <a:ext cx="6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4" name="Rectangle 77">
              <a:extLst>
                <a:ext uri="{FF2B5EF4-FFF2-40B4-BE49-F238E27FC236}">
                  <a16:creationId xmlns:a16="http://schemas.microsoft.com/office/drawing/2014/main" id="{11394F32-095C-403B-8325-B7E3A6D84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" y="1862"/>
              <a:ext cx="5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b="1" dirty="0" err="1">
                  <a:solidFill>
                    <a:srgbClr val="FF000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5" name="Rectangle 78">
              <a:extLst>
                <a:ext uri="{FF2B5EF4-FFF2-40B4-BE49-F238E27FC236}">
                  <a16:creationId xmlns:a16="http://schemas.microsoft.com/office/drawing/2014/main" id="{9F5304BE-38EB-4D0F-B8BA-9DE02067B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10" name="Line 28">
            <a:extLst>
              <a:ext uri="{FF2B5EF4-FFF2-40B4-BE49-F238E27FC236}">
                <a16:creationId xmlns:a16="http://schemas.microsoft.com/office/drawing/2014/main" id="{061E88A1-27FF-7A5C-62D9-935215C5B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419" y="3643744"/>
            <a:ext cx="1000125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" name="Line 54">
            <a:extLst>
              <a:ext uri="{FF2B5EF4-FFF2-40B4-BE49-F238E27FC236}">
                <a16:creationId xmlns:a16="http://schemas.microsoft.com/office/drawing/2014/main" id="{4DD4641A-FD4D-E281-EB5D-38AB4E563D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420" y="6583782"/>
            <a:ext cx="7329199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" name="Line 55">
            <a:extLst>
              <a:ext uri="{FF2B5EF4-FFF2-40B4-BE49-F238E27FC236}">
                <a16:creationId xmlns:a16="http://schemas.microsoft.com/office/drawing/2014/main" id="{607F01ED-7E26-6A6E-7405-6DF241705A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420" y="3643743"/>
            <a:ext cx="0" cy="2937489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" name="Line 89">
            <a:extLst>
              <a:ext uri="{FF2B5EF4-FFF2-40B4-BE49-F238E27FC236}">
                <a16:creationId xmlns:a16="http://schemas.microsoft.com/office/drawing/2014/main" id="{69B131C1-5712-7A60-1022-6A9ED0B8A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3620" y="5336465"/>
            <a:ext cx="0" cy="1247317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" name="Line 89">
            <a:extLst>
              <a:ext uri="{FF2B5EF4-FFF2-40B4-BE49-F238E27FC236}">
                <a16:creationId xmlns:a16="http://schemas.microsoft.com/office/drawing/2014/main" id="{AF656120-784C-1168-6BED-B93497014A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0303" y="5336465"/>
            <a:ext cx="173317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8153DF43-903F-35EE-04A2-2C77E61A6C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72153" y="3717134"/>
            <a:ext cx="1053909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" name="Line 89">
            <a:extLst>
              <a:ext uri="{FF2B5EF4-FFF2-40B4-BE49-F238E27FC236}">
                <a16:creationId xmlns:a16="http://schemas.microsoft.com/office/drawing/2014/main" id="{67AB92DC-8D8A-1BC8-FE53-370E6EA82E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88741" y="2678017"/>
            <a:ext cx="0" cy="591138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412DE563-432F-64D1-AA9F-913F6969CB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9592" y="5616575"/>
            <a:ext cx="1077733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5FCA37FB-9A99-4097-3903-EDED57FC34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5520" y="4175543"/>
            <a:ext cx="549027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7A125200-1B47-1C39-97E3-49BB05F639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1391" y="2131737"/>
            <a:ext cx="290621" cy="304783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" name="Line 89">
            <a:extLst>
              <a:ext uri="{FF2B5EF4-FFF2-40B4-BE49-F238E27FC236}">
                <a16:creationId xmlns:a16="http://schemas.microsoft.com/office/drawing/2014/main" id="{234EA6E9-1F25-98E1-5F13-FBDEF50E5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7882" y="3720656"/>
            <a:ext cx="0" cy="1893837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8ECE42E9-1DB4-2EFB-46BE-A509B631E0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94309" y="3269154"/>
            <a:ext cx="2426993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" name="Line 15">
            <a:extLst>
              <a:ext uri="{FF2B5EF4-FFF2-40B4-BE49-F238E27FC236}">
                <a16:creationId xmlns:a16="http://schemas.microsoft.com/office/drawing/2014/main" id="{7F5AC59D-BF25-0CEE-1C7D-65A8A12B33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7093" y="2432358"/>
            <a:ext cx="0" cy="72141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4FD6BDDB-AB0E-C373-6422-4114097670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08290" y="1914958"/>
            <a:ext cx="0" cy="212725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EF294D86-A33F-1D3F-F8C0-907115800B2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02790" y="4877597"/>
            <a:ext cx="1969992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7" name="Line 15">
            <a:extLst>
              <a:ext uri="{FF2B5EF4-FFF2-40B4-BE49-F238E27FC236}">
                <a16:creationId xmlns:a16="http://schemas.microsoft.com/office/drawing/2014/main" id="{08F7A20A-D3B1-471F-34C3-7851B49FDB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9130" y="4175543"/>
            <a:ext cx="296739" cy="697983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88426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E184FC-834D-49F4-AE98-DE6B2569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Store Word </a:t>
            </a:r>
            <a:r>
              <a:rPr lang="zh-CN" altLang="en-US" dirty="0"/>
              <a:t>操作</a:t>
            </a:r>
          </a:p>
        </p:txBody>
      </p:sp>
      <p:sp>
        <p:nvSpPr>
          <p:cNvPr id="21513" name="Rectangle 6"/>
          <p:cNvSpPr>
            <a:spLocks noGrp="1" noChangeArrowheads="1"/>
          </p:cNvSpPr>
          <p:nvPr>
            <p:ph idx="1"/>
          </p:nvPr>
        </p:nvSpPr>
        <p:spPr>
          <a:xfrm>
            <a:off x="671513" y="1387788"/>
            <a:ext cx="8191500" cy="789960"/>
          </a:xfrm>
          <a:noFill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/>
            <a:r>
              <a:rPr lang="en-US" altLang="en-US" sz="2400" dirty="0">
                <a:solidFill>
                  <a:srgbClr val="3333CC"/>
                </a:solidFill>
              </a:rPr>
              <a:t>Mem[ R[</a:t>
            </a:r>
            <a:r>
              <a:rPr lang="en-US" altLang="en-US" sz="2400" dirty="0" err="1">
                <a:solidFill>
                  <a:srgbClr val="3333CC"/>
                </a:solidFill>
              </a:rPr>
              <a:t>rs</a:t>
            </a:r>
            <a:r>
              <a:rPr lang="en-US" altLang="en-US" sz="2400" dirty="0">
                <a:solidFill>
                  <a:srgbClr val="3333CC"/>
                </a:solidFill>
              </a:rPr>
              <a:t>] + </a:t>
            </a:r>
            <a:r>
              <a:rPr lang="en-US" altLang="en-US" sz="2400" dirty="0" err="1">
                <a:solidFill>
                  <a:srgbClr val="3333CC"/>
                </a:solidFill>
              </a:rPr>
              <a:t>SignExt</a:t>
            </a:r>
            <a:r>
              <a:rPr lang="en-US" altLang="en-US" sz="2400" dirty="0">
                <a:solidFill>
                  <a:srgbClr val="3333CC"/>
                </a:solidFill>
              </a:rPr>
              <a:t>[imm16] ] &lt;= R[rt] </a:t>
            </a:r>
            <a:br>
              <a:rPr lang="en-US" altLang="en-US" sz="2400" dirty="0">
                <a:solidFill>
                  <a:srgbClr val="3333CC"/>
                </a:solidFill>
              </a:rPr>
            </a:br>
            <a:endParaRPr lang="en-US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643494-A5BD-48C3-953B-8386A683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64</a:t>
            </a:fld>
            <a:endParaRPr lang="en-US" altLang="zh-CN" dirty="0"/>
          </a:p>
        </p:txBody>
      </p:sp>
      <p:grpSp>
        <p:nvGrpSpPr>
          <p:cNvPr id="21514" name="Group 9"/>
          <p:cNvGrpSpPr>
            <a:grpSpLocks/>
          </p:cNvGrpSpPr>
          <p:nvPr/>
        </p:nvGrpSpPr>
        <p:grpSpPr bwMode="auto">
          <a:xfrm>
            <a:off x="2805113" y="1835151"/>
            <a:ext cx="5964238" cy="946150"/>
            <a:chOff x="1043" y="794"/>
            <a:chExt cx="3757" cy="596"/>
          </a:xfrm>
        </p:grpSpPr>
        <p:sp>
          <p:nvSpPr>
            <p:cNvPr id="21633" name="Rectangle 10"/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21634" name="Group 11"/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21652" name="Rectangle 12"/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653" name="Rectangle 13"/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21635" name="Group 14"/>
            <p:cNvGrpSpPr>
              <a:grpSpLocks/>
            </p:cNvGrpSpPr>
            <p:nvPr/>
          </p:nvGrpSpPr>
          <p:grpSpPr bwMode="auto">
            <a:xfrm>
              <a:off x="1736" y="986"/>
              <a:ext cx="580" cy="212"/>
              <a:chOff x="1736" y="986"/>
              <a:chExt cx="580" cy="212"/>
            </a:xfrm>
          </p:grpSpPr>
          <p:sp>
            <p:nvSpPr>
              <p:cNvPr id="21650" name="Rectangle 15"/>
              <p:cNvSpPr>
                <a:spLocks noChangeArrowheads="1"/>
              </p:cNvSpPr>
              <p:nvPr/>
            </p:nvSpPr>
            <p:spPr bwMode="auto">
              <a:xfrm>
                <a:off x="1736" y="99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651" name="Rectangle 16"/>
              <p:cNvSpPr>
                <a:spLocks noChangeArrowheads="1"/>
              </p:cNvSpPr>
              <p:nvPr/>
            </p:nvSpPr>
            <p:spPr bwMode="auto">
              <a:xfrm>
                <a:off x="1901" y="98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21636" name="Group 17"/>
            <p:cNvGrpSpPr>
              <a:grpSpLocks/>
            </p:cNvGrpSpPr>
            <p:nvPr/>
          </p:nvGrpSpPr>
          <p:grpSpPr bwMode="auto">
            <a:xfrm>
              <a:off x="2324" y="986"/>
              <a:ext cx="579" cy="212"/>
              <a:chOff x="2324" y="986"/>
              <a:chExt cx="579" cy="212"/>
            </a:xfrm>
          </p:grpSpPr>
          <p:sp>
            <p:nvSpPr>
              <p:cNvPr id="21648" name="Rectangle 18"/>
              <p:cNvSpPr>
                <a:spLocks noChangeArrowheads="1"/>
              </p:cNvSpPr>
              <p:nvPr/>
            </p:nvSpPr>
            <p:spPr bwMode="auto">
              <a:xfrm>
                <a:off x="2324" y="99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649" name="Rectangle 19"/>
              <p:cNvSpPr>
                <a:spLocks noChangeArrowheads="1"/>
              </p:cNvSpPr>
              <p:nvPr/>
            </p:nvSpPr>
            <p:spPr bwMode="auto">
              <a:xfrm>
                <a:off x="2488" y="98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21637" name="Rectangle 20"/>
            <p:cNvSpPr>
              <a:spLocks noChangeArrowheads="1"/>
            </p:cNvSpPr>
            <p:nvPr/>
          </p:nvSpPr>
          <p:spPr bwMode="auto">
            <a:xfrm>
              <a:off x="2911" y="99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638" name="Rectangle 21"/>
            <p:cNvSpPr>
              <a:spLocks noChangeArrowheads="1"/>
            </p:cNvSpPr>
            <p:nvPr/>
          </p:nvSpPr>
          <p:spPr bwMode="auto">
            <a:xfrm>
              <a:off x="3222" y="986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21639" name="Rectangle 22"/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21640" name="Rectangle 23"/>
            <p:cNvSpPr>
              <a:spLocks noChangeArrowheads="1"/>
            </p:cNvSpPr>
            <p:nvPr/>
          </p:nvSpPr>
          <p:spPr bwMode="auto">
            <a:xfrm>
              <a:off x="2715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21641" name="Rectangle 24"/>
            <p:cNvSpPr>
              <a:spLocks noChangeArrowheads="1"/>
            </p:cNvSpPr>
            <p:nvPr/>
          </p:nvSpPr>
          <p:spPr bwMode="auto">
            <a:xfrm>
              <a:off x="2127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21642" name="Rectangle 25"/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21643" name="Rectangle 26"/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21644" name="Rectangle 27"/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21645" name="Rectangle 28"/>
            <p:cNvSpPr>
              <a:spLocks noChangeArrowheads="1"/>
            </p:cNvSpPr>
            <p:nvPr/>
          </p:nvSpPr>
          <p:spPr bwMode="auto">
            <a:xfrm>
              <a:off x="3573" y="117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21646" name="Rectangle 29"/>
            <p:cNvSpPr>
              <a:spLocks noChangeArrowheads="1"/>
            </p:cNvSpPr>
            <p:nvPr/>
          </p:nvSpPr>
          <p:spPr bwMode="auto">
            <a:xfrm>
              <a:off x="2443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21647" name="Rectangle 30"/>
            <p:cNvSpPr>
              <a:spLocks noChangeArrowheads="1"/>
            </p:cNvSpPr>
            <p:nvPr/>
          </p:nvSpPr>
          <p:spPr bwMode="auto">
            <a:xfrm>
              <a:off x="1856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249" name="Line 15">
            <a:extLst>
              <a:ext uri="{FF2B5EF4-FFF2-40B4-BE49-F238E27FC236}">
                <a16:creationId xmlns:a16="http://schemas.microsoft.com/office/drawing/2014/main" id="{1F1E510F-1CA3-40E1-8A54-D7ACB31B61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9386" y="4012347"/>
            <a:ext cx="203169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0" name="Line 16">
            <a:extLst>
              <a:ext uri="{FF2B5EF4-FFF2-40B4-BE49-F238E27FC236}">
                <a16:creationId xmlns:a16="http://schemas.microsoft.com/office/drawing/2014/main" id="{01CCE0F4-04F3-4240-B163-B1E1F632F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46737" y="394249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1" name="Rectangle 17">
            <a:extLst>
              <a:ext uri="{FF2B5EF4-FFF2-40B4-BE49-F238E27FC236}">
                <a16:creationId xmlns:a16="http://schemas.microsoft.com/office/drawing/2014/main" id="{AB6FA74F-7E78-4388-9E35-7A156224F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01234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2" name="Rectangle 18">
            <a:extLst>
              <a:ext uri="{FF2B5EF4-FFF2-40B4-BE49-F238E27FC236}">
                <a16:creationId xmlns:a16="http://schemas.microsoft.com/office/drawing/2014/main" id="{F78D04BA-639B-4AEC-8F0D-8F67C338D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631347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253" name="Line 19">
            <a:extLst>
              <a:ext uri="{FF2B5EF4-FFF2-40B4-BE49-F238E27FC236}">
                <a16:creationId xmlns:a16="http://schemas.microsoft.com/office/drawing/2014/main" id="{DD436114-D2AA-4E66-934B-BE097F43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3487" y="3137638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4" name="Rectangle 20">
            <a:extLst>
              <a:ext uri="{FF2B5EF4-FFF2-40B4-BE49-F238E27FC236}">
                <a16:creationId xmlns:a16="http://schemas.microsoft.com/office/drawing/2014/main" id="{67221CDE-4AC9-430A-A26D-BB4A039E4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811" y="2982492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5" name="Rectangle 21">
            <a:extLst>
              <a:ext uri="{FF2B5EF4-FFF2-40B4-BE49-F238E27FC236}">
                <a16:creationId xmlns:a16="http://schemas.microsoft.com/office/drawing/2014/main" id="{C8C5CB5F-6923-48C4-82D4-FF2F46DB9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4174272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6" name="Rectangle 22">
            <a:extLst>
              <a:ext uri="{FF2B5EF4-FFF2-40B4-BE49-F238E27FC236}">
                <a16:creationId xmlns:a16="http://schemas.microsoft.com/office/drawing/2014/main" id="{F82072D7-B1B4-4398-8E85-C0BB4D310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55147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7" name="Rectangle 23">
            <a:extLst>
              <a:ext uri="{FF2B5EF4-FFF2-40B4-BE49-F238E27FC236}">
                <a16:creationId xmlns:a16="http://schemas.microsoft.com/office/drawing/2014/main" id="{C86C711A-702E-4013-814B-D72BD1C92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462" y="3415447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8" name="Line 24">
            <a:extLst>
              <a:ext uri="{FF2B5EF4-FFF2-40B4-BE49-F238E27FC236}">
                <a16:creationId xmlns:a16="http://schemas.microsoft.com/office/drawing/2014/main" id="{CE0A648D-C5A8-43B5-9CAB-950E30E91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0671" y="4381501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9" name="Line 25">
            <a:extLst>
              <a:ext uri="{FF2B5EF4-FFF2-40B4-BE49-F238E27FC236}">
                <a16:creationId xmlns:a16="http://schemas.microsoft.com/office/drawing/2014/main" id="{6A5220AE-CC4A-4229-BCCB-112E0E0A59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2" y="4493458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0" name="Rectangle 27">
            <a:extLst>
              <a:ext uri="{FF2B5EF4-FFF2-40B4-BE49-F238E27FC236}">
                <a16:creationId xmlns:a16="http://schemas.microsoft.com/office/drawing/2014/main" id="{9741B625-50F3-4089-BF68-6DA995778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2867760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1" name="Line 28">
            <a:extLst>
              <a:ext uri="{FF2B5EF4-FFF2-40B4-BE49-F238E27FC236}">
                <a16:creationId xmlns:a16="http://schemas.microsoft.com/office/drawing/2014/main" id="{0564BD8D-58FF-4D1B-8EFC-AFC9053B97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987" y="3936147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2" name="Line 29">
            <a:extLst>
              <a:ext uri="{FF2B5EF4-FFF2-40B4-BE49-F238E27FC236}">
                <a16:creationId xmlns:a16="http://schemas.microsoft.com/office/drawing/2014/main" id="{67D44215-72EA-49DB-9D2B-074F128B38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4737" y="386629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3" name="Rectangle 30">
            <a:extLst>
              <a:ext uri="{FF2B5EF4-FFF2-40B4-BE49-F238E27FC236}">
                <a16:creationId xmlns:a16="http://schemas.microsoft.com/office/drawing/2014/main" id="{A4A4A606-8C61-405B-AB64-BD40AA16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93614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4" name="Line 31">
            <a:extLst>
              <a:ext uri="{FF2B5EF4-FFF2-40B4-BE49-F238E27FC236}">
                <a16:creationId xmlns:a16="http://schemas.microsoft.com/office/drawing/2014/main" id="{A3E9AEA8-5B51-497F-9C73-5DFF7E562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7245" y="3561557"/>
            <a:ext cx="18349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5" name="Line 32">
            <a:extLst>
              <a:ext uri="{FF2B5EF4-FFF2-40B4-BE49-F238E27FC236}">
                <a16:creationId xmlns:a16="http://schemas.microsoft.com/office/drawing/2014/main" id="{6FCCE575-DBCD-4F57-BB58-C907709F8F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0337" y="348529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6" name="Rectangle 33">
            <a:extLst>
              <a:ext uri="{FF2B5EF4-FFF2-40B4-BE49-F238E27FC236}">
                <a16:creationId xmlns:a16="http://schemas.microsoft.com/office/drawing/2014/main" id="{D2974F1F-44EC-4522-87FE-69D76356F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63134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7" name="Rectangle 34">
            <a:extLst>
              <a:ext uri="{FF2B5EF4-FFF2-40B4-BE49-F238E27FC236}">
                <a16:creationId xmlns:a16="http://schemas.microsoft.com/office/drawing/2014/main" id="{4967F1D7-C411-4FE3-85D5-442F5C356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50347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8" name="Line 35">
            <a:extLst>
              <a:ext uri="{FF2B5EF4-FFF2-40B4-BE49-F238E27FC236}">
                <a16:creationId xmlns:a16="http://schemas.microsoft.com/office/drawing/2014/main" id="{9562C5A2-9820-49E7-B189-71BC9CE8FF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0687" y="3161447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9" name="Line 36">
            <a:extLst>
              <a:ext uri="{FF2B5EF4-FFF2-40B4-BE49-F238E27FC236}">
                <a16:creationId xmlns:a16="http://schemas.microsoft.com/office/drawing/2014/main" id="{C4F2B157-4AE0-47BA-AADC-28962842D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7245" y="4456907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0" name="Line 37">
            <a:extLst>
              <a:ext uri="{FF2B5EF4-FFF2-40B4-BE49-F238E27FC236}">
                <a16:creationId xmlns:a16="http://schemas.microsoft.com/office/drawing/2014/main" id="{3CD6E09F-47EB-4EE7-B4A3-70B87FCC6A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3137" y="439969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1" name="Rectangle 38">
            <a:extLst>
              <a:ext uri="{FF2B5EF4-FFF2-40B4-BE49-F238E27FC236}">
                <a16:creationId xmlns:a16="http://schemas.microsoft.com/office/drawing/2014/main" id="{A8EBFC52-74A8-4F04-8F0F-3378BAE78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46954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2" name="Rectangle 39">
            <a:extLst>
              <a:ext uri="{FF2B5EF4-FFF2-40B4-BE49-F238E27FC236}">
                <a16:creationId xmlns:a16="http://schemas.microsoft.com/office/drawing/2014/main" id="{8890410E-BEE5-4B7C-9FF3-80D0453AC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64747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3" name="Line 40">
            <a:extLst>
              <a:ext uri="{FF2B5EF4-FFF2-40B4-BE49-F238E27FC236}">
                <a16:creationId xmlns:a16="http://schemas.microsoft.com/office/drawing/2014/main" id="{2F208557-7D00-41EA-81F3-D97514E9A1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8371" y="4493454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4" name="Line 41">
            <a:extLst>
              <a:ext uri="{FF2B5EF4-FFF2-40B4-BE49-F238E27FC236}">
                <a16:creationId xmlns:a16="http://schemas.microsoft.com/office/drawing/2014/main" id="{853F4E37-6982-4240-9D85-D58BCC856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5487" y="2729647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5" name="Line 42">
            <a:extLst>
              <a:ext uri="{FF2B5EF4-FFF2-40B4-BE49-F238E27FC236}">
                <a16:creationId xmlns:a16="http://schemas.microsoft.com/office/drawing/2014/main" id="{24EC967B-AFA6-4296-9EBD-33F317005C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7" y="3091597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6" name="Rectangle 43">
            <a:extLst>
              <a:ext uri="{FF2B5EF4-FFF2-40B4-BE49-F238E27FC236}">
                <a16:creationId xmlns:a16="http://schemas.microsoft.com/office/drawing/2014/main" id="{15239C6B-1AD0-497D-A2F9-3AE85541D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94554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77" name="Line 44">
            <a:extLst>
              <a:ext uri="{FF2B5EF4-FFF2-40B4-BE49-F238E27FC236}">
                <a16:creationId xmlns:a16="http://schemas.microsoft.com/office/drawing/2014/main" id="{4E85EDF2-3E61-4A7F-9EC1-62BF769DD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6487" y="299158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8" name="Line 45">
            <a:extLst>
              <a:ext uri="{FF2B5EF4-FFF2-40B4-BE49-F238E27FC236}">
                <a16:creationId xmlns:a16="http://schemas.microsoft.com/office/drawing/2014/main" id="{A9F05E1C-2203-4AD8-BDB8-2576E42C18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6637" y="3091597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9" name="Rectangle 46">
            <a:extLst>
              <a:ext uri="{FF2B5EF4-FFF2-40B4-BE49-F238E27FC236}">
                <a16:creationId xmlns:a16="http://schemas.microsoft.com/office/drawing/2014/main" id="{9F4CF38E-D72A-4A5B-9EF6-DB318527D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94554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80" name="Line 47">
            <a:extLst>
              <a:ext uri="{FF2B5EF4-FFF2-40B4-BE49-F238E27FC236}">
                <a16:creationId xmlns:a16="http://schemas.microsoft.com/office/drawing/2014/main" id="{B16AFCD2-25BE-443B-8A9A-D3F478761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687" y="299158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1" name="Line 48">
            <a:extLst>
              <a:ext uri="{FF2B5EF4-FFF2-40B4-BE49-F238E27FC236}">
                <a16:creationId xmlns:a16="http://schemas.microsoft.com/office/drawing/2014/main" id="{55B9AD14-F9F4-4667-8D6B-61C4861E83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3837" y="3091597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2" name="Rectangle 49">
            <a:extLst>
              <a:ext uri="{FF2B5EF4-FFF2-40B4-BE49-F238E27FC236}">
                <a16:creationId xmlns:a16="http://schemas.microsoft.com/office/drawing/2014/main" id="{AEB3663F-C67F-4AD2-8480-4AAB4DF42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94554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83" name="Rectangle 50">
            <a:extLst>
              <a:ext uri="{FF2B5EF4-FFF2-40B4-BE49-F238E27FC236}">
                <a16:creationId xmlns:a16="http://schemas.microsoft.com/office/drawing/2014/main" id="{FA8F9996-8821-4519-A01D-BA71F0FCB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402747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4" name="Rectangle 51">
            <a:extLst>
              <a:ext uri="{FF2B5EF4-FFF2-40B4-BE49-F238E27FC236}">
                <a16:creationId xmlns:a16="http://schemas.microsoft.com/office/drawing/2014/main" id="{AD34CE1B-0D6A-44A9-8BD0-2E6414D0E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402747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85" name="Rectangle 52">
            <a:extLst>
              <a:ext uri="{FF2B5EF4-FFF2-40B4-BE49-F238E27FC236}">
                <a16:creationId xmlns:a16="http://schemas.microsoft.com/office/drawing/2014/main" id="{0849EBB5-89C3-45B9-AD99-3F1C0EE7C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402747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86" name="Rectangle 53">
            <a:extLst>
              <a:ext uri="{FF2B5EF4-FFF2-40B4-BE49-F238E27FC236}">
                <a16:creationId xmlns:a16="http://schemas.microsoft.com/office/drawing/2014/main" id="{B329625B-7345-45A7-B4C2-EF137F580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707547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87" name="Line 54">
            <a:extLst>
              <a:ext uri="{FF2B5EF4-FFF2-40B4-BE49-F238E27FC236}">
                <a16:creationId xmlns:a16="http://schemas.microsoft.com/office/drawing/2014/main" id="{27FBFAEA-EDA6-4248-9A0C-F99BFBEED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987" y="6660493"/>
            <a:ext cx="734189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8" name="Line 55">
            <a:extLst>
              <a:ext uri="{FF2B5EF4-FFF2-40B4-BE49-F238E27FC236}">
                <a16:creationId xmlns:a16="http://schemas.microsoft.com/office/drawing/2014/main" id="{95F87794-CC4B-4AA3-9B87-02075431A6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7687" y="3923447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9" name="Rectangle 56">
            <a:extLst>
              <a:ext uri="{FF2B5EF4-FFF2-40B4-BE49-F238E27FC236}">
                <a16:creationId xmlns:a16="http://schemas.microsoft.com/office/drawing/2014/main" id="{9AB477B4-73E5-4A35-B8E0-DB49983EE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0" y="2691547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90" name="Line 88">
            <a:extLst>
              <a:ext uri="{FF2B5EF4-FFF2-40B4-BE49-F238E27FC236}">
                <a16:creationId xmlns:a16="http://schemas.microsoft.com/office/drawing/2014/main" id="{C8607BA9-0DC8-43E5-B57F-6115D66C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0849" y="4469547"/>
            <a:ext cx="5413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1" name="Line 89">
            <a:extLst>
              <a:ext uri="{FF2B5EF4-FFF2-40B4-BE49-F238E27FC236}">
                <a16:creationId xmlns:a16="http://schemas.microsoft.com/office/drawing/2014/main" id="{8D5D2CFB-F062-40D8-ACC6-7DFD7F0CB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6886" y="5621928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93" name="组合 292">
            <a:extLst>
              <a:ext uri="{FF2B5EF4-FFF2-40B4-BE49-F238E27FC236}">
                <a16:creationId xmlns:a16="http://schemas.microsoft.com/office/drawing/2014/main" id="{7CB9058C-78E8-407E-A27C-655933650E39}"/>
              </a:ext>
            </a:extLst>
          </p:cNvPr>
          <p:cNvGrpSpPr/>
          <p:nvPr/>
        </p:nvGrpSpPr>
        <p:grpSpPr>
          <a:xfrm>
            <a:off x="4785519" y="3415447"/>
            <a:ext cx="505337" cy="1193800"/>
            <a:chOff x="5799138" y="4889500"/>
            <a:chExt cx="505337" cy="1193800"/>
          </a:xfrm>
        </p:grpSpPr>
        <p:grpSp>
          <p:nvGrpSpPr>
            <p:cNvPr id="294" name="Group 4">
              <a:extLst>
                <a:ext uri="{FF2B5EF4-FFF2-40B4-BE49-F238E27FC236}">
                  <a16:creationId xmlns:a16="http://schemas.microsoft.com/office/drawing/2014/main" id="{129873DE-0536-4320-AE00-3C9462EB2E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96" name="Line 5">
                <a:extLst>
                  <a:ext uri="{FF2B5EF4-FFF2-40B4-BE49-F238E27FC236}">
                    <a16:creationId xmlns:a16="http://schemas.microsoft.com/office/drawing/2014/main" id="{6D79D47B-6051-4E9A-98DF-C587BBF155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97" name="Line 6">
                <a:extLst>
                  <a:ext uri="{FF2B5EF4-FFF2-40B4-BE49-F238E27FC236}">
                    <a16:creationId xmlns:a16="http://schemas.microsoft.com/office/drawing/2014/main" id="{F2B04187-7EED-42CA-8B3E-65ABBE69A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98" name="Line 7">
                <a:extLst>
                  <a:ext uri="{FF2B5EF4-FFF2-40B4-BE49-F238E27FC236}">
                    <a16:creationId xmlns:a16="http://schemas.microsoft.com/office/drawing/2014/main" id="{F03B129F-4241-4134-BD22-119C49D47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99" name="Line 8">
                <a:extLst>
                  <a:ext uri="{FF2B5EF4-FFF2-40B4-BE49-F238E27FC236}">
                    <a16:creationId xmlns:a16="http://schemas.microsoft.com/office/drawing/2014/main" id="{3B35D66C-A79B-4686-A85A-3B276BDAF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0" name="Line 9">
                <a:extLst>
                  <a:ext uri="{FF2B5EF4-FFF2-40B4-BE49-F238E27FC236}">
                    <a16:creationId xmlns:a16="http://schemas.microsoft.com/office/drawing/2014/main" id="{936D97A2-3616-4167-9886-B64464106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1" name="Line 10">
                <a:extLst>
                  <a:ext uri="{FF2B5EF4-FFF2-40B4-BE49-F238E27FC236}">
                    <a16:creationId xmlns:a16="http://schemas.microsoft.com/office/drawing/2014/main" id="{CD7C3777-FE55-4929-A2A8-00BACF88C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2" name="Line 11">
                <a:extLst>
                  <a:ext uri="{FF2B5EF4-FFF2-40B4-BE49-F238E27FC236}">
                    <a16:creationId xmlns:a16="http://schemas.microsoft.com/office/drawing/2014/main" id="{908A1BB8-C246-49ED-8ED8-D02D1A5A7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3" name="Line 12">
                <a:extLst>
                  <a:ext uri="{FF2B5EF4-FFF2-40B4-BE49-F238E27FC236}">
                    <a16:creationId xmlns:a16="http://schemas.microsoft.com/office/drawing/2014/main" id="{CF769393-F30F-4BE7-AA11-0F8D30F18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95" name="Rectangle 58">
              <a:extLst>
                <a:ext uri="{FF2B5EF4-FFF2-40B4-BE49-F238E27FC236}">
                  <a16:creationId xmlns:a16="http://schemas.microsoft.com/office/drawing/2014/main" id="{63C4093E-F5A1-43DC-9765-30A558A8D0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304" name="Rectangle 62">
            <a:extLst>
              <a:ext uri="{FF2B5EF4-FFF2-40B4-BE49-F238E27FC236}">
                <a16:creationId xmlns:a16="http://schemas.microsoft.com/office/drawing/2014/main" id="{749AAB56-B965-43A5-A51D-84E4B2E38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7" y="4799220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5" name="Rectangle 63">
            <a:extLst>
              <a:ext uri="{FF2B5EF4-FFF2-40B4-BE49-F238E27FC236}">
                <a16:creationId xmlns:a16="http://schemas.microsoft.com/office/drawing/2014/main" id="{BAE3EE1F-D53F-4544-8AC4-CFDB6CF39E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39726" y="5032069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6" name="Rectangle 64">
            <a:extLst>
              <a:ext uri="{FF2B5EF4-FFF2-40B4-BE49-F238E27FC236}">
                <a16:creationId xmlns:a16="http://schemas.microsoft.com/office/drawing/2014/main" id="{683E5BE3-0D09-400C-B913-04C9983B9CE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99681" y="4622214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07" name="Line 79">
            <a:extLst>
              <a:ext uri="{FF2B5EF4-FFF2-40B4-BE49-F238E27FC236}">
                <a16:creationId xmlns:a16="http://schemas.microsoft.com/office/drawing/2014/main" id="{BEDC5976-E600-4AF5-9662-5CA812423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662" y="5167520"/>
            <a:ext cx="66378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8" name="Rectangle 80">
            <a:extLst>
              <a:ext uri="{FF2B5EF4-FFF2-40B4-BE49-F238E27FC236}">
                <a16:creationId xmlns:a16="http://schemas.microsoft.com/office/drawing/2014/main" id="{0FE13AF6-CE82-437A-8A31-5924A4177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520562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09" name="Line 81">
            <a:extLst>
              <a:ext uri="{FF2B5EF4-FFF2-40B4-BE49-F238E27FC236}">
                <a16:creationId xmlns:a16="http://schemas.microsoft.com/office/drawing/2014/main" id="{3D4265BC-3221-46DC-B576-370B958C1B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9337" y="509767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0" name="Line 82">
            <a:extLst>
              <a:ext uri="{FF2B5EF4-FFF2-40B4-BE49-F238E27FC236}">
                <a16:creationId xmlns:a16="http://schemas.microsoft.com/office/drawing/2014/main" id="{12B173FB-A218-49A3-9135-E123C13E6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5165933"/>
            <a:ext cx="9413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1" name="Line 83">
            <a:extLst>
              <a:ext uri="{FF2B5EF4-FFF2-40B4-BE49-F238E27FC236}">
                <a16:creationId xmlns:a16="http://schemas.microsoft.com/office/drawing/2014/main" id="{9C8066FB-8F76-4F4F-8EE4-D357FF780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9512" y="511037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2" name="Rectangle 84">
            <a:extLst>
              <a:ext uri="{FF2B5EF4-FFF2-40B4-BE49-F238E27FC236}">
                <a16:creationId xmlns:a16="http://schemas.microsoft.com/office/drawing/2014/main" id="{69303944-DE9E-4C49-AD26-79BEADCD8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24372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313" name="Rectangle 85">
            <a:extLst>
              <a:ext uri="{FF2B5EF4-FFF2-40B4-BE49-F238E27FC236}">
                <a16:creationId xmlns:a16="http://schemas.microsoft.com/office/drawing/2014/main" id="{D5A4F6A3-592A-426C-9BC2-68FD81A8B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91320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14" name="Line 86">
            <a:extLst>
              <a:ext uri="{FF2B5EF4-FFF2-40B4-BE49-F238E27FC236}">
                <a16:creationId xmlns:a16="http://schemas.microsoft.com/office/drawing/2014/main" id="{531514D5-DF23-41CC-AA3D-3E0C234C38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7" y="5217785"/>
            <a:ext cx="0" cy="4767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5" name="Rectangle 87">
            <a:extLst>
              <a:ext uri="{FF2B5EF4-FFF2-40B4-BE49-F238E27FC236}">
                <a16:creationId xmlns:a16="http://schemas.microsoft.com/office/drawing/2014/main" id="{8050CEF7-1847-44E0-BA01-90A30C41E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1110" y="5206936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16" name="Group 57">
            <a:extLst>
              <a:ext uri="{FF2B5EF4-FFF2-40B4-BE49-F238E27FC236}">
                <a16:creationId xmlns:a16="http://schemas.microsoft.com/office/drawing/2014/main" id="{DFF0348E-AD6A-4E31-B7A9-F2535C9385F6}"/>
              </a:ext>
            </a:extLst>
          </p:cNvPr>
          <p:cNvGrpSpPr>
            <a:grpSpLocks/>
          </p:cNvGrpSpPr>
          <p:nvPr/>
        </p:nvGrpSpPr>
        <p:grpSpPr bwMode="auto">
          <a:xfrm>
            <a:off x="3949699" y="4182735"/>
            <a:ext cx="311150" cy="1117600"/>
            <a:chOff x="3116" y="3032"/>
            <a:chExt cx="196" cy="704"/>
          </a:xfrm>
        </p:grpSpPr>
        <p:sp>
          <p:nvSpPr>
            <p:cNvPr id="317" name="Line 58">
              <a:extLst>
                <a:ext uri="{FF2B5EF4-FFF2-40B4-BE49-F238E27FC236}">
                  <a16:creationId xmlns:a16="http://schemas.microsoft.com/office/drawing/2014/main" id="{8CA72B9D-9A7F-4AA2-800F-452A7427F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8" name="Line 59">
              <a:extLst>
                <a:ext uri="{FF2B5EF4-FFF2-40B4-BE49-F238E27FC236}">
                  <a16:creationId xmlns:a16="http://schemas.microsoft.com/office/drawing/2014/main" id="{41D9EDFF-0DAA-4F7F-8FFD-C4CEB5CDF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9" name="Line 60">
              <a:extLst>
                <a:ext uri="{FF2B5EF4-FFF2-40B4-BE49-F238E27FC236}">
                  <a16:creationId xmlns:a16="http://schemas.microsoft.com/office/drawing/2014/main" id="{EAC3565A-8149-4BF1-ABDD-542D2182D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0" name="Line 61">
              <a:extLst>
                <a:ext uri="{FF2B5EF4-FFF2-40B4-BE49-F238E27FC236}">
                  <a16:creationId xmlns:a16="http://schemas.microsoft.com/office/drawing/2014/main" id="{8BCBEF45-1341-495C-B6E6-4AE8D5E3B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21" name="Line 89">
            <a:extLst>
              <a:ext uri="{FF2B5EF4-FFF2-40B4-BE49-F238E27FC236}">
                <a16:creationId xmlns:a16="http://schemas.microsoft.com/office/drawing/2014/main" id="{9815B9AF-BED6-47DB-AF35-1699254596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907" y="4012348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2" name="Rectangle 114">
            <a:extLst>
              <a:ext uri="{FF2B5EF4-FFF2-40B4-BE49-F238E27FC236}">
                <a16:creationId xmlns:a16="http://schemas.microsoft.com/office/drawing/2014/main" id="{4FDCA2BB-BE3A-47E1-92EB-F0B4DF55D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763" y="5348591"/>
            <a:ext cx="1127125" cy="1150937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3" name="Line 115">
            <a:extLst>
              <a:ext uri="{FF2B5EF4-FFF2-40B4-BE49-F238E27FC236}">
                <a16:creationId xmlns:a16="http://schemas.microsoft.com/office/drawing/2014/main" id="{80ACE0A1-E4BC-4220-B3D4-A7BAFAFAA9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40518" y="6369681"/>
            <a:ext cx="6223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4" name="Rectangle 116">
            <a:extLst>
              <a:ext uri="{FF2B5EF4-FFF2-40B4-BE49-F238E27FC236}">
                <a16:creationId xmlns:a16="http://schemas.microsoft.com/office/drawing/2014/main" id="{86737407-26DD-4364-A3F2-476A3ACFE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026" y="6066141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5" name="Rectangle 117">
            <a:extLst>
              <a:ext uri="{FF2B5EF4-FFF2-40B4-BE49-F238E27FC236}">
                <a16:creationId xmlns:a16="http://schemas.microsoft.com/office/drawing/2014/main" id="{A45A0D9A-F5D8-45EB-AACE-23D89D9DC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4501" y="5551791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326" name="Line 118">
            <a:extLst>
              <a:ext uri="{FF2B5EF4-FFF2-40B4-BE49-F238E27FC236}">
                <a16:creationId xmlns:a16="http://schemas.microsoft.com/office/drawing/2014/main" id="{CCAADB2B-8B15-4912-93FF-670ADBDF2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5589" y="6275691"/>
            <a:ext cx="227806" cy="87306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7" name="Line 119">
            <a:extLst>
              <a:ext uri="{FF2B5EF4-FFF2-40B4-BE49-F238E27FC236}">
                <a16:creationId xmlns:a16="http://schemas.microsoft.com/office/drawing/2014/main" id="{D4765CE6-E590-4DBF-B67C-EF43398E46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8288" y="6369681"/>
            <a:ext cx="215107" cy="8730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8" name="Rectangle 121">
            <a:extLst>
              <a:ext uri="{FF2B5EF4-FFF2-40B4-BE49-F238E27FC236}">
                <a16:creationId xmlns:a16="http://schemas.microsoft.com/office/drawing/2014/main" id="{16DBDD19-D72A-4B3E-BF54-78D0D6C30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9713" y="5332716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9" name="Line 122">
            <a:extLst>
              <a:ext uri="{FF2B5EF4-FFF2-40B4-BE49-F238E27FC236}">
                <a16:creationId xmlns:a16="http://schemas.microsoft.com/office/drawing/2014/main" id="{EC8C7D71-F400-4B93-BF49-16C8BA6FBE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8044" y="5842303"/>
            <a:ext cx="170024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0" name="Line 123">
            <a:extLst>
              <a:ext uri="{FF2B5EF4-FFF2-40B4-BE49-F238E27FC236}">
                <a16:creationId xmlns:a16="http://schemas.microsoft.com/office/drawing/2014/main" id="{22B57D1D-4D73-41C9-8D5B-355B642969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2038" y="577721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1" name="Rectangle 124">
            <a:extLst>
              <a:ext uri="{FF2B5EF4-FFF2-40B4-BE49-F238E27FC236}">
                <a16:creationId xmlns:a16="http://schemas.microsoft.com/office/drawing/2014/main" id="{0A3B8401-C0FE-4EB4-B8B8-C486218A4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301" y="584071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32" name="Line 125">
            <a:extLst>
              <a:ext uri="{FF2B5EF4-FFF2-40B4-BE49-F238E27FC236}">
                <a16:creationId xmlns:a16="http://schemas.microsoft.com/office/drawing/2014/main" id="{745843E1-841D-4C9B-B331-7E808ED714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0388" y="5107291"/>
            <a:ext cx="0" cy="241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3" name="Rectangle 127">
            <a:extLst>
              <a:ext uri="{FF2B5EF4-FFF2-40B4-BE49-F238E27FC236}">
                <a16:creationId xmlns:a16="http://schemas.microsoft.com/office/drawing/2014/main" id="{F23CA376-4D9B-4A3E-AABD-06C0A1313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0901" y="533430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4" name="Rectangle 128">
            <a:extLst>
              <a:ext uri="{FF2B5EF4-FFF2-40B4-BE49-F238E27FC236}">
                <a16:creationId xmlns:a16="http://schemas.microsoft.com/office/drawing/2014/main" id="{7337D36F-03ED-42C1-8D6A-AB811689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996" y="5696253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335" name="Line 130">
            <a:extLst>
              <a:ext uri="{FF2B5EF4-FFF2-40B4-BE49-F238E27FC236}">
                <a16:creationId xmlns:a16="http://schemas.microsoft.com/office/drawing/2014/main" id="{2C31C1B6-9D32-409A-A86D-12AE77E900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97038" y="581531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6" name="Rectangle 131">
            <a:extLst>
              <a:ext uri="{FF2B5EF4-FFF2-40B4-BE49-F238E27FC236}">
                <a16:creationId xmlns:a16="http://schemas.microsoft.com/office/drawing/2014/main" id="{A5940026-75BC-4D60-9F46-91F425BDB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501" y="558989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37" name="Rectangle 133">
            <a:extLst>
              <a:ext uri="{FF2B5EF4-FFF2-40B4-BE49-F238E27FC236}">
                <a16:creationId xmlns:a16="http://schemas.microsoft.com/office/drawing/2014/main" id="{947A070F-30E5-429C-B8D0-98BC3008E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301" y="4827891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8" name="Line 122">
            <a:extLst>
              <a:ext uri="{FF2B5EF4-FFF2-40B4-BE49-F238E27FC236}">
                <a16:creationId xmlns:a16="http://schemas.microsoft.com/office/drawing/2014/main" id="{8DD8B626-333B-4347-9C19-15830D86A7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6117" y="5908978"/>
            <a:ext cx="803601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9" name="Rectangle 117">
            <a:extLst>
              <a:ext uri="{FF2B5EF4-FFF2-40B4-BE49-F238E27FC236}">
                <a16:creationId xmlns:a16="http://schemas.microsoft.com/office/drawing/2014/main" id="{112B477E-779A-4E63-85F2-0C0E5E5D0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841" y="5859566"/>
            <a:ext cx="10050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40" name="Group 57">
            <a:extLst>
              <a:ext uri="{FF2B5EF4-FFF2-40B4-BE49-F238E27FC236}">
                <a16:creationId xmlns:a16="http://schemas.microsoft.com/office/drawing/2014/main" id="{9600A6ED-3A1B-4F1E-8771-63D9D5E1EFE2}"/>
              </a:ext>
            </a:extLst>
          </p:cNvPr>
          <p:cNvGrpSpPr>
            <a:grpSpLocks/>
          </p:cNvGrpSpPr>
          <p:nvPr/>
        </p:nvGrpSpPr>
        <p:grpSpPr bwMode="auto">
          <a:xfrm>
            <a:off x="7379719" y="5053220"/>
            <a:ext cx="311150" cy="1117600"/>
            <a:chOff x="3116" y="3032"/>
            <a:chExt cx="196" cy="704"/>
          </a:xfrm>
        </p:grpSpPr>
        <p:sp>
          <p:nvSpPr>
            <p:cNvPr id="341" name="Line 58">
              <a:extLst>
                <a:ext uri="{FF2B5EF4-FFF2-40B4-BE49-F238E27FC236}">
                  <a16:creationId xmlns:a16="http://schemas.microsoft.com/office/drawing/2014/main" id="{8CC22715-90B1-45B8-9CE9-CBD020D48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2" name="Line 59">
              <a:extLst>
                <a:ext uri="{FF2B5EF4-FFF2-40B4-BE49-F238E27FC236}">
                  <a16:creationId xmlns:a16="http://schemas.microsoft.com/office/drawing/2014/main" id="{51FF5BFF-0C32-4224-BF69-E243F8E93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3" name="Line 60">
              <a:extLst>
                <a:ext uri="{FF2B5EF4-FFF2-40B4-BE49-F238E27FC236}">
                  <a16:creationId xmlns:a16="http://schemas.microsoft.com/office/drawing/2014/main" id="{DCD542C4-E782-411B-B8B6-6BC67D5CE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4" name="Line 61">
              <a:extLst>
                <a:ext uri="{FF2B5EF4-FFF2-40B4-BE49-F238E27FC236}">
                  <a16:creationId xmlns:a16="http://schemas.microsoft.com/office/drawing/2014/main" id="{7269F2E1-447B-44BE-9314-8D78C4E32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45" name="Line 89">
            <a:extLst>
              <a:ext uri="{FF2B5EF4-FFF2-40B4-BE49-F238E27FC236}">
                <a16:creationId xmlns:a16="http://schemas.microsoft.com/office/drawing/2014/main" id="{BDBEBF97-F4D1-403B-B926-93594B3B67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0869" y="5631070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6" name="Line 89">
            <a:extLst>
              <a:ext uri="{FF2B5EF4-FFF2-40B4-BE49-F238E27FC236}">
                <a16:creationId xmlns:a16="http://schemas.microsoft.com/office/drawing/2014/main" id="{AD46EA8F-3126-46B3-B4C0-3ED9F8C69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4676" y="4005997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7" name="Line 89">
            <a:extLst>
              <a:ext uri="{FF2B5EF4-FFF2-40B4-BE49-F238E27FC236}">
                <a16:creationId xmlns:a16="http://schemas.microsoft.com/office/drawing/2014/main" id="{1B072ED3-74E5-493E-9165-C0AD4A022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4478" y="5342241"/>
            <a:ext cx="34159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8" name="Rectangle 64">
            <a:extLst>
              <a:ext uri="{FF2B5EF4-FFF2-40B4-BE49-F238E27FC236}">
                <a16:creationId xmlns:a16="http://schemas.microsoft.com/office/drawing/2014/main" id="{677877D2-0C63-401E-A974-0B98C74F771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243628" y="5499157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49" name="Line 19">
            <a:extLst>
              <a:ext uri="{FF2B5EF4-FFF2-40B4-BE49-F238E27FC236}">
                <a16:creationId xmlns:a16="http://schemas.microsoft.com/office/drawing/2014/main" id="{FA951B3F-E595-4255-A854-8AB00D9F5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162" y="4690735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0" name="Line 112">
            <a:extLst>
              <a:ext uri="{FF2B5EF4-FFF2-40B4-BE49-F238E27FC236}">
                <a16:creationId xmlns:a16="http://schemas.microsoft.com/office/drawing/2014/main" id="{42E0A77A-1357-494C-A9BE-34ADFE2E5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2449" y="5617426"/>
            <a:ext cx="0" cy="40322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1" name="Rectangle 113">
            <a:extLst>
              <a:ext uri="{FF2B5EF4-FFF2-40B4-BE49-F238E27FC236}">
                <a16:creationId xmlns:a16="http://schemas.microsoft.com/office/drawing/2014/main" id="{7D6543E3-2BE9-42D6-B3BE-EB4B8E24C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937" y="5968263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2" name="Line 89">
            <a:extLst>
              <a:ext uri="{FF2B5EF4-FFF2-40B4-BE49-F238E27FC236}">
                <a16:creationId xmlns:a16="http://schemas.microsoft.com/office/drawing/2014/main" id="{14FFC342-F02C-435F-9160-4B36CE7A7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8044" y="4456906"/>
            <a:ext cx="0" cy="1383809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33" name="Group 65">
            <a:extLst>
              <a:ext uri="{FF2B5EF4-FFF2-40B4-BE49-F238E27FC236}">
                <a16:creationId xmlns:a16="http://schemas.microsoft.com/office/drawing/2014/main" id="{1CAE636E-6149-45AC-9525-5DFE97D02848}"/>
              </a:ext>
            </a:extLst>
          </p:cNvPr>
          <p:cNvGrpSpPr>
            <a:grpSpLocks/>
          </p:cNvGrpSpPr>
          <p:nvPr/>
        </p:nvGrpSpPr>
        <p:grpSpPr bwMode="auto">
          <a:xfrm>
            <a:off x="463551" y="2080647"/>
            <a:ext cx="2190751" cy="676275"/>
            <a:chOff x="823" y="1728"/>
            <a:chExt cx="1380" cy="426"/>
          </a:xfrm>
        </p:grpSpPr>
        <p:sp>
          <p:nvSpPr>
            <p:cNvPr id="134" name="Rectangle 67">
              <a:extLst>
                <a:ext uri="{FF2B5EF4-FFF2-40B4-BE49-F238E27FC236}">
                  <a16:creationId xmlns:a16="http://schemas.microsoft.com/office/drawing/2014/main" id="{60E251C4-7CC4-4910-BB56-0FB56CE10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135" name="Group 68">
              <a:extLst>
                <a:ext uri="{FF2B5EF4-FFF2-40B4-BE49-F238E27FC236}">
                  <a16:creationId xmlns:a16="http://schemas.microsoft.com/office/drawing/2014/main" id="{539F93B7-FE3E-40BC-A832-81D6FDBAD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142" name="Line 69">
                <a:extLst>
                  <a:ext uri="{FF2B5EF4-FFF2-40B4-BE49-F238E27FC236}">
                    <a16:creationId xmlns:a16="http://schemas.microsoft.com/office/drawing/2014/main" id="{4F094669-E8B1-4761-AB38-57C7AD3FF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3" name="Line 70">
                <a:extLst>
                  <a:ext uri="{FF2B5EF4-FFF2-40B4-BE49-F238E27FC236}">
                    <a16:creationId xmlns:a16="http://schemas.microsoft.com/office/drawing/2014/main" id="{CF422355-B9CD-4BBE-91F6-145B8F3AD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4" name="Line 71">
                <a:extLst>
                  <a:ext uri="{FF2B5EF4-FFF2-40B4-BE49-F238E27FC236}">
                    <a16:creationId xmlns:a16="http://schemas.microsoft.com/office/drawing/2014/main" id="{8CB3186E-4F12-49EE-AAEB-A9458BA7E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5" name="Line 72">
                <a:extLst>
                  <a:ext uri="{FF2B5EF4-FFF2-40B4-BE49-F238E27FC236}">
                    <a16:creationId xmlns:a16="http://schemas.microsoft.com/office/drawing/2014/main" id="{B7812094-0C7B-44AA-A7E2-861F2C836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36" name="Line 73">
              <a:extLst>
                <a:ext uri="{FF2B5EF4-FFF2-40B4-BE49-F238E27FC236}">
                  <a16:creationId xmlns:a16="http://schemas.microsoft.com/office/drawing/2014/main" id="{8A7CE8BF-A111-4054-B1E3-C01F358AC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7" name="Line 74">
              <a:extLst>
                <a:ext uri="{FF2B5EF4-FFF2-40B4-BE49-F238E27FC236}">
                  <a16:creationId xmlns:a16="http://schemas.microsoft.com/office/drawing/2014/main" id="{E0340C46-1282-44CB-824D-FB57DE6D0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8" name="Rectangle 75">
              <a:extLst>
                <a:ext uri="{FF2B5EF4-FFF2-40B4-BE49-F238E27FC236}">
                  <a16:creationId xmlns:a16="http://schemas.microsoft.com/office/drawing/2014/main" id="{FF13F80D-91A6-48AD-ACA8-8E8D48E2E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139" name="Line 76">
              <a:extLst>
                <a:ext uri="{FF2B5EF4-FFF2-40B4-BE49-F238E27FC236}">
                  <a16:creationId xmlns:a16="http://schemas.microsoft.com/office/drawing/2014/main" id="{E8771696-EC60-4A85-A07D-994384E32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2" y="2064"/>
              <a:ext cx="6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0" name="Rectangle 77">
              <a:extLst>
                <a:ext uri="{FF2B5EF4-FFF2-40B4-BE49-F238E27FC236}">
                  <a16:creationId xmlns:a16="http://schemas.microsoft.com/office/drawing/2014/main" id="{0C27E2E6-8E12-4117-B39A-D5C9EEC73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" y="1862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1" name="Rectangle 78">
              <a:extLst>
                <a:ext uri="{FF2B5EF4-FFF2-40B4-BE49-F238E27FC236}">
                  <a16:creationId xmlns:a16="http://schemas.microsoft.com/office/drawing/2014/main" id="{798722CE-37C3-47DE-9746-E03049200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146" name="Rectangle 20">
            <a:extLst>
              <a:ext uri="{FF2B5EF4-FFF2-40B4-BE49-F238E27FC236}">
                <a16:creationId xmlns:a16="http://schemas.microsoft.com/office/drawing/2014/main" id="{B3328A58-2B8B-422F-92B3-E735213E8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720" y="4378149"/>
            <a:ext cx="1199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MemtoReg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7" name="Text Box 146">
            <a:extLst>
              <a:ext uri="{FF2B5EF4-FFF2-40B4-BE49-F238E27FC236}">
                <a16:creationId xmlns:a16="http://schemas.microsoft.com/office/drawing/2014/main" id="{24B983B2-BA75-444D-AA04-6D6069267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5644" y="2967269"/>
            <a:ext cx="30581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en-US" altLang="zh-CN" sz="2000" b="0" dirty="0" err="1">
                <a:latin typeface="+mn-lt"/>
                <a:ea typeface="SimHei" panose="02010609060101010101" pitchFamily="49" charset="-122"/>
              </a:rPr>
              <a:t>RegFile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的</a:t>
            </a:r>
            <a:r>
              <a:rPr lang="en-US" altLang="zh-CN" sz="2000" b="0" dirty="0" err="1">
                <a:latin typeface="+mn-lt"/>
                <a:ea typeface="SimHei" panose="02010609060101010101" pitchFamily="49" charset="-122"/>
              </a:rPr>
              <a:t>busB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部分直接作为数据存储器输入</a:t>
            </a:r>
            <a:endParaRPr lang="en-US" altLang="zh-CN" sz="2000" b="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8" name="Rectangle 56">
            <a:extLst>
              <a:ext uri="{FF2B5EF4-FFF2-40B4-BE49-F238E27FC236}">
                <a16:creationId xmlns:a16="http://schemas.microsoft.com/office/drawing/2014/main" id="{CAA4F63D-8FA0-9147-A39B-ACABDD95F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2698674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4E84F4D-BAB0-F96C-A262-C9EE973AD139}"/>
                  </a:ext>
                </a:extLst>
              </p14:cNvPr>
              <p14:cNvContentPartPr/>
              <p14:nvPr/>
            </p14:nvContentPartPr>
            <p14:xfrm>
              <a:off x="1912320" y="2922840"/>
              <a:ext cx="4689720" cy="30762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4E84F4D-BAB0-F96C-A262-C9EE973AD1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2960" y="2913480"/>
                <a:ext cx="4708440" cy="309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6385750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E184FC-834D-49F4-AE98-DE6B2569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Store Word </a:t>
            </a:r>
            <a:r>
              <a:rPr lang="zh-CN" altLang="en-US" dirty="0"/>
              <a:t>操作</a:t>
            </a:r>
          </a:p>
        </p:txBody>
      </p:sp>
      <p:sp>
        <p:nvSpPr>
          <p:cNvPr id="21513" name="Rectangle 6"/>
          <p:cNvSpPr>
            <a:spLocks noGrp="1" noChangeArrowheads="1"/>
          </p:cNvSpPr>
          <p:nvPr>
            <p:ph idx="1"/>
          </p:nvPr>
        </p:nvSpPr>
        <p:spPr>
          <a:xfrm>
            <a:off x="671513" y="1387788"/>
            <a:ext cx="8191500" cy="789960"/>
          </a:xfrm>
          <a:noFill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/>
            <a:r>
              <a:rPr lang="en-US" altLang="en-US" sz="2400" dirty="0">
                <a:solidFill>
                  <a:srgbClr val="3333CC"/>
                </a:solidFill>
              </a:rPr>
              <a:t>Mem[ R[</a:t>
            </a:r>
            <a:r>
              <a:rPr lang="en-US" altLang="en-US" sz="2400" dirty="0" err="1">
                <a:solidFill>
                  <a:srgbClr val="3333CC"/>
                </a:solidFill>
              </a:rPr>
              <a:t>rs</a:t>
            </a:r>
            <a:r>
              <a:rPr lang="en-US" altLang="en-US" sz="2400" dirty="0">
                <a:solidFill>
                  <a:srgbClr val="3333CC"/>
                </a:solidFill>
              </a:rPr>
              <a:t>] + </a:t>
            </a:r>
            <a:r>
              <a:rPr lang="en-US" altLang="en-US" sz="2400" dirty="0" err="1">
                <a:solidFill>
                  <a:srgbClr val="3333CC"/>
                </a:solidFill>
              </a:rPr>
              <a:t>SignExt</a:t>
            </a:r>
            <a:r>
              <a:rPr lang="en-US" altLang="en-US" sz="2400" dirty="0">
                <a:solidFill>
                  <a:srgbClr val="3333CC"/>
                </a:solidFill>
              </a:rPr>
              <a:t>[imm16] ] &lt;= R[rt] </a:t>
            </a:r>
            <a:br>
              <a:rPr lang="en-US" altLang="en-US" sz="2400" dirty="0">
                <a:solidFill>
                  <a:srgbClr val="3333CC"/>
                </a:solidFill>
              </a:rPr>
            </a:br>
            <a:endParaRPr lang="en-US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643494-A5BD-48C3-953B-8386A683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65</a:t>
            </a:fld>
            <a:endParaRPr lang="en-US" altLang="zh-CN" dirty="0"/>
          </a:p>
        </p:txBody>
      </p:sp>
      <p:grpSp>
        <p:nvGrpSpPr>
          <p:cNvPr id="21514" name="Group 9"/>
          <p:cNvGrpSpPr>
            <a:grpSpLocks/>
          </p:cNvGrpSpPr>
          <p:nvPr/>
        </p:nvGrpSpPr>
        <p:grpSpPr bwMode="auto">
          <a:xfrm>
            <a:off x="2805113" y="1835151"/>
            <a:ext cx="5964238" cy="946150"/>
            <a:chOff x="1043" y="794"/>
            <a:chExt cx="3757" cy="596"/>
          </a:xfrm>
        </p:grpSpPr>
        <p:sp>
          <p:nvSpPr>
            <p:cNvPr id="21633" name="Rectangle 10"/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21634" name="Group 11"/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21652" name="Rectangle 12"/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653" name="Rectangle 13"/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21635" name="Group 14"/>
            <p:cNvGrpSpPr>
              <a:grpSpLocks/>
            </p:cNvGrpSpPr>
            <p:nvPr/>
          </p:nvGrpSpPr>
          <p:grpSpPr bwMode="auto">
            <a:xfrm>
              <a:off x="1736" y="986"/>
              <a:ext cx="580" cy="212"/>
              <a:chOff x="1736" y="986"/>
              <a:chExt cx="580" cy="212"/>
            </a:xfrm>
          </p:grpSpPr>
          <p:sp>
            <p:nvSpPr>
              <p:cNvPr id="21650" name="Rectangle 15"/>
              <p:cNvSpPr>
                <a:spLocks noChangeArrowheads="1"/>
              </p:cNvSpPr>
              <p:nvPr/>
            </p:nvSpPr>
            <p:spPr bwMode="auto">
              <a:xfrm>
                <a:off x="1736" y="99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651" name="Rectangle 16"/>
              <p:cNvSpPr>
                <a:spLocks noChangeArrowheads="1"/>
              </p:cNvSpPr>
              <p:nvPr/>
            </p:nvSpPr>
            <p:spPr bwMode="auto">
              <a:xfrm>
                <a:off x="1901" y="98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21636" name="Group 17"/>
            <p:cNvGrpSpPr>
              <a:grpSpLocks/>
            </p:cNvGrpSpPr>
            <p:nvPr/>
          </p:nvGrpSpPr>
          <p:grpSpPr bwMode="auto">
            <a:xfrm>
              <a:off x="2324" y="986"/>
              <a:ext cx="579" cy="212"/>
              <a:chOff x="2324" y="986"/>
              <a:chExt cx="579" cy="212"/>
            </a:xfrm>
          </p:grpSpPr>
          <p:sp>
            <p:nvSpPr>
              <p:cNvPr id="21648" name="Rectangle 18"/>
              <p:cNvSpPr>
                <a:spLocks noChangeArrowheads="1"/>
              </p:cNvSpPr>
              <p:nvPr/>
            </p:nvSpPr>
            <p:spPr bwMode="auto">
              <a:xfrm>
                <a:off x="2324" y="99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649" name="Rectangle 19"/>
              <p:cNvSpPr>
                <a:spLocks noChangeArrowheads="1"/>
              </p:cNvSpPr>
              <p:nvPr/>
            </p:nvSpPr>
            <p:spPr bwMode="auto">
              <a:xfrm>
                <a:off x="2488" y="98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21637" name="Rectangle 20"/>
            <p:cNvSpPr>
              <a:spLocks noChangeArrowheads="1"/>
            </p:cNvSpPr>
            <p:nvPr/>
          </p:nvSpPr>
          <p:spPr bwMode="auto">
            <a:xfrm>
              <a:off x="2911" y="99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638" name="Rectangle 21"/>
            <p:cNvSpPr>
              <a:spLocks noChangeArrowheads="1"/>
            </p:cNvSpPr>
            <p:nvPr/>
          </p:nvSpPr>
          <p:spPr bwMode="auto">
            <a:xfrm>
              <a:off x="3222" y="986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21639" name="Rectangle 22"/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21640" name="Rectangle 23"/>
            <p:cNvSpPr>
              <a:spLocks noChangeArrowheads="1"/>
            </p:cNvSpPr>
            <p:nvPr/>
          </p:nvSpPr>
          <p:spPr bwMode="auto">
            <a:xfrm>
              <a:off x="2715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21641" name="Rectangle 24"/>
            <p:cNvSpPr>
              <a:spLocks noChangeArrowheads="1"/>
            </p:cNvSpPr>
            <p:nvPr/>
          </p:nvSpPr>
          <p:spPr bwMode="auto">
            <a:xfrm>
              <a:off x="2127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21642" name="Rectangle 25"/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21643" name="Rectangle 26"/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21644" name="Rectangle 27"/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21645" name="Rectangle 28"/>
            <p:cNvSpPr>
              <a:spLocks noChangeArrowheads="1"/>
            </p:cNvSpPr>
            <p:nvPr/>
          </p:nvSpPr>
          <p:spPr bwMode="auto">
            <a:xfrm>
              <a:off x="3573" y="117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21646" name="Rectangle 29"/>
            <p:cNvSpPr>
              <a:spLocks noChangeArrowheads="1"/>
            </p:cNvSpPr>
            <p:nvPr/>
          </p:nvSpPr>
          <p:spPr bwMode="auto">
            <a:xfrm>
              <a:off x="2443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21647" name="Rectangle 30"/>
            <p:cNvSpPr>
              <a:spLocks noChangeArrowheads="1"/>
            </p:cNvSpPr>
            <p:nvPr/>
          </p:nvSpPr>
          <p:spPr bwMode="auto">
            <a:xfrm>
              <a:off x="1856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249" name="Line 15">
            <a:extLst>
              <a:ext uri="{FF2B5EF4-FFF2-40B4-BE49-F238E27FC236}">
                <a16:creationId xmlns:a16="http://schemas.microsoft.com/office/drawing/2014/main" id="{1F1E510F-1CA3-40E1-8A54-D7ACB31B61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9386" y="4012347"/>
            <a:ext cx="203169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0" name="Line 16">
            <a:extLst>
              <a:ext uri="{FF2B5EF4-FFF2-40B4-BE49-F238E27FC236}">
                <a16:creationId xmlns:a16="http://schemas.microsoft.com/office/drawing/2014/main" id="{01CCE0F4-04F3-4240-B163-B1E1F632F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46737" y="394249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1" name="Rectangle 17">
            <a:extLst>
              <a:ext uri="{FF2B5EF4-FFF2-40B4-BE49-F238E27FC236}">
                <a16:creationId xmlns:a16="http://schemas.microsoft.com/office/drawing/2014/main" id="{AB6FA74F-7E78-4388-9E35-7A156224F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01234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2" name="Rectangle 18">
            <a:extLst>
              <a:ext uri="{FF2B5EF4-FFF2-40B4-BE49-F238E27FC236}">
                <a16:creationId xmlns:a16="http://schemas.microsoft.com/office/drawing/2014/main" id="{F78D04BA-639B-4AEC-8F0D-8F67C338D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631347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253" name="Line 19">
            <a:extLst>
              <a:ext uri="{FF2B5EF4-FFF2-40B4-BE49-F238E27FC236}">
                <a16:creationId xmlns:a16="http://schemas.microsoft.com/office/drawing/2014/main" id="{DD436114-D2AA-4E66-934B-BE097F43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3487" y="3137638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4" name="Rectangle 20">
            <a:extLst>
              <a:ext uri="{FF2B5EF4-FFF2-40B4-BE49-F238E27FC236}">
                <a16:creationId xmlns:a16="http://schemas.microsoft.com/office/drawing/2014/main" id="{67221CDE-4AC9-430A-A26D-BB4A039E4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811" y="2982492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5" name="Rectangle 21">
            <a:extLst>
              <a:ext uri="{FF2B5EF4-FFF2-40B4-BE49-F238E27FC236}">
                <a16:creationId xmlns:a16="http://schemas.microsoft.com/office/drawing/2014/main" id="{C8C5CB5F-6923-48C4-82D4-FF2F46DB9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4174272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6" name="Rectangle 22">
            <a:extLst>
              <a:ext uri="{FF2B5EF4-FFF2-40B4-BE49-F238E27FC236}">
                <a16:creationId xmlns:a16="http://schemas.microsoft.com/office/drawing/2014/main" id="{F82072D7-B1B4-4398-8E85-C0BB4D310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55147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7" name="Rectangle 23">
            <a:extLst>
              <a:ext uri="{FF2B5EF4-FFF2-40B4-BE49-F238E27FC236}">
                <a16:creationId xmlns:a16="http://schemas.microsoft.com/office/drawing/2014/main" id="{C86C711A-702E-4013-814B-D72BD1C92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462" y="3415447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8" name="Line 24">
            <a:extLst>
              <a:ext uri="{FF2B5EF4-FFF2-40B4-BE49-F238E27FC236}">
                <a16:creationId xmlns:a16="http://schemas.microsoft.com/office/drawing/2014/main" id="{CE0A648D-C5A8-43B5-9CAB-950E30E91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0671" y="4381501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9" name="Line 25">
            <a:extLst>
              <a:ext uri="{FF2B5EF4-FFF2-40B4-BE49-F238E27FC236}">
                <a16:creationId xmlns:a16="http://schemas.microsoft.com/office/drawing/2014/main" id="{6A5220AE-CC4A-4229-BCCB-112E0E0A59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2" y="4493458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0" name="Rectangle 27">
            <a:extLst>
              <a:ext uri="{FF2B5EF4-FFF2-40B4-BE49-F238E27FC236}">
                <a16:creationId xmlns:a16="http://schemas.microsoft.com/office/drawing/2014/main" id="{9741B625-50F3-4089-BF68-6DA995778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2867760"/>
            <a:ext cx="83946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1" name="Line 28">
            <a:extLst>
              <a:ext uri="{FF2B5EF4-FFF2-40B4-BE49-F238E27FC236}">
                <a16:creationId xmlns:a16="http://schemas.microsoft.com/office/drawing/2014/main" id="{0564BD8D-58FF-4D1B-8EFC-AFC9053B97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987" y="3936147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2" name="Line 29">
            <a:extLst>
              <a:ext uri="{FF2B5EF4-FFF2-40B4-BE49-F238E27FC236}">
                <a16:creationId xmlns:a16="http://schemas.microsoft.com/office/drawing/2014/main" id="{67D44215-72EA-49DB-9D2B-074F128B38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4737" y="386629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3" name="Rectangle 30">
            <a:extLst>
              <a:ext uri="{FF2B5EF4-FFF2-40B4-BE49-F238E27FC236}">
                <a16:creationId xmlns:a16="http://schemas.microsoft.com/office/drawing/2014/main" id="{A4A4A606-8C61-405B-AB64-BD40AA16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93614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4" name="Line 31">
            <a:extLst>
              <a:ext uri="{FF2B5EF4-FFF2-40B4-BE49-F238E27FC236}">
                <a16:creationId xmlns:a16="http://schemas.microsoft.com/office/drawing/2014/main" id="{A3E9AEA8-5B51-497F-9C73-5DFF7E562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7245" y="3561557"/>
            <a:ext cx="18349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5" name="Line 32">
            <a:extLst>
              <a:ext uri="{FF2B5EF4-FFF2-40B4-BE49-F238E27FC236}">
                <a16:creationId xmlns:a16="http://schemas.microsoft.com/office/drawing/2014/main" id="{6FCCE575-DBCD-4F57-BB58-C907709F8F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0337" y="348529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6" name="Rectangle 33">
            <a:extLst>
              <a:ext uri="{FF2B5EF4-FFF2-40B4-BE49-F238E27FC236}">
                <a16:creationId xmlns:a16="http://schemas.microsoft.com/office/drawing/2014/main" id="{D2974F1F-44EC-4522-87FE-69D76356F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63134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7" name="Rectangle 34">
            <a:extLst>
              <a:ext uri="{FF2B5EF4-FFF2-40B4-BE49-F238E27FC236}">
                <a16:creationId xmlns:a16="http://schemas.microsoft.com/office/drawing/2014/main" id="{4967F1D7-C411-4FE3-85D5-442F5C356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50347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8" name="Line 35">
            <a:extLst>
              <a:ext uri="{FF2B5EF4-FFF2-40B4-BE49-F238E27FC236}">
                <a16:creationId xmlns:a16="http://schemas.microsoft.com/office/drawing/2014/main" id="{9562C5A2-9820-49E7-B189-71BC9CE8FF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0687" y="3161447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9" name="Line 36">
            <a:extLst>
              <a:ext uri="{FF2B5EF4-FFF2-40B4-BE49-F238E27FC236}">
                <a16:creationId xmlns:a16="http://schemas.microsoft.com/office/drawing/2014/main" id="{C4F2B157-4AE0-47BA-AADC-28962842D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7245" y="4456907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0" name="Line 37">
            <a:extLst>
              <a:ext uri="{FF2B5EF4-FFF2-40B4-BE49-F238E27FC236}">
                <a16:creationId xmlns:a16="http://schemas.microsoft.com/office/drawing/2014/main" id="{3CD6E09F-47EB-4EE7-B4A3-70B87FCC6A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3137" y="439969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1" name="Rectangle 38">
            <a:extLst>
              <a:ext uri="{FF2B5EF4-FFF2-40B4-BE49-F238E27FC236}">
                <a16:creationId xmlns:a16="http://schemas.microsoft.com/office/drawing/2014/main" id="{A8EBFC52-74A8-4F04-8F0F-3378BAE78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46954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2" name="Rectangle 39">
            <a:extLst>
              <a:ext uri="{FF2B5EF4-FFF2-40B4-BE49-F238E27FC236}">
                <a16:creationId xmlns:a16="http://schemas.microsoft.com/office/drawing/2014/main" id="{8890410E-BEE5-4B7C-9FF3-80D0453AC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64747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3" name="Line 40">
            <a:extLst>
              <a:ext uri="{FF2B5EF4-FFF2-40B4-BE49-F238E27FC236}">
                <a16:creationId xmlns:a16="http://schemas.microsoft.com/office/drawing/2014/main" id="{2F208557-7D00-41EA-81F3-D97514E9A1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8371" y="4493454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4" name="Line 41">
            <a:extLst>
              <a:ext uri="{FF2B5EF4-FFF2-40B4-BE49-F238E27FC236}">
                <a16:creationId xmlns:a16="http://schemas.microsoft.com/office/drawing/2014/main" id="{853F4E37-6982-4240-9D85-D58BCC856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5487" y="2729647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5" name="Line 42">
            <a:extLst>
              <a:ext uri="{FF2B5EF4-FFF2-40B4-BE49-F238E27FC236}">
                <a16:creationId xmlns:a16="http://schemas.microsoft.com/office/drawing/2014/main" id="{24EC967B-AFA6-4296-9EBD-33F317005C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7" y="3091597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6" name="Rectangle 43">
            <a:extLst>
              <a:ext uri="{FF2B5EF4-FFF2-40B4-BE49-F238E27FC236}">
                <a16:creationId xmlns:a16="http://schemas.microsoft.com/office/drawing/2014/main" id="{15239C6B-1AD0-497D-A2F9-3AE85541D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94554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77" name="Line 44">
            <a:extLst>
              <a:ext uri="{FF2B5EF4-FFF2-40B4-BE49-F238E27FC236}">
                <a16:creationId xmlns:a16="http://schemas.microsoft.com/office/drawing/2014/main" id="{4E85EDF2-3E61-4A7F-9EC1-62BF769DD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6487" y="299158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8" name="Line 45">
            <a:extLst>
              <a:ext uri="{FF2B5EF4-FFF2-40B4-BE49-F238E27FC236}">
                <a16:creationId xmlns:a16="http://schemas.microsoft.com/office/drawing/2014/main" id="{A9F05E1C-2203-4AD8-BDB8-2576E42C18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6637" y="3091597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9" name="Rectangle 46">
            <a:extLst>
              <a:ext uri="{FF2B5EF4-FFF2-40B4-BE49-F238E27FC236}">
                <a16:creationId xmlns:a16="http://schemas.microsoft.com/office/drawing/2014/main" id="{9F4CF38E-D72A-4A5B-9EF6-DB318527D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94554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80" name="Line 47">
            <a:extLst>
              <a:ext uri="{FF2B5EF4-FFF2-40B4-BE49-F238E27FC236}">
                <a16:creationId xmlns:a16="http://schemas.microsoft.com/office/drawing/2014/main" id="{B16AFCD2-25BE-443B-8A9A-D3F478761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687" y="299158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1" name="Line 48">
            <a:extLst>
              <a:ext uri="{FF2B5EF4-FFF2-40B4-BE49-F238E27FC236}">
                <a16:creationId xmlns:a16="http://schemas.microsoft.com/office/drawing/2014/main" id="{55B9AD14-F9F4-4667-8D6B-61C4861E83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3837" y="3091597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2" name="Rectangle 49">
            <a:extLst>
              <a:ext uri="{FF2B5EF4-FFF2-40B4-BE49-F238E27FC236}">
                <a16:creationId xmlns:a16="http://schemas.microsoft.com/office/drawing/2014/main" id="{AEB3663F-C67F-4AD2-8480-4AAB4DF42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94554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83" name="Rectangle 50">
            <a:extLst>
              <a:ext uri="{FF2B5EF4-FFF2-40B4-BE49-F238E27FC236}">
                <a16:creationId xmlns:a16="http://schemas.microsoft.com/office/drawing/2014/main" id="{FA8F9996-8821-4519-A01D-BA71F0FCB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402747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4" name="Rectangle 51">
            <a:extLst>
              <a:ext uri="{FF2B5EF4-FFF2-40B4-BE49-F238E27FC236}">
                <a16:creationId xmlns:a16="http://schemas.microsoft.com/office/drawing/2014/main" id="{AD34CE1B-0D6A-44A9-8BD0-2E6414D0E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402747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85" name="Rectangle 52">
            <a:extLst>
              <a:ext uri="{FF2B5EF4-FFF2-40B4-BE49-F238E27FC236}">
                <a16:creationId xmlns:a16="http://schemas.microsoft.com/office/drawing/2014/main" id="{0849EBB5-89C3-45B9-AD99-3F1C0EE7C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402747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86" name="Rectangle 53">
            <a:extLst>
              <a:ext uri="{FF2B5EF4-FFF2-40B4-BE49-F238E27FC236}">
                <a16:creationId xmlns:a16="http://schemas.microsoft.com/office/drawing/2014/main" id="{B329625B-7345-45A7-B4C2-EF137F580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707547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87" name="Line 54">
            <a:extLst>
              <a:ext uri="{FF2B5EF4-FFF2-40B4-BE49-F238E27FC236}">
                <a16:creationId xmlns:a16="http://schemas.microsoft.com/office/drawing/2014/main" id="{27FBFAEA-EDA6-4248-9A0C-F99BFBEED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987" y="6660493"/>
            <a:ext cx="734189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8" name="Line 55">
            <a:extLst>
              <a:ext uri="{FF2B5EF4-FFF2-40B4-BE49-F238E27FC236}">
                <a16:creationId xmlns:a16="http://schemas.microsoft.com/office/drawing/2014/main" id="{95F87794-CC4B-4AA3-9B87-02075431A6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7687" y="3923447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9" name="Rectangle 56">
            <a:extLst>
              <a:ext uri="{FF2B5EF4-FFF2-40B4-BE49-F238E27FC236}">
                <a16:creationId xmlns:a16="http://schemas.microsoft.com/office/drawing/2014/main" id="{9AB477B4-73E5-4A35-B8E0-DB49983EE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0" y="2691547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90" name="Line 88">
            <a:extLst>
              <a:ext uri="{FF2B5EF4-FFF2-40B4-BE49-F238E27FC236}">
                <a16:creationId xmlns:a16="http://schemas.microsoft.com/office/drawing/2014/main" id="{C8607BA9-0DC8-43E5-B57F-6115D66C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0849" y="4469547"/>
            <a:ext cx="5413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1" name="Line 89">
            <a:extLst>
              <a:ext uri="{FF2B5EF4-FFF2-40B4-BE49-F238E27FC236}">
                <a16:creationId xmlns:a16="http://schemas.microsoft.com/office/drawing/2014/main" id="{8D5D2CFB-F062-40D8-ACC6-7DFD7F0CB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6886" y="5621928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93" name="组合 292">
            <a:extLst>
              <a:ext uri="{FF2B5EF4-FFF2-40B4-BE49-F238E27FC236}">
                <a16:creationId xmlns:a16="http://schemas.microsoft.com/office/drawing/2014/main" id="{7CB9058C-78E8-407E-A27C-655933650E39}"/>
              </a:ext>
            </a:extLst>
          </p:cNvPr>
          <p:cNvGrpSpPr/>
          <p:nvPr/>
        </p:nvGrpSpPr>
        <p:grpSpPr>
          <a:xfrm>
            <a:off x="4785519" y="3415447"/>
            <a:ext cx="505337" cy="1193800"/>
            <a:chOff x="5799138" y="4889500"/>
            <a:chExt cx="505337" cy="1193800"/>
          </a:xfrm>
        </p:grpSpPr>
        <p:grpSp>
          <p:nvGrpSpPr>
            <p:cNvPr id="294" name="Group 4">
              <a:extLst>
                <a:ext uri="{FF2B5EF4-FFF2-40B4-BE49-F238E27FC236}">
                  <a16:creationId xmlns:a16="http://schemas.microsoft.com/office/drawing/2014/main" id="{129873DE-0536-4320-AE00-3C9462EB2E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96" name="Line 5">
                <a:extLst>
                  <a:ext uri="{FF2B5EF4-FFF2-40B4-BE49-F238E27FC236}">
                    <a16:creationId xmlns:a16="http://schemas.microsoft.com/office/drawing/2014/main" id="{6D79D47B-6051-4E9A-98DF-C587BBF155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97" name="Line 6">
                <a:extLst>
                  <a:ext uri="{FF2B5EF4-FFF2-40B4-BE49-F238E27FC236}">
                    <a16:creationId xmlns:a16="http://schemas.microsoft.com/office/drawing/2014/main" id="{F2B04187-7EED-42CA-8B3E-65ABBE69A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98" name="Line 7">
                <a:extLst>
                  <a:ext uri="{FF2B5EF4-FFF2-40B4-BE49-F238E27FC236}">
                    <a16:creationId xmlns:a16="http://schemas.microsoft.com/office/drawing/2014/main" id="{F03B129F-4241-4134-BD22-119C49D47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99" name="Line 8">
                <a:extLst>
                  <a:ext uri="{FF2B5EF4-FFF2-40B4-BE49-F238E27FC236}">
                    <a16:creationId xmlns:a16="http://schemas.microsoft.com/office/drawing/2014/main" id="{3B35D66C-A79B-4686-A85A-3B276BDAF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0" name="Line 9">
                <a:extLst>
                  <a:ext uri="{FF2B5EF4-FFF2-40B4-BE49-F238E27FC236}">
                    <a16:creationId xmlns:a16="http://schemas.microsoft.com/office/drawing/2014/main" id="{936D97A2-3616-4167-9886-B64464106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1" name="Line 10">
                <a:extLst>
                  <a:ext uri="{FF2B5EF4-FFF2-40B4-BE49-F238E27FC236}">
                    <a16:creationId xmlns:a16="http://schemas.microsoft.com/office/drawing/2014/main" id="{CD7C3777-FE55-4929-A2A8-00BACF88C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2" name="Line 11">
                <a:extLst>
                  <a:ext uri="{FF2B5EF4-FFF2-40B4-BE49-F238E27FC236}">
                    <a16:creationId xmlns:a16="http://schemas.microsoft.com/office/drawing/2014/main" id="{908A1BB8-C246-49ED-8ED8-D02D1A5A7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3" name="Line 12">
                <a:extLst>
                  <a:ext uri="{FF2B5EF4-FFF2-40B4-BE49-F238E27FC236}">
                    <a16:creationId xmlns:a16="http://schemas.microsoft.com/office/drawing/2014/main" id="{CF769393-F30F-4BE7-AA11-0F8D30F18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95" name="Rectangle 58">
              <a:extLst>
                <a:ext uri="{FF2B5EF4-FFF2-40B4-BE49-F238E27FC236}">
                  <a16:creationId xmlns:a16="http://schemas.microsoft.com/office/drawing/2014/main" id="{63C4093E-F5A1-43DC-9765-30A558A8D0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304" name="Rectangle 62">
            <a:extLst>
              <a:ext uri="{FF2B5EF4-FFF2-40B4-BE49-F238E27FC236}">
                <a16:creationId xmlns:a16="http://schemas.microsoft.com/office/drawing/2014/main" id="{749AAB56-B965-43A5-A51D-84E4B2E38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7" y="4799220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5" name="Rectangle 63">
            <a:extLst>
              <a:ext uri="{FF2B5EF4-FFF2-40B4-BE49-F238E27FC236}">
                <a16:creationId xmlns:a16="http://schemas.microsoft.com/office/drawing/2014/main" id="{BAE3EE1F-D53F-4544-8AC4-CFDB6CF39E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39726" y="5032069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6" name="Rectangle 64">
            <a:extLst>
              <a:ext uri="{FF2B5EF4-FFF2-40B4-BE49-F238E27FC236}">
                <a16:creationId xmlns:a16="http://schemas.microsoft.com/office/drawing/2014/main" id="{683E5BE3-0D09-400C-B913-04C9983B9CE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99681" y="4622214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07" name="Line 79">
            <a:extLst>
              <a:ext uri="{FF2B5EF4-FFF2-40B4-BE49-F238E27FC236}">
                <a16:creationId xmlns:a16="http://schemas.microsoft.com/office/drawing/2014/main" id="{BEDC5976-E600-4AF5-9662-5CA812423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662" y="5167520"/>
            <a:ext cx="66378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8" name="Rectangle 80">
            <a:extLst>
              <a:ext uri="{FF2B5EF4-FFF2-40B4-BE49-F238E27FC236}">
                <a16:creationId xmlns:a16="http://schemas.microsoft.com/office/drawing/2014/main" id="{0FE13AF6-CE82-437A-8A31-5924A4177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520562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09" name="Line 81">
            <a:extLst>
              <a:ext uri="{FF2B5EF4-FFF2-40B4-BE49-F238E27FC236}">
                <a16:creationId xmlns:a16="http://schemas.microsoft.com/office/drawing/2014/main" id="{3D4265BC-3221-46DC-B576-370B958C1B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9337" y="509767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0" name="Line 82">
            <a:extLst>
              <a:ext uri="{FF2B5EF4-FFF2-40B4-BE49-F238E27FC236}">
                <a16:creationId xmlns:a16="http://schemas.microsoft.com/office/drawing/2014/main" id="{12B173FB-A218-49A3-9135-E123C13E6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5165933"/>
            <a:ext cx="9413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1" name="Line 83">
            <a:extLst>
              <a:ext uri="{FF2B5EF4-FFF2-40B4-BE49-F238E27FC236}">
                <a16:creationId xmlns:a16="http://schemas.microsoft.com/office/drawing/2014/main" id="{9C8066FB-8F76-4F4F-8EE4-D357FF780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9512" y="511037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2" name="Rectangle 84">
            <a:extLst>
              <a:ext uri="{FF2B5EF4-FFF2-40B4-BE49-F238E27FC236}">
                <a16:creationId xmlns:a16="http://schemas.microsoft.com/office/drawing/2014/main" id="{69303944-DE9E-4C49-AD26-79BEADCD8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24372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313" name="Rectangle 85">
            <a:extLst>
              <a:ext uri="{FF2B5EF4-FFF2-40B4-BE49-F238E27FC236}">
                <a16:creationId xmlns:a16="http://schemas.microsoft.com/office/drawing/2014/main" id="{D5A4F6A3-592A-426C-9BC2-68FD81A8B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91320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14" name="Line 86">
            <a:extLst>
              <a:ext uri="{FF2B5EF4-FFF2-40B4-BE49-F238E27FC236}">
                <a16:creationId xmlns:a16="http://schemas.microsoft.com/office/drawing/2014/main" id="{531514D5-DF23-41CC-AA3D-3E0C234C38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7" y="5217785"/>
            <a:ext cx="0" cy="4767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5" name="Rectangle 87">
            <a:extLst>
              <a:ext uri="{FF2B5EF4-FFF2-40B4-BE49-F238E27FC236}">
                <a16:creationId xmlns:a16="http://schemas.microsoft.com/office/drawing/2014/main" id="{8050CEF7-1847-44E0-BA01-90A30C41E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1110" y="5206936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16" name="Group 57">
            <a:extLst>
              <a:ext uri="{FF2B5EF4-FFF2-40B4-BE49-F238E27FC236}">
                <a16:creationId xmlns:a16="http://schemas.microsoft.com/office/drawing/2014/main" id="{DFF0348E-AD6A-4E31-B7A9-F2535C9385F6}"/>
              </a:ext>
            </a:extLst>
          </p:cNvPr>
          <p:cNvGrpSpPr>
            <a:grpSpLocks/>
          </p:cNvGrpSpPr>
          <p:nvPr/>
        </p:nvGrpSpPr>
        <p:grpSpPr bwMode="auto">
          <a:xfrm>
            <a:off x="3949699" y="4182735"/>
            <a:ext cx="311150" cy="1117600"/>
            <a:chOff x="3116" y="3032"/>
            <a:chExt cx="196" cy="704"/>
          </a:xfrm>
        </p:grpSpPr>
        <p:sp>
          <p:nvSpPr>
            <p:cNvPr id="317" name="Line 58">
              <a:extLst>
                <a:ext uri="{FF2B5EF4-FFF2-40B4-BE49-F238E27FC236}">
                  <a16:creationId xmlns:a16="http://schemas.microsoft.com/office/drawing/2014/main" id="{8CA72B9D-9A7F-4AA2-800F-452A7427F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8" name="Line 59">
              <a:extLst>
                <a:ext uri="{FF2B5EF4-FFF2-40B4-BE49-F238E27FC236}">
                  <a16:creationId xmlns:a16="http://schemas.microsoft.com/office/drawing/2014/main" id="{41D9EDFF-0DAA-4F7F-8FFD-C4CEB5CDF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9" name="Line 60">
              <a:extLst>
                <a:ext uri="{FF2B5EF4-FFF2-40B4-BE49-F238E27FC236}">
                  <a16:creationId xmlns:a16="http://schemas.microsoft.com/office/drawing/2014/main" id="{EAC3565A-8149-4BF1-ABDD-542D2182D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0" name="Line 61">
              <a:extLst>
                <a:ext uri="{FF2B5EF4-FFF2-40B4-BE49-F238E27FC236}">
                  <a16:creationId xmlns:a16="http://schemas.microsoft.com/office/drawing/2014/main" id="{8BCBEF45-1341-495C-B6E6-4AE8D5E3B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21" name="Line 89">
            <a:extLst>
              <a:ext uri="{FF2B5EF4-FFF2-40B4-BE49-F238E27FC236}">
                <a16:creationId xmlns:a16="http://schemas.microsoft.com/office/drawing/2014/main" id="{9815B9AF-BED6-47DB-AF35-1699254596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907" y="4012348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2" name="Rectangle 114">
            <a:extLst>
              <a:ext uri="{FF2B5EF4-FFF2-40B4-BE49-F238E27FC236}">
                <a16:creationId xmlns:a16="http://schemas.microsoft.com/office/drawing/2014/main" id="{4FDCA2BB-BE3A-47E1-92EB-F0B4DF55D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763" y="5348591"/>
            <a:ext cx="1127125" cy="1150937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3" name="Line 115">
            <a:extLst>
              <a:ext uri="{FF2B5EF4-FFF2-40B4-BE49-F238E27FC236}">
                <a16:creationId xmlns:a16="http://schemas.microsoft.com/office/drawing/2014/main" id="{80ACE0A1-E4BC-4220-B3D4-A7BAFAFAA9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40518" y="6369681"/>
            <a:ext cx="6223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4" name="Rectangle 116">
            <a:extLst>
              <a:ext uri="{FF2B5EF4-FFF2-40B4-BE49-F238E27FC236}">
                <a16:creationId xmlns:a16="http://schemas.microsoft.com/office/drawing/2014/main" id="{86737407-26DD-4364-A3F2-476A3ACFE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026" y="6066141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5" name="Rectangle 117">
            <a:extLst>
              <a:ext uri="{FF2B5EF4-FFF2-40B4-BE49-F238E27FC236}">
                <a16:creationId xmlns:a16="http://schemas.microsoft.com/office/drawing/2014/main" id="{A45A0D9A-F5D8-45EB-AACE-23D89D9DC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4501" y="5551791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326" name="Line 118">
            <a:extLst>
              <a:ext uri="{FF2B5EF4-FFF2-40B4-BE49-F238E27FC236}">
                <a16:creationId xmlns:a16="http://schemas.microsoft.com/office/drawing/2014/main" id="{CCAADB2B-8B15-4912-93FF-670ADBDF2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5589" y="6275691"/>
            <a:ext cx="227806" cy="87306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7" name="Line 119">
            <a:extLst>
              <a:ext uri="{FF2B5EF4-FFF2-40B4-BE49-F238E27FC236}">
                <a16:creationId xmlns:a16="http://schemas.microsoft.com/office/drawing/2014/main" id="{D4765CE6-E590-4DBF-B67C-EF43398E46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8288" y="6369681"/>
            <a:ext cx="215107" cy="8730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8" name="Rectangle 121">
            <a:extLst>
              <a:ext uri="{FF2B5EF4-FFF2-40B4-BE49-F238E27FC236}">
                <a16:creationId xmlns:a16="http://schemas.microsoft.com/office/drawing/2014/main" id="{16DBDD19-D72A-4B3E-BF54-78D0D6C30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9713" y="5332716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9" name="Line 122">
            <a:extLst>
              <a:ext uri="{FF2B5EF4-FFF2-40B4-BE49-F238E27FC236}">
                <a16:creationId xmlns:a16="http://schemas.microsoft.com/office/drawing/2014/main" id="{EC8C7D71-F400-4B93-BF49-16C8BA6FBE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8044" y="5842303"/>
            <a:ext cx="170024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0" name="Line 123">
            <a:extLst>
              <a:ext uri="{FF2B5EF4-FFF2-40B4-BE49-F238E27FC236}">
                <a16:creationId xmlns:a16="http://schemas.microsoft.com/office/drawing/2014/main" id="{22B57D1D-4D73-41C9-8D5B-355B642969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2038" y="577721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1" name="Rectangle 124">
            <a:extLst>
              <a:ext uri="{FF2B5EF4-FFF2-40B4-BE49-F238E27FC236}">
                <a16:creationId xmlns:a16="http://schemas.microsoft.com/office/drawing/2014/main" id="{0A3B8401-C0FE-4EB4-B8B8-C486218A4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301" y="584071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32" name="Line 125">
            <a:extLst>
              <a:ext uri="{FF2B5EF4-FFF2-40B4-BE49-F238E27FC236}">
                <a16:creationId xmlns:a16="http://schemas.microsoft.com/office/drawing/2014/main" id="{745843E1-841D-4C9B-B331-7E808ED714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0388" y="5107291"/>
            <a:ext cx="0" cy="241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3" name="Rectangle 127">
            <a:extLst>
              <a:ext uri="{FF2B5EF4-FFF2-40B4-BE49-F238E27FC236}">
                <a16:creationId xmlns:a16="http://schemas.microsoft.com/office/drawing/2014/main" id="{F23CA376-4D9B-4A3E-AABD-06C0A1313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0901" y="533430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4" name="Rectangle 128">
            <a:extLst>
              <a:ext uri="{FF2B5EF4-FFF2-40B4-BE49-F238E27FC236}">
                <a16:creationId xmlns:a16="http://schemas.microsoft.com/office/drawing/2014/main" id="{7337D36F-03ED-42C1-8D6A-AB811689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996" y="5696253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335" name="Line 130">
            <a:extLst>
              <a:ext uri="{FF2B5EF4-FFF2-40B4-BE49-F238E27FC236}">
                <a16:creationId xmlns:a16="http://schemas.microsoft.com/office/drawing/2014/main" id="{2C31C1B6-9D32-409A-A86D-12AE77E900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97038" y="581531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6" name="Rectangle 131">
            <a:extLst>
              <a:ext uri="{FF2B5EF4-FFF2-40B4-BE49-F238E27FC236}">
                <a16:creationId xmlns:a16="http://schemas.microsoft.com/office/drawing/2014/main" id="{A5940026-75BC-4D60-9F46-91F425BDB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501" y="558989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37" name="Rectangle 133">
            <a:extLst>
              <a:ext uri="{FF2B5EF4-FFF2-40B4-BE49-F238E27FC236}">
                <a16:creationId xmlns:a16="http://schemas.microsoft.com/office/drawing/2014/main" id="{947A070F-30E5-429C-B8D0-98BC3008E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301" y="4827891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8" name="Line 122">
            <a:extLst>
              <a:ext uri="{FF2B5EF4-FFF2-40B4-BE49-F238E27FC236}">
                <a16:creationId xmlns:a16="http://schemas.microsoft.com/office/drawing/2014/main" id="{8DD8B626-333B-4347-9C19-15830D86A7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6117" y="5908978"/>
            <a:ext cx="803601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9" name="Rectangle 117">
            <a:extLst>
              <a:ext uri="{FF2B5EF4-FFF2-40B4-BE49-F238E27FC236}">
                <a16:creationId xmlns:a16="http://schemas.microsoft.com/office/drawing/2014/main" id="{112B477E-779A-4E63-85F2-0C0E5E5D0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841" y="5859566"/>
            <a:ext cx="10050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40" name="Group 57">
            <a:extLst>
              <a:ext uri="{FF2B5EF4-FFF2-40B4-BE49-F238E27FC236}">
                <a16:creationId xmlns:a16="http://schemas.microsoft.com/office/drawing/2014/main" id="{9600A6ED-3A1B-4F1E-8771-63D9D5E1EFE2}"/>
              </a:ext>
            </a:extLst>
          </p:cNvPr>
          <p:cNvGrpSpPr>
            <a:grpSpLocks/>
          </p:cNvGrpSpPr>
          <p:nvPr/>
        </p:nvGrpSpPr>
        <p:grpSpPr bwMode="auto">
          <a:xfrm>
            <a:off x="7379719" y="5053220"/>
            <a:ext cx="311150" cy="1117600"/>
            <a:chOff x="3116" y="3032"/>
            <a:chExt cx="196" cy="704"/>
          </a:xfrm>
        </p:grpSpPr>
        <p:sp>
          <p:nvSpPr>
            <p:cNvPr id="341" name="Line 58">
              <a:extLst>
                <a:ext uri="{FF2B5EF4-FFF2-40B4-BE49-F238E27FC236}">
                  <a16:creationId xmlns:a16="http://schemas.microsoft.com/office/drawing/2014/main" id="{8CC22715-90B1-45B8-9CE9-CBD020D48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2" name="Line 59">
              <a:extLst>
                <a:ext uri="{FF2B5EF4-FFF2-40B4-BE49-F238E27FC236}">
                  <a16:creationId xmlns:a16="http://schemas.microsoft.com/office/drawing/2014/main" id="{51FF5BFF-0C32-4224-BF69-E243F8E93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3" name="Line 60">
              <a:extLst>
                <a:ext uri="{FF2B5EF4-FFF2-40B4-BE49-F238E27FC236}">
                  <a16:creationId xmlns:a16="http://schemas.microsoft.com/office/drawing/2014/main" id="{DCD542C4-E782-411B-B8B6-6BC67D5CE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4" name="Line 61">
              <a:extLst>
                <a:ext uri="{FF2B5EF4-FFF2-40B4-BE49-F238E27FC236}">
                  <a16:creationId xmlns:a16="http://schemas.microsoft.com/office/drawing/2014/main" id="{7269F2E1-447B-44BE-9314-8D78C4E32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45" name="Line 89">
            <a:extLst>
              <a:ext uri="{FF2B5EF4-FFF2-40B4-BE49-F238E27FC236}">
                <a16:creationId xmlns:a16="http://schemas.microsoft.com/office/drawing/2014/main" id="{BDBEBF97-F4D1-403B-B926-93594B3B67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0869" y="5631070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6" name="Line 89">
            <a:extLst>
              <a:ext uri="{FF2B5EF4-FFF2-40B4-BE49-F238E27FC236}">
                <a16:creationId xmlns:a16="http://schemas.microsoft.com/office/drawing/2014/main" id="{AD46EA8F-3126-46B3-B4C0-3ED9F8C69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4676" y="4005997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7" name="Line 89">
            <a:extLst>
              <a:ext uri="{FF2B5EF4-FFF2-40B4-BE49-F238E27FC236}">
                <a16:creationId xmlns:a16="http://schemas.microsoft.com/office/drawing/2014/main" id="{1B072ED3-74E5-493E-9165-C0AD4A022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4478" y="5342241"/>
            <a:ext cx="34159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8" name="Rectangle 64">
            <a:extLst>
              <a:ext uri="{FF2B5EF4-FFF2-40B4-BE49-F238E27FC236}">
                <a16:creationId xmlns:a16="http://schemas.microsoft.com/office/drawing/2014/main" id="{677877D2-0C63-401E-A974-0B98C74F771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243628" y="5499157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49" name="Line 19">
            <a:extLst>
              <a:ext uri="{FF2B5EF4-FFF2-40B4-BE49-F238E27FC236}">
                <a16:creationId xmlns:a16="http://schemas.microsoft.com/office/drawing/2014/main" id="{FA951B3F-E595-4255-A854-8AB00D9F5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162" y="4690735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0" name="Line 112">
            <a:extLst>
              <a:ext uri="{FF2B5EF4-FFF2-40B4-BE49-F238E27FC236}">
                <a16:creationId xmlns:a16="http://schemas.microsoft.com/office/drawing/2014/main" id="{42E0A77A-1357-494C-A9BE-34ADFE2E5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2449" y="5617426"/>
            <a:ext cx="0" cy="40322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1" name="Rectangle 113">
            <a:extLst>
              <a:ext uri="{FF2B5EF4-FFF2-40B4-BE49-F238E27FC236}">
                <a16:creationId xmlns:a16="http://schemas.microsoft.com/office/drawing/2014/main" id="{7D6543E3-2BE9-42D6-B3BE-EB4B8E24C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937" y="5968263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2" name="Line 89">
            <a:extLst>
              <a:ext uri="{FF2B5EF4-FFF2-40B4-BE49-F238E27FC236}">
                <a16:creationId xmlns:a16="http://schemas.microsoft.com/office/drawing/2014/main" id="{14FFC342-F02C-435F-9160-4B36CE7A7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8044" y="4456906"/>
            <a:ext cx="0" cy="1383809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33" name="Group 65">
            <a:extLst>
              <a:ext uri="{FF2B5EF4-FFF2-40B4-BE49-F238E27FC236}">
                <a16:creationId xmlns:a16="http://schemas.microsoft.com/office/drawing/2014/main" id="{1CAE636E-6149-45AC-9525-5DFE97D02848}"/>
              </a:ext>
            </a:extLst>
          </p:cNvPr>
          <p:cNvGrpSpPr>
            <a:grpSpLocks/>
          </p:cNvGrpSpPr>
          <p:nvPr/>
        </p:nvGrpSpPr>
        <p:grpSpPr bwMode="auto">
          <a:xfrm>
            <a:off x="463551" y="2080647"/>
            <a:ext cx="2190751" cy="676275"/>
            <a:chOff x="823" y="1728"/>
            <a:chExt cx="1380" cy="426"/>
          </a:xfrm>
        </p:grpSpPr>
        <p:sp>
          <p:nvSpPr>
            <p:cNvPr id="134" name="Rectangle 67">
              <a:extLst>
                <a:ext uri="{FF2B5EF4-FFF2-40B4-BE49-F238E27FC236}">
                  <a16:creationId xmlns:a16="http://schemas.microsoft.com/office/drawing/2014/main" id="{60E251C4-7CC4-4910-BB56-0FB56CE10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135" name="Group 68">
              <a:extLst>
                <a:ext uri="{FF2B5EF4-FFF2-40B4-BE49-F238E27FC236}">
                  <a16:creationId xmlns:a16="http://schemas.microsoft.com/office/drawing/2014/main" id="{539F93B7-FE3E-40BC-A832-81D6FDBAD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142" name="Line 69">
                <a:extLst>
                  <a:ext uri="{FF2B5EF4-FFF2-40B4-BE49-F238E27FC236}">
                    <a16:creationId xmlns:a16="http://schemas.microsoft.com/office/drawing/2014/main" id="{4F094669-E8B1-4761-AB38-57C7AD3FF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3" name="Line 70">
                <a:extLst>
                  <a:ext uri="{FF2B5EF4-FFF2-40B4-BE49-F238E27FC236}">
                    <a16:creationId xmlns:a16="http://schemas.microsoft.com/office/drawing/2014/main" id="{CF422355-B9CD-4BBE-91F6-145B8F3AD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4" name="Line 71">
                <a:extLst>
                  <a:ext uri="{FF2B5EF4-FFF2-40B4-BE49-F238E27FC236}">
                    <a16:creationId xmlns:a16="http://schemas.microsoft.com/office/drawing/2014/main" id="{8CB3186E-4F12-49EE-AAEB-A9458BA7E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5" name="Line 72">
                <a:extLst>
                  <a:ext uri="{FF2B5EF4-FFF2-40B4-BE49-F238E27FC236}">
                    <a16:creationId xmlns:a16="http://schemas.microsoft.com/office/drawing/2014/main" id="{B7812094-0C7B-44AA-A7E2-861F2C836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36" name="Line 73">
              <a:extLst>
                <a:ext uri="{FF2B5EF4-FFF2-40B4-BE49-F238E27FC236}">
                  <a16:creationId xmlns:a16="http://schemas.microsoft.com/office/drawing/2014/main" id="{8A7CE8BF-A111-4054-B1E3-C01F358AC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7" name="Line 74">
              <a:extLst>
                <a:ext uri="{FF2B5EF4-FFF2-40B4-BE49-F238E27FC236}">
                  <a16:creationId xmlns:a16="http://schemas.microsoft.com/office/drawing/2014/main" id="{E0340C46-1282-44CB-824D-FB57DE6D0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8" name="Rectangle 75">
              <a:extLst>
                <a:ext uri="{FF2B5EF4-FFF2-40B4-BE49-F238E27FC236}">
                  <a16:creationId xmlns:a16="http://schemas.microsoft.com/office/drawing/2014/main" id="{FF13F80D-91A6-48AD-ACA8-8E8D48E2E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139" name="Line 76">
              <a:extLst>
                <a:ext uri="{FF2B5EF4-FFF2-40B4-BE49-F238E27FC236}">
                  <a16:creationId xmlns:a16="http://schemas.microsoft.com/office/drawing/2014/main" id="{E8771696-EC60-4A85-A07D-994384E32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2" y="2064"/>
              <a:ext cx="6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0" name="Rectangle 77">
              <a:extLst>
                <a:ext uri="{FF2B5EF4-FFF2-40B4-BE49-F238E27FC236}">
                  <a16:creationId xmlns:a16="http://schemas.microsoft.com/office/drawing/2014/main" id="{0C27E2E6-8E12-4117-B39A-D5C9EEC73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" y="1862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1" name="Rectangle 78">
              <a:extLst>
                <a:ext uri="{FF2B5EF4-FFF2-40B4-BE49-F238E27FC236}">
                  <a16:creationId xmlns:a16="http://schemas.microsoft.com/office/drawing/2014/main" id="{798722CE-37C3-47DE-9746-E03049200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147" name="Text Box 146">
            <a:extLst>
              <a:ext uri="{FF2B5EF4-FFF2-40B4-BE49-F238E27FC236}">
                <a16:creationId xmlns:a16="http://schemas.microsoft.com/office/drawing/2014/main" id="{24B983B2-BA75-444D-AA04-6D6069267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5644" y="2967269"/>
            <a:ext cx="30581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en-US" altLang="zh-CN" sz="2000" b="0" dirty="0" err="1">
                <a:latin typeface="+mn-lt"/>
                <a:ea typeface="SimHei" panose="02010609060101010101" pitchFamily="49" charset="-122"/>
              </a:rPr>
              <a:t>RegFile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的</a:t>
            </a:r>
            <a:r>
              <a:rPr lang="en-US" altLang="zh-CN" sz="2000" b="0" dirty="0" err="1">
                <a:latin typeface="+mn-lt"/>
                <a:ea typeface="SimHei" panose="02010609060101010101" pitchFamily="49" charset="-122"/>
              </a:rPr>
              <a:t>busB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部分直接作为数据存储器输入</a:t>
            </a:r>
            <a:endParaRPr lang="en-US" altLang="zh-CN" sz="2000" b="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8" name="Rectangle 56">
            <a:extLst>
              <a:ext uri="{FF2B5EF4-FFF2-40B4-BE49-F238E27FC236}">
                <a16:creationId xmlns:a16="http://schemas.microsoft.com/office/drawing/2014/main" id="{CAA4F63D-8FA0-9147-A39B-ACABDD95F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2698674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43C15002-6A5D-694B-8D09-CBB3D71E0F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0275" y="5844046"/>
            <a:ext cx="1645449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DCE9A4BF-52A7-E5F6-29DE-F57ACAA7FA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55419" y="3990187"/>
            <a:ext cx="1053909" cy="622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48370397-5E02-580C-2594-31F46F994B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6263" y="4005997"/>
            <a:ext cx="0" cy="140083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6DF3D4-2EFF-EA37-7FF3-06786539FCEA}"/>
              </a:ext>
            </a:extLst>
          </p:cNvPr>
          <p:cNvSpPr txBox="1"/>
          <p:nvPr/>
        </p:nvSpPr>
        <p:spPr>
          <a:xfrm>
            <a:off x="8187876" y="4354731"/>
            <a:ext cx="33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?</a:t>
            </a:r>
            <a:endParaRPr lang="zh-CN" altLang="en-US" dirty="0">
              <a:latin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7BE3519-4A1F-704A-DA09-6BCFAC98D6FE}"/>
              </a:ext>
            </a:extLst>
          </p:cNvPr>
          <p:cNvSpPr txBox="1"/>
          <p:nvPr/>
        </p:nvSpPr>
        <p:spPr>
          <a:xfrm>
            <a:off x="1120881" y="2121972"/>
            <a:ext cx="33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?</a:t>
            </a:r>
            <a:endParaRPr lang="zh-CN" altLang="en-US" dirty="0">
              <a:latin typeface="+mn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D313FD-0177-2628-8D99-8732C2A86A2B}"/>
              </a:ext>
            </a:extLst>
          </p:cNvPr>
          <p:cNvSpPr txBox="1"/>
          <p:nvPr/>
        </p:nvSpPr>
        <p:spPr>
          <a:xfrm>
            <a:off x="722408" y="2851240"/>
            <a:ext cx="33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x</a:t>
            </a:r>
          </a:p>
        </p:txBody>
      </p:sp>
      <p:sp>
        <p:nvSpPr>
          <p:cNvPr id="2" name="Line 89">
            <a:extLst>
              <a:ext uri="{FF2B5EF4-FFF2-40B4-BE49-F238E27FC236}">
                <a16:creationId xmlns:a16="http://schemas.microsoft.com/office/drawing/2014/main" id="{0FF449D0-16C9-88E9-68C4-420CB28274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72008" y="2970420"/>
            <a:ext cx="0" cy="591138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E3CC643D-0BF5-AC0F-F25C-48FF01729A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77576" y="3561557"/>
            <a:ext cx="2426993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" name="Line 89">
            <a:extLst>
              <a:ext uri="{FF2B5EF4-FFF2-40B4-BE49-F238E27FC236}">
                <a16:creationId xmlns:a16="http://schemas.microsoft.com/office/drawing/2014/main" id="{3E430219-EBF5-04CA-1EF0-CB75FA671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687" y="2967269"/>
            <a:ext cx="0" cy="1502278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3E6F26E6-2DC1-61EB-CCAC-EF2812905D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33684" y="4469547"/>
            <a:ext cx="947643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" name="Line 89">
            <a:extLst>
              <a:ext uri="{FF2B5EF4-FFF2-40B4-BE49-F238E27FC236}">
                <a16:creationId xmlns:a16="http://schemas.microsoft.com/office/drawing/2014/main" id="{701615D0-121D-3764-C227-866AF3EAF5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1328" y="4469547"/>
            <a:ext cx="0" cy="1371167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" name="Line 15">
            <a:extLst>
              <a:ext uri="{FF2B5EF4-FFF2-40B4-BE49-F238E27FC236}">
                <a16:creationId xmlns:a16="http://schemas.microsoft.com/office/drawing/2014/main" id="{9E27BA18-C3A6-7200-5790-0F82C8C5C0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787" y="4454647"/>
            <a:ext cx="549027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6F4525DD-7AD4-E6D4-A538-89CD1A7393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35057" y="5156701"/>
            <a:ext cx="1969992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" name="Line 15">
            <a:extLst>
              <a:ext uri="{FF2B5EF4-FFF2-40B4-BE49-F238E27FC236}">
                <a16:creationId xmlns:a16="http://schemas.microsoft.com/office/drawing/2014/main" id="{A88D1FB2-7910-B20A-3B1F-ED836EC66C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1397" y="4454647"/>
            <a:ext cx="296739" cy="697983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01B5537B-0132-9517-122F-7826AB0F6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720" y="4378149"/>
            <a:ext cx="1199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MemtoReg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357992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AA736C-DBBF-C7EC-9F82-293930D2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66</a:t>
            </a:fld>
            <a:endParaRPr lang="en-US" altLang="zh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DAB483-363B-C7EC-59CB-44F0360701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4795" y="1807060"/>
            <a:ext cx="9124122" cy="173603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判断下列说法是否正确：</a:t>
            </a:r>
            <a:endParaRPr kumimoji="1"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add/sub/and/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slt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共用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是为了复用硬件，降低代价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前述微处理架构支持变址寻址，例如：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lw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&lt;=MEM[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rs+rt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])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sw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(MEM[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rs+rt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]&lt;=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kumimoji="1"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2DDE3A-4AC4-6564-FE46-A60603EE6BA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365682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正确，</a:t>
            </a:r>
            <a:r>
              <a:rPr kumimoji="1"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正确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0BA775-B21F-41C1-BA0D-5CB09A2E358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434262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正确，</a:t>
            </a:r>
            <a:r>
              <a:rPr kumimoji="1"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错误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C1654A-C9ED-2EE1-F8F8-7A2932C3D2B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508638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错误，</a:t>
            </a:r>
            <a:r>
              <a:rPr kumimoji="1"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正确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91ACE9D-49B9-D47B-C390-B67521944EA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2111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543F15F-658F-4FEC-23A6-BC067990E4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440691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CA7A20C-3706-5086-E9AB-1AFB46F4F25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515067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814A0CD-066B-0842-846B-F3F9D37CA56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7424CB-EF8C-E2DE-2203-809501EA5B5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828800" y="582355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错误，</a:t>
            </a:r>
            <a:r>
              <a:rPr kumimoji="1"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错误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5804098-1A2E-7529-9DBF-30B0B2ADC8F4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114425" y="588784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4AF15EC-CC84-09FD-D8A0-1E86328332A6}"/>
                  </a:ext>
                </a:extLst>
              </p14:cNvPr>
              <p14:cNvContentPartPr/>
              <p14:nvPr/>
            </p14:nvContentPartPr>
            <p14:xfrm>
              <a:off x="5587920" y="3371760"/>
              <a:ext cx="895680" cy="1782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4AF15EC-CC84-09FD-D8A0-1E86328332A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78560" y="3362400"/>
                <a:ext cx="91440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5C7DE7EC-8A87-E7F3-B2CF-454570038B0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6CE546F0-A3E1-9BB2-7F9E-5BCD8BE4081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7E470D9E-D5D6-1ED9-CB0A-5C7B0B4A130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FC8DFCB0-D0F5-7C99-A2E2-6267B688949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33" name="TipText">
              <a:extLst>
                <a:ext uri="{FF2B5EF4-FFF2-40B4-BE49-F238E27FC236}">
                  <a16:creationId xmlns:a16="http://schemas.microsoft.com/office/drawing/2014/main" id="{10331BA0-CBEE-E1A4-0D30-66B90481E9D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4777D118-BC3E-1D3A-4A11-2B8BE7AB54F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363196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943BF-88C1-4414-4067-C85095A7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A21A6-1EA8-F0BF-3A34-5F1B3CB6F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08" y="798286"/>
            <a:ext cx="8856984" cy="5621270"/>
          </a:xfrm>
        </p:spPr>
        <p:txBody>
          <a:bodyPr/>
          <a:lstStyle/>
          <a:p>
            <a:endParaRPr kumimoji="1" lang="en-US" altLang="zh-CN" sz="2800" dirty="0"/>
          </a:p>
          <a:p>
            <a:r>
              <a:rPr kumimoji="1" lang="zh-CN" altLang="en-US" sz="2800" dirty="0"/>
              <a:t>正确答案：</a:t>
            </a:r>
            <a:r>
              <a:rPr kumimoji="1" lang="en-US" altLang="zh-CN" sz="2800" dirty="0">
                <a:solidFill>
                  <a:srgbClr val="3333FF"/>
                </a:solidFill>
              </a:rPr>
              <a:t>B</a:t>
            </a:r>
          </a:p>
          <a:p>
            <a:r>
              <a:rPr kumimoji="1" lang="en-US" altLang="zh-CN" sz="2800" dirty="0"/>
              <a:t>1. add/sub/and/</a:t>
            </a:r>
            <a:r>
              <a:rPr kumimoji="1" lang="en-US" altLang="zh-CN" sz="2800" dirty="0" err="1"/>
              <a:t>slt</a:t>
            </a:r>
            <a:r>
              <a:rPr kumimoji="1" lang="zh-CN" altLang="en-US" sz="2800" dirty="0"/>
              <a:t>共用</a:t>
            </a:r>
            <a:r>
              <a:rPr kumimoji="1" lang="en-US" altLang="zh-CN" sz="2800" dirty="0"/>
              <a:t>ALU</a:t>
            </a:r>
            <a:r>
              <a:rPr kumimoji="1" lang="zh-CN" altLang="en-US" sz="2800" dirty="0"/>
              <a:t>是为了复用硬件，降低代价</a:t>
            </a:r>
            <a:endParaRPr kumimoji="1" lang="en-US" altLang="zh-CN" sz="2800" dirty="0"/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</a:rPr>
              <a:t>解答：正确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</a:rPr>
              <a:t>满足设计要求下，复用硬件单元可降低代价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  <a:p>
            <a:endParaRPr kumimoji="1" lang="en-US" altLang="zh-CN" sz="2800" dirty="0"/>
          </a:p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前述微处理架构支持变址寻址</a:t>
            </a:r>
          </a:p>
          <a:p>
            <a:pPr lvl="1"/>
            <a:r>
              <a:rPr kumimoji="1" lang="zh-CN" altLang="en-US" sz="2400" dirty="0">
                <a:solidFill>
                  <a:srgbClr val="3333FF"/>
                </a:solidFill>
              </a:rPr>
              <a:t>解答：错误</a:t>
            </a:r>
            <a:endParaRPr kumimoji="1" lang="en-US" altLang="zh-CN" sz="2400" dirty="0">
              <a:solidFill>
                <a:srgbClr val="3333FF"/>
              </a:solidFill>
            </a:endParaRPr>
          </a:p>
          <a:p>
            <a:pPr lvl="1"/>
            <a:r>
              <a:rPr kumimoji="1" lang="en-US" altLang="zh-CN" sz="2400" dirty="0" err="1">
                <a:solidFill>
                  <a:srgbClr val="3333FF"/>
                </a:solidFill>
              </a:rPr>
              <a:t>sw</a:t>
            </a:r>
            <a:r>
              <a:rPr kumimoji="1" lang="en-US" altLang="zh-CN" sz="2400" dirty="0">
                <a:solidFill>
                  <a:srgbClr val="3333FF"/>
                </a:solidFill>
              </a:rPr>
              <a:t>(MEM[</a:t>
            </a:r>
            <a:r>
              <a:rPr kumimoji="1" lang="en-US" altLang="zh-CN" sz="2400" dirty="0" err="1">
                <a:solidFill>
                  <a:srgbClr val="3333FF"/>
                </a:solidFill>
              </a:rPr>
              <a:t>rs+rt</a:t>
            </a:r>
            <a:r>
              <a:rPr kumimoji="1" lang="en-US" altLang="zh-CN" sz="2400" dirty="0">
                <a:solidFill>
                  <a:srgbClr val="3333FF"/>
                </a:solidFill>
              </a:rPr>
              <a:t>]&lt;=</a:t>
            </a:r>
            <a:r>
              <a:rPr kumimoji="1" lang="en-US" altLang="zh-CN" sz="2400" dirty="0" err="1">
                <a:solidFill>
                  <a:srgbClr val="3333FF"/>
                </a:solidFill>
              </a:rPr>
              <a:t>rd</a:t>
            </a:r>
            <a:r>
              <a:rPr kumimoji="1" lang="en-US" altLang="zh-CN" sz="2400" dirty="0">
                <a:solidFill>
                  <a:srgbClr val="3333FF"/>
                </a:solidFill>
              </a:rPr>
              <a:t>)</a:t>
            </a:r>
          </a:p>
          <a:p>
            <a:pPr lvl="1"/>
            <a:r>
              <a:rPr kumimoji="1" lang="zh-CN" altLang="en-US" sz="2400" dirty="0">
                <a:solidFill>
                  <a:srgbClr val="3333FF"/>
                </a:solidFill>
              </a:rPr>
              <a:t>需要三端口输出的</a:t>
            </a:r>
            <a:r>
              <a:rPr kumimoji="1" lang="en-US" altLang="zh-CN" sz="2400" dirty="0" err="1">
                <a:solidFill>
                  <a:srgbClr val="3333FF"/>
                </a:solidFill>
              </a:rPr>
              <a:t>RegFile</a:t>
            </a:r>
            <a:r>
              <a:rPr kumimoji="1" lang="en-US" altLang="zh-CN" sz="2400" dirty="0">
                <a:solidFill>
                  <a:srgbClr val="3333FF"/>
                </a:solidFill>
              </a:rPr>
              <a:t>, </a:t>
            </a:r>
            <a:r>
              <a:rPr kumimoji="1" lang="zh-CN" altLang="en-US" sz="2400" dirty="0">
                <a:solidFill>
                  <a:srgbClr val="3333FF"/>
                </a:solidFill>
              </a:rPr>
              <a:t>现有架构</a:t>
            </a:r>
            <a:r>
              <a:rPr kumimoji="1" lang="en-US" altLang="zh-CN" sz="2400" dirty="0" err="1">
                <a:solidFill>
                  <a:srgbClr val="3333FF"/>
                </a:solidFill>
              </a:rPr>
              <a:t>RegFile</a:t>
            </a:r>
            <a:r>
              <a:rPr kumimoji="1" lang="zh-CN" altLang="en-US" sz="2400" dirty="0">
                <a:solidFill>
                  <a:srgbClr val="3333FF"/>
                </a:solidFill>
              </a:rPr>
              <a:t>仅有两端口输出</a:t>
            </a:r>
          </a:p>
          <a:p>
            <a:pPr lvl="1"/>
            <a:endParaRPr kumimoji="1" lang="en-US" altLang="zh-CN" sz="2800" dirty="0"/>
          </a:p>
          <a:p>
            <a:endParaRPr kumimoji="1"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BB2361-D4B9-26BE-81C0-B1B570ABE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9612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E184FC-834D-49F4-AE98-DE6B2569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分支指令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643494-A5BD-48C3-953B-8386A683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68</a:t>
            </a:fld>
            <a:endParaRPr lang="en-US" altLang="zh-CN" dirty="0"/>
          </a:p>
        </p:txBody>
      </p:sp>
      <p:sp>
        <p:nvSpPr>
          <p:cNvPr id="169" name="Rectangle 3">
            <a:extLst>
              <a:ext uri="{FF2B5EF4-FFF2-40B4-BE49-F238E27FC236}">
                <a16:creationId xmlns:a16="http://schemas.microsoft.com/office/drawing/2014/main" id="{3304E26D-F0D9-475F-A03E-73DE4EA96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50937"/>
            <a:ext cx="8191500" cy="374461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0" kern="0" dirty="0" err="1">
                <a:solidFill>
                  <a:srgbClr val="3333CC"/>
                </a:solidFill>
                <a:ea typeface="SimHei" panose="02010609060101010101" pitchFamily="49" charset="-122"/>
              </a:rPr>
              <a:t>beq</a:t>
            </a:r>
            <a:r>
              <a:rPr lang="en-US" altLang="zh-CN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 </a:t>
            </a:r>
            <a:r>
              <a:rPr lang="en-US" altLang="en-US" sz="2400" b="0" kern="0" dirty="0" err="1">
                <a:solidFill>
                  <a:srgbClr val="3333CC"/>
                </a:solidFill>
                <a:ea typeface="SimHei" panose="02010609060101010101" pitchFamily="49" charset="-122"/>
              </a:rPr>
              <a:t>rs</a:t>
            </a:r>
            <a:r>
              <a:rPr lang="en-US" altLang="en-US" sz="2400" b="0" kern="0" dirty="0">
                <a:solidFill>
                  <a:srgbClr val="3333CC"/>
                </a:solidFill>
                <a:ea typeface="SimHei" panose="02010609060101010101" pitchFamily="49" charset="-122"/>
              </a:rPr>
              <a:t>, rt, imm16</a:t>
            </a:r>
          </a:p>
          <a:p>
            <a:pPr marL="508000" lvl="1" indent="-190500">
              <a:spcBef>
                <a:spcPct val="50000"/>
              </a:spcBef>
            </a:pPr>
            <a:r>
              <a:rPr lang="en-US" altLang="en-US" sz="2400" b="0" kern="0" dirty="0">
                <a:ea typeface="SimHei" panose="02010609060101010101" pitchFamily="49" charset="-122"/>
              </a:rPr>
              <a:t>mem[PC]			</a:t>
            </a:r>
            <a:r>
              <a:rPr lang="zh-CN" altLang="en-US" sz="2400" b="0" kern="0" dirty="0">
                <a:ea typeface="SimHei" panose="02010609060101010101" pitchFamily="49" charset="-122"/>
              </a:rPr>
              <a:t>从存储器取指令</a:t>
            </a:r>
            <a:endParaRPr lang="en-US" altLang="en-US" sz="2400" b="0" kern="0" dirty="0">
              <a:ea typeface="SimHei" panose="02010609060101010101" pitchFamily="49" charset="-122"/>
            </a:endParaRPr>
          </a:p>
          <a:p>
            <a:pPr marL="508000" lvl="1" indent="-190500">
              <a:spcBef>
                <a:spcPct val="50000"/>
              </a:spcBef>
            </a:pPr>
            <a:r>
              <a:rPr lang="en-US" altLang="en-US" sz="2400" b="0" kern="0" dirty="0">
                <a:ea typeface="SimHei" panose="02010609060101010101" pitchFamily="49" charset="-122"/>
              </a:rPr>
              <a:t>Equal &lt;= (R[</a:t>
            </a:r>
            <a:r>
              <a:rPr lang="en-US" altLang="en-US" sz="24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2400" b="0" kern="0" dirty="0">
                <a:ea typeface="SimHei" panose="02010609060101010101" pitchFamily="49" charset="-122"/>
              </a:rPr>
              <a:t>] == R[rt])	</a:t>
            </a:r>
            <a:r>
              <a:rPr lang="zh-CN" altLang="en-US" sz="2400" b="0" kern="0" dirty="0">
                <a:ea typeface="SimHei" panose="02010609060101010101" pitchFamily="49" charset="-122"/>
              </a:rPr>
              <a:t>计算分支条件</a:t>
            </a:r>
            <a:endParaRPr lang="en-US" altLang="en-US" sz="2400" b="0" kern="0" dirty="0">
              <a:ea typeface="SimHei" panose="02010609060101010101" pitchFamily="49" charset="-122"/>
            </a:endParaRPr>
          </a:p>
          <a:p>
            <a:pPr marL="508000" lvl="1" indent="-190500">
              <a:spcBef>
                <a:spcPct val="50000"/>
              </a:spcBef>
            </a:pPr>
            <a:r>
              <a:rPr lang="en-US" altLang="en-US" sz="2400" b="0" kern="0" dirty="0">
                <a:ea typeface="SimHei" panose="02010609060101010101" pitchFamily="49" charset="-122"/>
              </a:rPr>
              <a:t>if (Equal)		</a:t>
            </a:r>
            <a:r>
              <a:rPr lang="en-US" altLang="zh-CN" sz="2400" b="0" kern="0" dirty="0">
                <a:ea typeface="SimHei" panose="02010609060101010101" pitchFamily="49" charset="-122"/>
              </a:rPr>
              <a:t>                      </a:t>
            </a:r>
            <a:r>
              <a:rPr lang="zh-CN" altLang="en-US" sz="2400" b="0" kern="0" dirty="0">
                <a:ea typeface="SimHei" panose="02010609060101010101" pitchFamily="49" charset="-122"/>
              </a:rPr>
              <a:t>计算下一个指令的地址</a:t>
            </a:r>
          </a:p>
          <a:p>
            <a:pPr marL="965200" lvl="2" indent="-342900">
              <a:spcBef>
                <a:spcPct val="50000"/>
              </a:spcBef>
            </a:pPr>
            <a:r>
              <a:rPr lang="en-US" altLang="en-US" b="0" kern="0" dirty="0">
                <a:ea typeface="SimHei" panose="02010609060101010101" pitchFamily="49" charset="-122"/>
              </a:rPr>
              <a:t>PC  &lt;=  PC + 4 + { </a:t>
            </a:r>
            <a:r>
              <a:rPr lang="en-US" altLang="en-US" b="0" kern="0" dirty="0" err="1">
                <a:ea typeface="SimHei" panose="02010609060101010101" pitchFamily="49" charset="-122"/>
              </a:rPr>
              <a:t>SignExt</a:t>
            </a:r>
            <a:r>
              <a:rPr lang="en-US" altLang="en-US" b="0" kern="0" dirty="0">
                <a:ea typeface="SimHei" panose="02010609060101010101" pitchFamily="49" charset="-122"/>
              </a:rPr>
              <a:t>(imm16) , 2b00 }</a:t>
            </a:r>
          </a:p>
          <a:p>
            <a:pPr marL="508000" lvl="1" indent="-190500">
              <a:spcBef>
                <a:spcPct val="50000"/>
              </a:spcBef>
            </a:pPr>
            <a:r>
              <a:rPr lang="en-US" altLang="en-US" sz="2400" b="0" kern="0" dirty="0">
                <a:ea typeface="SimHei" panose="02010609060101010101" pitchFamily="49" charset="-122"/>
              </a:rPr>
              <a:t>	else</a:t>
            </a:r>
          </a:p>
          <a:p>
            <a:pPr marL="965200" lvl="2" indent="-342900">
              <a:spcBef>
                <a:spcPct val="50000"/>
              </a:spcBef>
            </a:pPr>
            <a:r>
              <a:rPr lang="en-US" altLang="en-US" b="0" kern="0" dirty="0">
                <a:ea typeface="SimHei" panose="02010609060101010101" pitchFamily="49" charset="-122"/>
              </a:rPr>
              <a:t>PC  &lt;=  PC + 4</a:t>
            </a:r>
          </a:p>
        </p:txBody>
      </p:sp>
      <p:grpSp>
        <p:nvGrpSpPr>
          <p:cNvPr id="170" name="Group 4">
            <a:extLst>
              <a:ext uri="{FF2B5EF4-FFF2-40B4-BE49-F238E27FC236}">
                <a16:creationId xmlns:a16="http://schemas.microsoft.com/office/drawing/2014/main" id="{45AB2BA1-7BCD-4D43-857F-C8AD74235D19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431737"/>
            <a:ext cx="5964238" cy="946150"/>
            <a:chOff x="1139" y="506"/>
            <a:chExt cx="3757" cy="596"/>
          </a:xfrm>
        </p:grpSpPr>
        <p:sp>
          <p:nvSpPr>
            <p:cNvPr id="171" name="Rectangle 5">
              <a:extLst>
                <a:ext uri="{FF2B5EF4-FFF2-40B4-BE49-F238E27FC236}">
                  <a16:creationId xmlns:a16="http://schemas.microsoft.com/office/drawing/2014/main" id="{816196BB-A9E0-4B1E-805F-3BDD1CE7A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706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72" name="Group 6">
              <a:extLst>
                <a:ext uri="{FF2B5EF4-FFF2-40B4-BE49-F238E27FC236}">
                  <a16:creationId xmlns:a16="http://schemas.microsoft.com/office/drawing/2014/main" id="{D4005355-CF9B-4711-9FAC-298B803E1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698"/>
              <a:ext cx="624" cy="212"/>
              <a:chOff x="1200" y="698"/>
              <a:chExt cx="624" cy="212"/>
            </a:xfrm>
          </p:grpSpPr>
          <p:sp>
            <p:nvSpPr>
              <p:cNvPr id="190" name="Rectangle 7">
                <a:extLst>
                  <a:ext uri="{FF2B5EF4-FFF2-40B4-BE49-F238E27FC236}">
                    <a16:creationId xmlns:a16="http://schemas.microsoft.com/office/drawing/2014/main" id="{1E582899-C48D-4698-B7A0-A8B849116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702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1" name="Rectangle 8">
                <a:extLst>
                  <a:ext uri="{FF2B5EF4-FFF2-40B4-BE49-F238E27FC236}">
                    <a16:creationId xmlns:a16="http://schemas.microsoft.com/office/drawing/2014/main" id="{DEA78AA0-720D-478E-9315-CA01F53B9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2" y="69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173" name="Group 9">
              <a:extLst>
                <a:ext uri="{FF2B5EF4-FFF2-40B4-BE49-F238E27FC236}">
                  <a16:creationId xmlns:a16="http://schemas.microsoft.com/office/drawing/2014/main" id="{BC361023-E658-42D0-8E27-0312CB4A5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2" y="698"/>
              <a:ext cx="580" cy="212"/>
              <a:chOff x="1832" y="698"/>
              <a:chExt cx="580" cy="212"/>
            </a:xfrm>
          </p:grpSpPr>
          <p:sp>
            <p:nvSpPr>
              <p:cNvPr id="188" name="Rectangle 10">
                <a:extLst>
                  <a:ext uri="{FF2B5EF4-FFF2-40B4-BE49-F238E27FC236}">
                    <a16:creationId xmlns:a16="http://schemas.microsoft.com/office/drawing/2014/main" id="{480632EF-B63C-4FA7-A990-7B2ABA0B8D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2" y="702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9" name="Rectangle 11">
                <a:extLst>
                  <a:ext uri="{FF2B5EF4-FFF2-40B4-BE49-F238E27FC236}">
                    <a16:creationId xmlns:a16="http://schemas.microsoft.com/office/drawing/2014/main" id="{75B3AEB4-BB9C-4E80-BFA2-4720145DB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" y="698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74" name="Group 12">
              <a:extLst>
                <a:ext uri="{FF2B5EF4-FFF2-40B4-BE49-F238E27FC236}">
                  <a16:creationId xmlns:a16="http://schemas.microsoft.com/office/drawing/2014/main" id="{66C9989F-1B3F-4EC1-90AD-1586A902B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0" y="698"/>
              <a:ext cx="579" cy="212"/>
              <a:chOff x="2420" y="698"/>
              <a:chExt cx="579" cy="212"/>
            </a:xfrm>
          </p:grpSpPr>
          <p:sp>
            <p:nvSpPr>
              <p:cNvPr id="186" name="Rectangle 13">
                <a:extLst>
                  <a:ext uri="{FF2B5EF4-FFF2-40B4-BE49-F238E27FC236}">
                    <a16:creationId xmlns:a16="http://schemas.microsoft.com/office/drawing/2014/main" id="{0F85E144-6AE4-4980-8696-F3C3B787E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0" y="702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7" name="Rectangle 14">
                <a:extLst>
                  <a:ext uri="{FF2B5EF4-FFF2-40B4-BE49-F238E27FC236}">
                    <a16:creationId xmlns:a16="http://schemas.microsoft.com/office/drawing/2014/main" id="{61B6A7D9-A05C-4EF2-A108-C6F67F548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4" y="698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175" name="Rectangle 15">
              <a:extLst>
                <a:ext uri="{FF2B5EF4-FFF2-40B4-BE49-F238E27FC236}">
                  <a16:creationId xmlns:a16="http://schemas.microsoft.com/office/drawing/2014/main" id="{6D2139B9-2E0C-4E99-8813-627A400BA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702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6" name="Rectangle 16">
              <a:extLst>
                <a:ext uri="{FF2B5EF4-FFF2-40B4-BE49-F238E27FC236}">
                  <a16:creationId xmlns:a16="http://schemas.microsoft.com/office/drawing/2014/main" id="{830000D6-EB9E-45CC-8A5E-46D407409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698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177" name="Rectangle 17">
              <a:extLst>
                <a:ext uri="{FF2B5EF4-FFF2-40B4-BE49-F238E27FC236}">
                  <a16:creationId xmlns:a16="http://schemas.microsoft.com/office/drawing/2014/main" id="{901EF8F7-6DE5-4CF7-9095-F34DFA04A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50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78" name="Rectangle 18">
              <a:extLst>
                <a:ext uri="{FF2B5EF4-FFF2-40B4-BE49-F238E27FC236}">
                  <a16:creationId xmlns:a16="http://schemas.microsoft.com/office/drawing/2014/main" id="{7CB3B7E3-3636-4EA6-9DE8-3AC956204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1" y="506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179" name="Rectangle 19">
              <a:extLst>
                <a:ext uri="{FF2B5EF4-FFF2-40B4-BE49-F238E27FC236}">
                  <a16:creationId xmlns:a16="http://schemas.microsoft.com/office/drawing/2014/main" id="{D6163B45-DB6C-458E-BF29-F7C675E78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3" y="506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180" name="Rectangle 20">
              <a:extLst>
                <a:ext uri="{FF2B5EF4-FFF2-40B4-BE49-F238E27FC236}">
                  <a16:creationId xmlns:a16="http://schemas.microsoft.com/office/drawing/2014/main" id="{B067A44A-426F-4BAA-AF2B-2653A7747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" y="506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181" name="Rectangle 21">
              <a:extLst>
                <a:ext uri="{FF2B5EF4-FFF2-40B4-BE49-F238E27FC236}">
                  <a16:creationId xmlns:a16="http://schemas.microsoft.com/office/drawing/2014/main" id="{BB9F9A1F-7C29-494A-ADE4-05997DF4B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" y="506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182" name="Rectangle 22">
              <a:extLst>
                <a:ext uri="{FF2B5EF4-FFF2-40B4-BE49-F238E27FC236}">
                  <a16:creationId xmlns:a16="http://schemas.microsoft.com/office/drawing/2014/main" id="{5BB99644-6CC8-459B-84AC-C6EC4E7D4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890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83" name="Rectangle 23">
              <a:extLst>
                <a:ext uri="{FF2B5EF4-FFF2-40B4-BE49-F238E27FC236}">
                  <a16:creationId xmlns:a16="http://schemas.microsoft.com/office/drawing/2014/main" id="{EF1315A9-FA72-4EE6-9D9A-D8236F08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890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184" name="Rectangle 24">
              <a:extLst>
                <a:ext uri="{FF2B5EF4-FFF2-40B4-BE49-F238E27FC236}">
                  <a16:creationId xmlns:a16="http://schemas.microsoft.com/office/drawing/2014/main" id="{47BBC6D0-72F5-43C7-B68B-7A3BE138D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" y="890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85" name="Rectangle 25">
              <a:extLst>
                <a:ext uri="{FF2B5EF4-FFF2-40B4-BE49-F238E27FC236}">
                  <a16:creationId xmlns:a16="http://schemas.microsoft.com/office/drawing/2014/main" id="{21F1A8E9-C207-4541-A787-3F41322BD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" y="890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456DF4-F5D8-244D-B8B2-207D7F5F9E74}"/>
                  </a:ext>
                </a:extLst>
              </p14:cNvPr>
              <p14:cNvContentPartPr/>
              <p14:nvPr/>
            </p14:nvContentPartPr>
            <p14:xfrm>
              <a:off x="2691000" y="4106326"/>
              <a:ext cx="6840" cy="49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456DF4-F5D8-244D-B8B2-207D7F5F9E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4800" y="4090126"/>
                <a:ext cx="39240" cy="8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6209150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E184FC-834D-49F4-AE98-DE6B2569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分支指令</a:t>
            </a:r>
            <a:r>
              <a:rPr lang="en-US" altLang="zh-CN" dirty="0"/>
              <a:t>——</a:t>
            </a:r>
            <a:r>
              <a:rPr lang="zh-CN" altLang="en-US" dirty="0"/>
              <a:t>取指和条件选择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643494-A5BD-48C3-953B-8386A683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>
                <a:latin typeface="+mn-lt"/>
              </a:rPr>
              <a:pPr>
                <a:defRPr/>
              </a:pPr>
              <a:t>69</a:t>
            </a:fld>
            <a:endParaRPr lang="en-US" altLang="zh-CN" dirty="0">
              <a:latin typeface="+mn-lt"/>
            </a:endParaRPr>
          </a:p>
        </p:txBody>
      </p:sp>
      <p:grpSp>
        <p:nvGrpSpPr>
          <p:cNvPr id="158" name="Group 5">
            <a:extLst>
              <a:ext uri="{FF2B5EF4-FFF2-40B4-BE49-F238E27FC236}">
                <a16:creationId xmlns:a16="http://schemas.microsoft.com/office/drawing/2014/main" id="{5233B76C-2916-4520-BBC5-8F849952917E}"/>
              </a:ext>
            </a:extLst>
          </p:cNvPr>
          <p:cNvGrpSpPr>
            <a:grpSpLocks/>
          </p:cNvGrpSpPr>
          <p:nvPr/>
        </p:nvGrpSpPr>
        <p:grpSpPr bwMode="auto">
          <a:xfrm>
            <a:off x="3194050" y="1331611"/>
            <a:ext cx="5964238" cy="946150"/>
            <a:chOff x="1043" y="794"/>
            <a:chExt cx="3757" cy="596"/>
          </a:xfrm>
        </p:grpSpPr>
        <p:sp>
          <p:nvSpPr>
            <p:cNvPr id="159" name="Rectangle 6">
              <a:extLst>
                <a:ext uri="{FF2B5EF4-FFF2-40B4-BE49-F238E27FC236}">
                  <a16:creationId xmlns:a16="http://schemas.microsoft.com/office/drawing/2014/main" id="{8CC94991-9BAE-40B9-BBDA-D14E62FE5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60" name="Group 7">
              <a:extLst>
                <a:ext uri="{FF2B5EF4-FFF2-40B4-BE49-F238E27FC236}">
                  <a16:creationId xmlns:a16="http://schemas.microsoft.com/office/drawing/2014/main" id="{837A4C18-2B23-4AC4-A19E-41106A0E01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201" name="Rectangle 8">
                <a:extLst>
                  <a:ext uri="{FF2B5EF4-FFF2-40B4-BE49-F238E27FC236}">
                    <a16:creationId xmlns:a16="http://schemas.microsoft.com/office/drawing/2014/main" id="{5CC51BFB-C636-45AC-BD22-954481962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2" name="Rectangle 9">
                <a:extLst>
                  <a:ext uri="{FF2B5EF4-FFF2-40B4-BE49-F238E27FC236}">
                    <a16:creationId xmlns:a16="http://schemas.microsoft.com/office/drawing/2014/main" id="{DFDE7F0E-9097-4CB5-91E0-13799C686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161" name="Group 10">
              <a:extLst>
                <a:ext uri="{FF2B5EF4-FFF2-40B4-BE49-F238E27FC236}">
                  <a16:creationId xmlns:a16="http://schemas.microsoft.com/office/drawing/2014/main" id="{4C7E3089-B7E1-4BBF-B1F4-2E00CCEA27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986"/>
              <a:ext cx="580" cy="212"/>
              <a:chOff x="1736" y="986"/>
              <a:chExt cx="580" cy="212"/>
            </a:xfrm>
          </p:grpSpPr>
          <p:sp>
            <p:nvSpPr>
              <p:cNvPr id="199" name="Rectangle 11">
                <a:extLst>
                  <a:ext uri="{FF2B5EF4-FFF2-40B4-BE49-F238E27FC236}">
                    <a16:creationId xmlns:a16="http://schemas.microsoft.com/office/drawing/2014/main" id="{21FD0DBB-4F37-4155-9891-949E23FE7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99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0" name="Rectangle 12">
                <a:extLst>
                  <a:ext uri="{FF2B5EF4-FFF2-40B4-BE49-F238E27FC236}">
                    <a16:creationId xmlns:a16="http://schemas.microsoft.com/office/drawing/2014/main" id="{5C7797F9-6FED-478C-BD91-AA0FE644B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98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62" name="Group 13">
              <a:extLst>
                <a:ext uri="{FF2B5EF4-FFF2-40B4-BE49-F238E27FC236}">
                  <a16:creationId xmlns:a16="http://schemas.microsoft.com/office/drawing/2014/main" id="{5371A834-B0FC-448A-9B8D-30892D30EB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4" y="986"/>
              <a:ext cx="579" cy="212"/>
              <a:chOff x="2324" y="986"/>
              <a:chExt cx="579" cy="212"/>
            </a:xfrm>
          </p:grpSpPr>
          <p:sp>
            <p:nvSpPr>
              <p:cNvPr id="197" name="Rectangle 14">
                <a:extLst>
                  <a:ext uri="{FF2B5EF4-FFF2-40B4-BE49-F238E27FC236}">
                    <a16:creationId xmlns:a16="http://schemas.microsoft.com/office/drawing/2014/main" id="{BFE9DBFF-0A3A-424B-B430-8BD38390E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4" y="99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8" name="Rectangle 15">
                <a:extLst>
                  <a:ext uri="{FF2B5EF4-FFF2-40B4-BE49-F238E27FC236}">
                    <a16:creationId xmlns:a16="http://schemas.microsoft.com/office/drawing/2014/main" id="{665CB80E-E600-40C6-91AA-D406A0D8A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8" y="98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163" name="Rectangle 16">
              <a:extLst>
                <a:ext uri="{FF2B5EF4-FFF2-40B4-BE49-F238E27FC236}">
                  <a16:creationId xmlns:a16="http://schemas.microsoft.com/office/drawing/2014/main" id="{A662B4AF-6A86-48D1-8B48-905495473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" y="99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4" name="Rectangle 17">
              <a:extLst>
                <a:ext uri="{FF2B5EF4-FFF2-40B4-BE49-F238E27FC236}">
                  <a16:creationId xmlns:a16="http://schemas.microsoft.com/office/drawing/2014/main" id="{494C8B4A-5E02-47B8-B6DB-67A88F522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" y="986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165" name="Rectangle 18">
              <a:extLst>
                <a:ext uri="{FF2B5EF4-FFF2-40B4-BE49-F238E27FC236}">
                  <a16:creationId xmlns:a16="http://schemas.microsoft.com/office/drawing/2014/main" id="{1F41BD4E-2043-4299-8003-186085D34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66" name="Rectangle 19">
              <a:extLst>
                <a:ext uri="{FF2B5EF4-FFF2-40B4-BE49-F238E27FC236}">
                  <a16:creationId xmlns:a16="http://schemas.microsoft.com/office/drawing/2014/main" id="{B1121C0D-81C1-4C52-8972-22EBA804E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167" name="Rectangle 20">
              <a:extLst>
                <a:ext uri="{FF2B5EF4-FFF2-40B4-BE49-F238E27FC236}">
                  <a16:creationId xmlns:a16="http://schemas.microsoft.com/office/drawing/2014/main" id="{95B4064F-DC0D-4DB3-8093-1128AD11E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168" name="Rectangle 21">
              <a:extLst>
                <a:ext uri="{FF2B5EF4-FFF2-40B4-BE49-F238E27FC236}">
                  <a16:creationId xmlns:a16="http://schemas.microsoft.com/office/drawing/2014/main" id="{E9477E76-7FDC-4DD2-A2C5-E009BFCC0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192" name="Rectangle 22">
              <a:extLst>
                <a:ext uri="{FF2B5EF4-FFF2-40B4-BE49-F238E27FC236}">
                  <a16:creationId xmlns:a16="http://schemas.microsoft.com/office/drawing/2014/main" id="{B917D32F-1BB5-4DF7-A4BA-479044658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193" name="Rectangle 23">
              <a:extLst>
                <a:ext uri="{FF2B5EF4-FFF2-40B4-BE49-F238E27FC236}">
                  <a16:creationId xmlns:a16="http://schemas.microsoft.com/office/drawing/2014/main" id="{B5087A7E-AFF0-4B9F-8B1D-593DD5124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94" name="Rectangle 24">
              <a:extLst>
                <a:ext uri="{FF2B5EF4-FFF2-40B4-BE49-F238E27FC236}">
                  <a16:creationId xmlns:a16="http://schemas.microsoft.com/office/drawing/2014/main" id="{73D61530-A68E-4459-971F-DCB73C75D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117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195" name="Rectangle 25">
              <a:extLst>
                <a:ext uri="{FF2B5EF4-FFF2-40B4-BE49-F238E27FC236}">
                  <a16:creationId xmlns:a16="http://schemas.microsoft.com/office/drawing/2014/main" id="{CDF9A27B-56B4-4ADC-B4CD-3B6D40772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96" name="Rectangle 26">
              <a:extLst>
                <a:ext uri="{FF2B5EF4-FFF2-40B4-BE49-F238E27FC236}">
                  <a16:creationId xmlns:a16="http://schemas.microsoft.com/office/drawing/2014/main" id="{168C143D-8730-4F4F-BB7F-D5325BC83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203" name="Rectangle 27">
            <a:extLst>
              <a:ext uri="{FF2B5EF4-FFF2-40B4-BE49-F238E27FC236}">
                <a16:creationId xmlns:a16="http://schemas.microsoft.com/office/drawing/2014/main" id="{8BF03871-3F05-4388-8094-ADB08C238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85" y="347870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Line 29">
            <a:extLst>
              <a:ext uri="{FF2B5EF4-FFF2-40B4-BE49-F238E27FC236}">
                <a16:creationId xmlns:a16="http://schemas.microsoft.com/office/drawing/2014/main" id="{DCBC56B6-9C33-475B-A7BA-57E50CD16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4560" y="4235942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5" name="Rectangle 31">
            <a:extLst>
              <a:ext uri="{FF2B5EF4-FFF2-40B4-BE49-F238E27FC236}">
                <a16:creationId xmlns:a16="http://schemas.microsoft.com/office/drawing/2014/main" id="{686BAD20-225B-4913-8020-19DD0FA40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098" y="3829542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6" name="Line 33">
            <a:extLst>
              <a:ext uri="{FF2B5EF4-FFF2-40B4-BE49-F238E27FC236}">
                <a16:creationId xmlns:a16="http://schemas.microsoft.com/office/drawing/2014/main" id="{3B0DD0F7-B236-416F-B172-092E9B641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798" y="5016992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7" name="Rectangle 34">
            <a:extLst>
              <a:ext uri="{FF2B5EF4-FFF2-40B4-BE49-F238E27FC236}">
                <a16:creationId xmlns:a16="http://schemas.microsoft.com/office/drawing/2014/main" id="{8820C1A4-110C-436E-BFB1-45411F1EC29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0673" y="4234635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208" name="Rectangle 35">
            <a:extLst>
              <a:ext uri="{FF2B5EF4-FFF2-40B4-BE49-F238E27FC236}">
                <a16:creationId xmlns:a16="http://schemas.microsoft.com/office/drawing/2014/main" id="{E726FEF0-19C2-4061-AF47-ACEAA64D2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228" y="5517847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0" name="Line 49">
            <a:extLst>
              <a:ext uri="{FF2B5EF4-FFF2-40B4-BE49-F238E27FC236}">
                <a16:creationId xmlns:a16="http://schemas.microsoft.com/office/drawing/2014/main" id="{69F1B738-4330-4F68-8FBA-00A835881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348" y="4613767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21" name="Group 50">
            <a:extLst>
              <a:ext uri="{FF2B5EF4-FFF2-40B4-BE49-F238E27FC236}">
                <a16:creationId xmlns:a16="http://schemas.microsoft.com/office/drawing/2014/main" id="{A5EC45DF-E23E-4A55-8DBE-B5C2BCE2F7E9}"/>
              </a:ext>
            </a:extLst>
          </p:cNvPr>
          <p:cNvGrpSpPr>
            <a:grpSpLocks/>
          </p:cNvGrpSpPr>
          <p:nvPr/>
        </p:nvGrpSpPr>
        <p:grpSpPr bwMode="auto">
          <a:xfrm>
            <a:off x="3124123" y="3723179"/>
            <a:ext cx="346075" cy="1452563"/>
            <a:chOff x="1614" y="2229"/>
            <a:chExt cx="218" cy="915"/>
          </a:xfrm>
        </p:grpSpPr>
        <p:grpSp>
          <p:nvGrpSpPr>
            <p:cNvPr id="222" name="Group 51">
              <a:extLst>
                <a:ext uri="{FF2B5EF4-FFF2-40B4-BE49-F238E27FC236}">
                  <a16:creationId xmlns:a16="http://schemas.microsoft.com/office/drawing/2014/main" id="{831F63DE-D971-4FB1-BF6C-273B3DB9C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0" y="2229"/>
              <a:ext cx="192" cy="915"/>
              <a:chOff x="1640" y="2229"/>
              <a:chExt cx="192" cy="915"/>
            </a:xfrm>
          </p:grpSpPr>
          <p:sp>
            <p:nvSpPr>
              <p:cNvPr id="226" name="Line 52">
                <a:extLst>
                  <a:ext uri="{FF2B5EF4-FFF2-40B4-BE49-F238E27FC236}">
                    <a16:creationId xmlns:a16="http://schemas.microsoft.com/office/drawing/2014/main" id="{89F9819B-7A89-4520-AD09-1E88DF0F60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7" name="Line 53">
                <a:extLst>
                  <a:ext uri="{FF2B5EF4-FFF2-40B4-BE49-F238E27FC236}">
                    <a16:creationId xmlns:a16="http://schemas.microsoft.com/office/drawing/2014/main" id="{975681D3-4A14-4BAF-8E75-4C3A1F9DD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8" y="2229"/>
                <a:ext cx="176" cy="10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54">
                <a:extLst>
                  <a:ext uri="{FF2B5EF4-FFF2-40B4-BE49-F238E27FC236}">
                    <a16:creationId xmlns:a16="http://schemas.microsoft.com/office/drawing/2014/main" id="{29B53F0B-F0D6-4C34-B1DA-814A8D084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8" y="3006"/>
                <a:ext cx="176" cy="13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55">
                <a:extLst>
                  <a:ext uri="{FF2B5EF4-FFF2-40B4-BE49-F238E27FC236}">
                    <a16:creationId xmlns:a16="http://schemas.microsoft.com/office/drawing/2014/main" id="{FF825845-FBE8-4320-A759-585478C95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3" name="Rectangle 56">
              <a:extLst>
                <a:ext uri="{FF2B5EF4-FFF2-40B4-BE49-F238E27FC236}">
                  <a16:creationId xmlns:a16="http://schemas.microsoft.com/office/drawing/2014/main" id="{CBC1F56A-4040-4C67-81D8-1F306E961A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224" name="Rectangle 57">
              <a:extLst>
                <a:ext uri="{FF2B5EF4-FFF2-40B4-BE49-F238E27FC236}">
                  <a16:creationId xmlns:a16="http://schemas.microsoft.com/office/drawing/2014/main" id="{790687AB-E25A-421B-950F-88837FB1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5" name="Rectangle 58">
              <a:extLst>
                <a:ext uri="{FF2B5EF4-FFF2-40B4-BE49-F238E27FC236}">
                  <a16:creationId xmlns:a16="http://schemas.microsoft.com/office/drawing/2014/main" id="{2FD9986E-6E32-45F9-906E-7419023B0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30" name="Line 59">
            <a:extLst>
              <a:ext uri="{FF2B5EF4-FFF2-40B4-BE49-F238E27FC236}">
                <a16:creationId xmlns:a16="http://schemas.microsoft.com/office/drawing/2014/main" id="{24785454-0D18-406C-BCD2-E34E0B9A81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9135" y="3885104"/>
            <a:ext cx="5889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1" name="Line 60">
            <a:extLst>
              <a:ext uri="{FF2B5EF4-FFF2-40B4-BE49-F238E27FC236}">
                <a16:creationId xmlns:a16="http://schemas.microsoft.com/office/drawing/2014/main" id="{D1BE4037-639F-467A-BF59-AEE5FDE3C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5998" y="5040804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6" name="Rectangle 75">
            <a:extLst>
              <a:ext uri="{FF2B5EF4-FFF2-40B4-BE49-F238E27FC236}">
                <a16:creationId xmlns:a16="http://schemas.microsoft.com/office/drawing/2014/main" id="{9E117B6F-EF6D-4C43-835B-DF176780B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845" y="3164892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2000" b="1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7" name="Line 76">
            <a:extLst>
              <a:ext uri="{FF2B5EF4-FFF2-40B4-BE49-F238E27FC236}">
                <a16:creationId xmlns:a16="http://schemas.microsoft.com/office/drawing/2014/main" id="{F03B0B63-C15C-4E8B-8C71-AE38185B9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0498" y="3490247"/>
            <a:ext cx="0" cy="31706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8" name="Rectangle 78">
            <a:extLst>
              <a:ext uri="{FF2B5EF4-FFF2-40B4-BE49-F238E27FC236}">
                <a16:creationId xmlns:a16="http://schemas.microsoft.com/office/drawing/2014/main" id="{F2A0300F-4026-4735-B7E3-3B29F876D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125" y="439671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9" name="Rectangle 79">
            <a:extLst>
              <a:ext uri="{FF2B5EF4-FFF2-40B4-BE49-F238E27FC236}">
                <a16:creationId xmlns:a16="http://schemas.microsoft.com/office/drawing/2014/main" id="{D4E0343A-0046-4DCC-934F-3A408C0FC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100" y="3822035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0" name="Rectangle 80">
            <a:extLst>
              <a:ext uri="{FF2B5EF4-FFF2-40B4-BE49-F238E27FC236}">
                <a16:creationId xmlns:a16="http://schemas.microsoft.com/office/drawing/2014/main" id="{8D4DDF90-6BD0-4E50-B5DB-042BD3C3A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863" y="3679160"/>
            <a:ext cx="1431925" cy="11509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1" name="Line 81">
            <a:extLst>
              <a:ext uri="{FF2B5EF4-FFF2-40B4-BE49-F238E27FC236}">
                <a16:creationId xmlns:a16="http://schemas.microsoft.com/office/drawing/2014/main" id="{8A412EC5-3423-4640-9CD9-D89321166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3198" y="4613768"/>
            <a:ext cx="248441" cy="845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2" name="Line 82">
            <a:extLst>
              <a:ext uri="{FF2B5EF4-FFF2-40B4-BE49-F238E27FC236}">
                <a16:creationId xmlns:a16="http://schemas.microsoft.com/office/drawing/2014/main" id="{2DED6218-F808-47D0-A681-8C379C0D9C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6549" y="4708122"/>
            <a:ext cx="231055" cy="8529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3" name="Rectangle 84">
            <a:extLst>
              <a:ext uri="{FF2B5EF4-FFF2-40B4-BE49-F238E27FC236}">
                <a16:creationId xmlns:a16="http://schemas.microsoft.com/office/drawing/2014/main" id="{2368F76E-44DC-4869-B23B-E5B9E3278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613" y="3156873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4" name="Line 85">
            <a:extLst>
              <a:ext uri="{FF2B5EF4-FFF2-40B4-BE49-F238E27FC236}">
                <a16:creationId xmlns:a16="http://schemas.microsoft.com/office/drawing/2014/main" id="{C986C92D-927B-4230-A541-3E6E54FAB9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6388" y="4172873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5" name="Line 86">
            <a:extLst>
              <a:ext uri="{FF2B5EF4-FFF2-40B4-BE49-F238E27FC236}">
                <a16:creationId xmlns:a16="http://schemas.microsoft.com/office/drawing/2014/main" id="{8E2D90C2-3863-4C9A-8CF4-1CFDF8940E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0073" y="4106991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6" name="Line 87">
            <a:extLst>
              <a:ext uri="{FF2B5EF4-FFF2-40B4-BE49-F238E27FC236}">
                <a16:creationId xmlns:a16="http://schemas.microsoft.com/office/drawing/2014/main" id="{663A99A9-A8E9-4CC2-A6B1-3CEE19C60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9188" y="3810923"/>
            <a:ext cx="86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7" name="Line 88">
            <a:extLst>
              <a:ext uri="{FF2B5EF4-FFF2-40B4-BE49-F238E27FC236}">
                <a16:creationId xmlns:a16="http://schemas.microsoft.com/office/drawing/2014/main" id="{E25BDA91-3325-467D-AE64-2DFC308A0B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20038" y="3771235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8" name="Rectangle 89">
            <a:extLst>
              <a:ext uri="{FF2B5EF4-FFF2-40B4-BE49-F238E27FC236}">
                <a16:creationId xmlns:a16="http://schemas.microsoft.com/office/drawing/2014/main" id="{5C9B136F-1B76-4153-9D2C-53B2C8B8C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400" y="391887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9" name="Rectangle 90">
            <a:extLst>
              <a:ext uri="{FF2B5EF4-FFF2-40B4-BE49-F238E27FC236}">
                <a16:creationId xmlns:a16="http://schemas.microsoft.com/office/drawing/2014/main" id="{550E10F0-FCD4-4C88-879E-B347933BE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300" y="349501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0" name="Line 91">
            <a:extLst>
              <a:ext uri="{FF2B5EF4-FFF2-40B4-BE49-F238E27FC236}">
                <a16:creationId xmlns:a16="http://schemas.microsoft.com/office/drawing/2014/main" id="{F037D3B0-2505-4231-BAE4-90E7B018C0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1088" y="3442623"/>
            <a:ext cx="0" cy="2301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1" name="Line 92">
            <a:extLst>
              <a:ext uri="{FF2B5EF4-FFF2-40B4-BE49-F238E27FC236}">
                <a16:creationId xmlns:a16="http://schemas.microsoft.com/office/drawing/2014/main" id="{03F973D0-6C72-4E7C-92BB-EFD95FEB4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9188" y="4679285"/>
            <a:ext cx="850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2" name="Line 93">
            <a:extLst>
              <a:ext uri="{FF2B5EF4-FFF2-40B4-BE49-F238E27FC236}">
                <a16:creationId xmlns:a16="http://schemas.microsoft.com/office/drawing/2014/main" id="{F7C2FB0B-A2CA-4F2C-976F-6FB3243F75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3538" y="4614198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3" name="Rectangle 94">
            <a:extLst>
              <a:ext uri="{FF2B5EF4-FFF2-40B4-BE49-F238E27FC236}">
                <a16:creationId xmlns:a16="http://schemas.microsoft.com/office/drawing/2014/main" id="{CC29A820-13E7-4F4A-9092-AB023D893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800" y="467769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4" name="Rectangle 95">
            <a:extLst>
              <a:ext uri="{FF2B5EF4-FFF2-40B4-BE49-F238E27FC236}">
                <a16:creationId xmlns:a16="http://schemas.microsoft.com/office/drawing/2014/main" id="{20371851-F0CB-42CA-AE2C-083630A17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200" y="4387185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5" name="Line 96">
            <a:extLst>
              <a:ext uri="{FF2B5EF4-FFF2-40B4-BE49-F238E27FC236}">
                <a16:creationId xmlns:a16="http://schemas.microsoft.com/office/drawing/2014/main" id="{A3B23B64-2277-4D5F-BC7A-6DBCE323B1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0898" y="4698335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6" name="Line 97">
            <a:extLst>
              <a:ext uri="{FF2B5EF4-FFF2-40B4-BE49-F238E27FC236}">
                <a16:creationId xmlns:a16="http://schemas.microsoft.com/office/drawing/2014/main" id="{DDAED395-1148-461E-9B37-51F57F84D5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9538" y="3039398"/>
            <a:ext cx="0" cy="625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7" name="Line 98">
            <a:extLst>
              <a:ext uri="{FF2B5EF4-FFF2-40B4-BE49-F238E27FC236}">
                <a16:creationId xmlns:a16="http://schemas.microsoft.com/office/drawing/2014/main" id="{9E9BF5FD-CA10-40F5-BC75-B2783C85F2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6038" y="3371185"/>
            <a:ext cx="139700" cy="157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8" name="Rectangle 99">
            <a:extLst>
              <a:ext uri="{FF2B5EF4-FFF2-40B4-BE49-F238E27FC236}">
                <a16:creationId xmlns:a16="http://schemas.microsoft.com/office/drawing/2014/main" id="{0B406575-9B21-4CA3-8FB1-8B7DC033C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000" y="322989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69" name="Line 100">
            <a:extLst>
              <a:ext uri="{FF2B5EF4-FFF2-40B4-BE49-F238E27FC236}">
                <a16:creationId xmlns:a16="http://schemas.microsoft.com/office/drawing/2014/main" id="{883FA725-1697-475C-95DE-E9077D03E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538" y="3256886"/>
            <a:ext cx="0" cy="407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0" name="Line 101">
            <a:extLst>
              <a:ext uri="{FF2B5EF4-FFF2-40B4-BE49-F238E27FC236}">
                <a16:creationId xmlns:a16="http://schemas.microsoft.com/office/drawing/2014/main" id="{2C97926C-174D-4A49-BE0C-3CCACF0F83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7038" y="3371185"/>
            <a:ext cx="139700" cy="157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1" name="Rectangle 102">
            <a:extLst>
              <a:ext uri="{FF2B5EF4-FFF2-40B4-BE49-F238E27FC236}">
                <a16:creationId xmlns:a16="http://schemas.microsoft.com/office/drawing/2014/main" id="{153CEC78-0253-4425-9C68-E64C07673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000" y="322989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72" name="Line 103">
            <a:extLst>
              <a:ext uri="{FF2B5EF4-FFF2-40B4-BE49-F238E27FC236}">
                <a16:creationId xmlns:a16="http://schemas.microsoft.com/office/drawing/2014/main" id="{F6F85A72-2C2F-45BD-B0E0-1781A8223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7738" y="3256886"/>
            <a:ext cx="0" cy="407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3" name="Line 104">
            <a:extLst>
              <a:ext uri="{FF2B5EF4-FFF2-40B4-BE49-F238E27FC236}">
                <a16:creationId xmlns:a16="http://schemas.microsoft.com/office/drawing/2014/main" id="{955F469D-EBAF-495A-B330-E5908A1E16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34238" y="3371185"/>
            <a:ext cx="139700" cy="157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4" name="Rectangle 105">
            <a:extLst>
              <a:ext uri="{FF2B5EF4-FFF2-40B4-BE49-F238E27FC236}">
                <a16:creationId xmlns:a16="http://schemas.microsoft.com/office/drawing/2014/main" id="{443F1819-C1E4-42C7-B54E-2172CBFB3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200" y="322989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75" name="Rectangle 106">
            <a:extLst>
              <a:ext uri="{FF2B5EF4-FFF2-40B4-BE49-F238E27FC236}">
                <a16:creationId xmlns:a16="http://schemas.microsoft.com/office/drawing/2014/main" id="{D8C158CD-42D5-4B43-AF24-B063C3585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000" y="3664873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6" name="Rectangle 107">
            <a:extLst>
              <a:ext uri="{FF2B5EF4-FFF2-40B4-BE49-F238E27FC236}">
                <a16:creationId xmlns:a16="http://schemas.microsoft.com/office/drawing/2014/main" id="{A1412850-F680-415F-9980-10989C53B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200" y="3664873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77" name="Rectangle 108">
            <a:extLst>
              <a:ext uri="{FF2B5EF4-FFF2-40B4-BE49-F238E27FC236}">
                <a16:creationId xmlns:a16="http://schemas.microsoft.com/office/drawing/2014/main" id="{029E3D7C-5041-4C20-987B-441386620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200" y="3664873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78" name="Rectangle 109">
            <a:extLst>
              <a:ext uri="{FF2B5EF4-FFF2-40B4-BE49-F238E27FC236}">
                <a16:creationId xmlns:a16="http://schemas.microsoft.com/office/drawing/2014/main" id="{2251EE6B-9D57-4C68-B287-8396F747D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605" y="4004598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79" name="Rectangle 110">
            <a:extLst>
              <a:ext uri="{FF2B5EF4-FFF2-40B4-BE49-F238E27FC236}">
                <a16:creationId xmlns:a16="http://schemas.microsoft.com/office/drawing/2014/main" id="{FDF5DE1B-509E-4E62-9743-F3D3EF827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2600" y="3013998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80" name="Rectangle 111">
            <a:extLst>
              <a:ext uri="{FF2B5EF4-FFF2-40B4-BE49-F238E27FC236}">
                <a16:creationId xmlns:a16="http://schemas.microsoft.com/office/drawing/2014/main" id="{CFC61A43-D7E4-43CA-BDE7-18BC89968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556" y="302193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281" name="Rectangle 112">
            <a:extLst>
              <a:ext uri="{FF2B5EF4-FFF2-40B4-BE49-F238E27FC236}">
                <a16:creationId xmlns:a16="http://schemas.microsoft.com/office/drawing/2014/main" id="{A7EEB243-8D52-4D6C-9E19-CFDC6FB55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138" y="3639473"/>
            <a:ext cx="444500" cy="12065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2" name="Rectangle 113">
            <a:extLst>
              <a:ext uri="{FF2B5EF4-FFF2-40B4-BE49-F238E27FC236}">
                <a16:creationId xmlns:a16="http://schemas.microsoft.com/office/drawing/2014/main" id="{D74EB37E-9367-40DB-BAF6-F842792F4D2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56583" y="4086634"/>
            <a:ext cx="8191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Equal?</a:t>
            </a:r>
          </a:p>
        </p:txBody>
      </p:sp>
      <p:sp>
        <p:nvSpPr>
          <p:cNvPr id="283" name="Line 114">
            <a:extLst>
              <a:ext uri="{FF2B5EF4-FFF2-40B4-BE49-F238E27FC236}">
                <a16:creationId xmlns:a16="http://schemas.microsoft.com/office/drawing/2014/main" id="{388FD367-B166-4F45-9AB8-F9C859BCA1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1388" y="2775873"/>
            <a:ext cx="0" cy="876300"/>
          </a:xfrm>
          <a:prstGeom prst="line">
            <a:avLst/>
          </a:prstGeom>
          <a:noFill/>
          <a:ln w="38100" cmpd="dbl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4" name="Rectangle 115">
            <a:extLst>
              <a:ext uri="{FF2B5EF4-FFF2-40B4-BE49-F238E27FC236}">
                <a16:creationId xmlns:a16="http://schemas.microsoft.com/office/drawing/2014/main" id="{4A2AE02F-7B24-4E90-A598-696FC4DCF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800" y="2452023"/>
            <a:ext cx="74219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rgbClr val="3333FF"/>
                </a:solidFill>
                <a:latin typeface="+mn-lt"/>
                <a:ea typeface="SimHei" panose="02010609060101010101" pitchFamily="49" charset="-122"/>
              </a:rPr>
              <a:t>“Zero”</a:t>
            </a:r>
          </a:p>
        </p:txBody>
      </p:sp>
      <p:sp>
        <p:nvSpPr>
          <p:cNvPr id="285" name="Line 119">
            <a:extLst>
              <a:ext uri="{FF2B5EF4-FFF2-40B4-BE49-F238E27FC236}">
                <a16:creationId xmlns:a16="http://schemas.microsoft.com/office/drawing/2014/main" id="{8DDEA35E-F828-4347-B53F-4886FFE3AB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898" y="549800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6" name="Freeform 120">
            <a:extLst>
              <a:ext uri="{FF2B5EF4-FFF2-40B4-BE49-F238E27FC236}">
                <a16:creationId xmlns:a16="http://schemas.microsoft.com/office/drawing/2014/main" id="{27127642-3256-4907-B101-CA376506860B}"/>
              </a:ext>
            </a:extLst>
          </p:cNvPr>
          <p:cNvSpPr>
            <a:spLocks/>
          </p:cNvSpPr>
          <p:nvPr/>
        </p:nvSpPr>
        <p:spPr bwMode="auto">
          <a:xfrm>
            <a:off x="4130598" y="2724642"/>
            <a:ext cx="306387" cy="186848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7" name="Rectangle 121">
            <a:extLst>
              <a:ext uri="{FF2B5EF4-FFF2-40B4-BE49-F238E27FC236}">
                <a16:creationId xmlns:a16="http://schemas.microsoft.com/office/drawing/2014/main" id="{E95434C6-7DBB-470E-B5C7-FB83220DB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510" y="2432542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288" name="Line 122">
            <a:extLst>
              <a:ext uri="{FF2B5EF4-FFF2-40B4-BE49-F238E27FC236}">
                <a16:creationId xmlns:a16="http://schemas.microsoft.com/office/drawing/2014/main" id="{F656B1A9-0013-46A3-9B63-E3837F521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5598" y="445660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9" name="Freeform 123">
            <a:extLst>
              <a:ext uri="{FF2B5EF4-FFF2-40B4-BE49-F238E27FC236}">
                <a16:creationId xmlns:a16="http://schemas.microsoft.com/office/drawing/2014/main" id="{66A68C26-6C66-4390-B7A4-A37A147CEDA1}"/>
              </a:ext>
            </a:extLst>
          </p:cNvPr>
          <p:cNvSpPr>
            <a:spLocks/>
          </p:cNvSpPr>
          <p:nvPr/>
        </p:nvSpPr>
        <p:spPr bwMode="auto">
          <a:xfrm>
            <a:off x="1392160" y="3067542"/>
            <a:ext cx="3019425" cy="116998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0" name="Freeform 124">
            <a:extLst>
              <a:ext uri="{FF2B5EF4-FFF2-40B4-BE49-F238E27FC236}">
                <a16:creationId xmlns:a16="http://schemas.microsoft.com/office/drawing/2014/main" id="{A04C0E6E-63E7-4843-A077-509C741231AD}"/>
              </a:ext>
            </a:extLst>
          </p:cNvPr>
          <p:cNvSpPr>
            <a:spLocks/>
          </p:cNvSpPr>
          <p:nvPr/>
        </p:nvSpPr>
        <p:spPr bwMode="auto">
          <a:xfrm>
            <a:off x="1900160" y="3885104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1" name="Oval 125">
            <a:extLst>
              <a:ext uri="{FF2B5EF4-FFF2-40B4-BE49-F238E27FC236}">
                <a16:creationId xmlns:a16="http://schemas.microsoft.com/office/drawing/2014/main" id="{308C747C-A708-499D-BBFE-99A94313C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573" y="2236122"/>
            <a:ext cx="1986115" cy="3352369"/>
          </a:xfrm>
          <a:prstGeom prst="ellips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2" name="Text Box 128">
            <a:extLst>
              <a:ext uri="{FF2B5EF4-FFF2-40B4-BE49-F238E27FC236}">
                <a16:creationId xmlns:a16="http://schemas.microsoft.com/office/drawing/2014/main" id="{8EBFB2AB-08BE-4E07-BB37-448003951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937" y="5869016"/>
            <a:ext cx="31870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选择 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PC+4 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或者</a:t>
            </a:r>
            <a:br>
              <a:rPr lang="zh-CN" altLang="en-US" sz="2000" b="0" dirty="0">
                <a:latin typeface="+mn-lt"/>
                <a:ea typeface="SimHei" panose="02010609060101010101" pitchFamily="49" charset="-122"/>
              </a:rPr>
            </a:b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PC+4+{</a:t>
            </a:r>
            <a:r>
              <a:rPr lang="en-US" altLang="zh-CN" sz="2000" b="0" dirty="0" err="1">
                <a:latin typeface="+mn-lt"/>
                <a:ea typeface="SimHei" panose="02010609060101010101" pitchFamily="49" charset="-122"/>
              </a:rPr>
              <a:t>SignExtImm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 &lt;&lt; 2} </a:t>
            </a:r>
          </a:p>
        </p:txBody>
      </p:sp>
      <p:sp>
        <p:nvSpPr>
          <p:cNvPr id="293" name="Text Box 130">
            <a:extLst>
              <a:ext uri="{FF2B5EF4-FFF2-40B4-BE49-F238E27FC236}">
                <a16:creationId xmlns:a16="http://schemas.microsoft.com/office/drawing/2014/main" id="{38DD7837-009B-4F98-9FA2-7036BCB7A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1441" y="5567150"/>
            <a:ext cx="3219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做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Ra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和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Rb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是否相等的判断 </a:t>
            </a:r>
          </a:p>
        </p:txBody>
      </p:sp>
      <p:sp>
        <p:nvSpPr>
          <p:cNvPr id="294" name="Rectangle 35">
            <a:extLst>
              <a:ext uri="{FF2B5EF4-FFF2-40B4-BE49-F238E27FC236}">
                <a16:creationId xmlns:a16="http://schemas.microsoft.com/office/drawing/2014/main" id="{56BAFAB0-5FAC-4238-A75C-CF3BC1AC6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543" y="3923484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grpSp>
        <p:nvGrpSpPr>
          <p:cNvPr id="295" name="组合 1">
            <a:extLst>
              <a:ext uri="{FF2B5EF4-FFF2-40B4-BE49-F238E27FC236}">
                <a16:creationId xmlns:a16="http://schemas.microsoft.com/office/drawing/2014/main" id="{BE4B510A-C176-40CE-89BD-13779FE660A1}"/>
              </a:ext>
            </a:extLst>
          </p:cNvPr>
          <p:cNvGrpSpPr/>
          <p:nvPr/>
        </p:nvGrpSpPr>
        <p:grpSpPr>
          <a:xfrm>
            <a:off x="311672" y="5042898"/>
            <a:ext cx="1757598" cy="1426471"/>
            <a:chOff x="2588300" y="4750306"/>
            <a:chExt cx="1757598" cy="1426471"/>
          </a:xfrm>
        </p:grpSpPr>
        <p:sp>
          <p:nvSpPr>
            <p:cNvPr id="296" name="Rectangle 95">
              <a:extLst>
                <a:ext uri="{FF2B5EF4-FFF2-40B4-BE49-F238E27FC236}">
                  <a16:creationId xmlns:a16="http://schemas.microsoft.com/office/drawing/2014/main" id="{6BC6A7D5-5D6F-47E4-8294-BE8960BBB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588" y="4783138"/>
              <a:ext cx="355600" cy="8270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97" name="Rectangle 96">
              <a:extLst>
                <a:ext uri="{FF2B5EF4-FFF2-40B4-BE49-F238E27FC236}">
                  <a16:creationId xmlns:a16="http://schemas.microsoft.com/office/drawing/2014/main" id="{B7EC0026-51BB-4DA4-89C8-2050E3DCFD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49698" y="5022336"/>
              <a:ext cx="8800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zh-CN" sz="1600" dirty="0" err="1">
                  <a:latin typeface="+mn-lt"/>
                  <a:ea typeface="SimHei" panose="02010609060101010101" pitchFamily="49" charset="-122"/>
                </a:rPr>
                <a:t>ImmExt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98" name="Line 99">
              <a:extLst>
                <a:ext uri="{FF2B5EF4-FFF2-40B4-BE49-F238E27FC236}">
                  <a16:creationId xmlns:a16="http://schemas.microsoft.com/office/drawing/2014/main" id="{C41F199C-CB15-4179-AC42-D93CC9BBA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49" y="5195885"/>
              <a:ext cx="312342" cy="3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99" name="Rectangle 100">
              <a:extLst>
                <a:ext uri="{FF2B5EF4-FFF2-40B4-BE49-F238E27FC236}">
                  <a16:creationId xmlns:a16="http://schemas.microsoft.com/office/drawing/2014/main" id="{E5AE02D9-0494-400D-8956-01C01C854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787" y="5203825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300" name="Line 101">
              <a:extLst>
                <a:ext uri="{FF2B5EF4-FFF2-40B4-BE49-F238E27FC236}">
                  <a16:creationId xmlns:a16="http://schemas.microsoft.com/office/drawing/2014/main" id="{DD7FEDE9-E773-4603-A5DD-AA6760026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756" y="5131593"/>
              <a:ext cx="8890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1" name="Line 102">
              <a:extLst>
                <a:ext uri="{FF2B5EF4-FFF2-40B4-BE49-F238E27FC236}">
                  <a16:creationId xmlns:a16="http://schemas.microsoft.com/office/drawing/2014/main" id="{D675126C-2268-4183-8D8C-0AFB67DD2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8300" y="5203825"/>
              <a:ext cx="7073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2" name="Line 103">
              <a:extLst>
                <a:ext uri="{FF2B5EF4-FFF2-40B4-BE49-F238E27FC236}">
                  <a16:creationId xmlns:a16="http://schemas.microsoft.com/office/drawing/2014/main" id="{4B688335-75ED-4FFC-B882-B8DE42AFAA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7050" y="5130799"/>
              <a:ext cx="88900" cy="128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3" name="Rectangle 104">
              <a:extLst>
                <a:ext uri="{FF2B5EF4-FFF2-40B4-BE49-F238E27FC236}">
                  <a16:creationId xmlns:a16="http://schemas.microsoft.com/office/drawing/2014/main" id="{28983338-FB34-4D9A-9A9D-6B491110F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413" y="5199061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304" name="Rectangle 105">
              <a:extLst>
                <a:ext uri="{FF2B5EF4-FFF2-40B4-BE49-F238E27FC236}">
                  <a16:creationId xmlns:a16="http://schemas.microsoft.com/office/drawing/2014/main" id="{0D00DCC7-8231-4170-9351-8943AAA18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8300" y="481904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imm16</a:t>
              </a:r>
            </a:p>
          </p:txBody>
        </p:sp>
        <p:sp>
          <p:nvSpPr>
            <p:cNvPr id="305" name="Line 109">
              <a:extLst>
                <a:ext uri="{FF2B5EF4-FFF2-40B4-BE49-F238E27FC236}">
                  <a16:creationId xmlns:a16="http://schemas.microsoft.com/office/drawing/2014/main" id="{9D64D7E0-302C-46BD-9402-16105CF20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610225"/>
              <a:ext cx="0" cy="284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6" name="Rectangle 110">
              <a:extLst>
                <a:ext uri="{FF2B5EF4-FFF2-40B4-BE49-F238E27FC236}">
                  <a16:creationId xmlns:a16="http://schemas.microsoft.com/office/drawing/2014/main" id="{7FE2B3A5-F3AF-4EC3-A422-E01F1E2CA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600" y="5840788"/>
              <a:ext cx="75341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ExtOp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7" name="Rectangle 96">
              <a:extLst>
                <a:ext uri="{FF2B5EF4-FFF2-40B4-BE49-F238E27FC236}">
                  <a16:creationId xmlns:a16="http://schemas.microsoft.com/office/drawing/2014/main" id="{AFC473A7-40F3-4EC8-B1DA-86F8BAF9CA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80546" y="5022336"/>
              <a:ext cx="59471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&lt;&lt; 2</a:t>
              </a:r>
            </a:p>
          </p:txBody>
        </p:sp>
      </p:grpSp>
      <p:sp>
        <p:nvSpPr>
          <p:cNvPr id="308" name="Oval 2">
            <a:extLst>
              <a:ext uri="{FF2B5EF4-FFF2-40B4-BE49-F238E27FC236}">
                <a16:creationId xmlns:a16="http://schemas.microsoft.com/office/drawing/2014/main" id="{59854488-3D3A-47EC-97BF-3238C383B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84" y="2179068"/>
            <a:ext cx="4411816" cy="4233862"/>
          </a:xfrm>
          <a:prstGeom prst="ellips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9" name="椭圆 4">
            <a:extLst>
              <a:ext uri="{FF2B5EF4-FFF2-40B4-BE49-F238E27FC236}">
                <a16:creationId xmlns:a16="http://schemas.microsoft.com/office/drawing/2014/main" id="{9631AFF4-50BA-47E0-94CB-A7C433C40BC2}"/>
              </a:ext>
            </a:extLst>
          </p:cNvPr>
          <p:cNvSpPr/>
          <p:nvPr/>
        </p:nvSpPr>
        <p:spPr bwMode="auto">
          <a:xfrm>
            <a:off x="1696961" y="5105150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DA0A71-EAA5-4646-BEF8-3DE7F94F2437}"/>
              </a:ext>
            </a:extLst>
          </p:cNvPr>
          <p:cNvSpPr/>
          <p:nvPr/>
        </p:nvSpPr>
        <p:spPr>
          <a:xfrm>
            <a:off x="476462" y="1547890"/>
            <a:ext cx="2492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kern="0" dirty="0" err="1">
                <a:solidFill>
                  <a:srgbClr val="3333CC"/>
                </a:solidFill>
                <a:latin typeface="+mn-lt"/>
                <a:ea typeface="SimHei" panose="02010609060101010101" pitchFamily="49" charset="-122"/>
              </a:rPr>
              <a:t>beq</a:t>
            </a:r>
            <a:r>
              <a:rPr lang="en-US" altLang="zh-CN" sz="2400" kern="0" dirty="0">
                <a:solidFill>
                  <a:srgbClr val="3333CC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2400" kern="0" dirty="0" err="1">
                <a:solidFill>
                  <a:srgbClr val="3333CC"/>
                </a:solidFill>
                <a:latin typeface="+mn-lt"/>
                <a:ea typeface="SimHei" panose="02010609060101010101" pitchFamily="49" charset="-122"/>
              </a:rPr>
              <a:t>rs</a:t>
            </a:r>
            <a:r>
              <a:rPr lang="en-US" altLang="en-US" sz="2400" kern="0" dirty="0">
                <a:solidFill>
                  <a:srgbClr val="3333CC"/>
                </a:solidFill>
                <a:latin typeface="+mn-lt"/>
                <a:ea typeface="SimHei" panose="02010609060101010101" pitchFamily="49" charset="-122"/>
              </a:rPr>
              <a:t>, rt, imm16</a:t>
            </a: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84817386-3C09-47B1-9E02-8F77FFFCC5ED}"/>
              </a:ext>
            </a:extLst>
          </p:cNvPr>
          <p:cNvGrpSpPr/>
          <p:nvPr/>
        </p:nvGrpSpPr>
        <p:grpSpPr>
          <a:xfrm>
            <a:off x="2077931" y="3167981"/>
            <a:ext cx="505337" cy="1193800"/>
            <a:chOff x="5799138" y="4889500"/>
            <a:chExt cx="505337" cy="1193800"/>
          </a:xfrm>
        </p:grpSpPr>
        <p:grpSp>
          <p:nvGrpSpPr>
            <p:cNvPr id="135" name="Group 4">
              <a:extLst>
                <a:ext uri="{FF2B5EF4-FFF2-40B4-BE49-F238E27FC236}">
                  <a16:creationId xmlns:a16="http://schemas.microsoft.com/office/drawing/2014/main" id="{008CCF1C-1733-41B9-B90E-35AEB99655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37" name="Line 5">
                <a:extLst>
                  <a:ext uri="{FF2B5EF4-FFF2-40B4-BE49-F238E27FC236}">
                    <a16:creationId xmlns:a16="http://schemas.microsoft.com/office/drawing/2014/main" id="{BF29066A-289C-42D3-9011-50375C65DB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8" name="Line 6">
                <a:extLst>
                  <a:ext uri="{FF2B5EF4-FFF2-40B4-BE49-F238E27FC236}">
                    <a16:creationId xmlns:a16="http://schemas.microsoft.com/office/drawing/2014/main" id="{8C2092A2-3042-4AA5-8457-F0C7906AA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9" name="Line 7">
                <a:extLst>
                  <a:ext uri="{FF2B5EF4-FFF2-40B4-BE49-F238E27FC236}">
                    <a16:creationId xmlns:a16="http://schemas.microsoft.com/office/drawing/2014/main" id="{44B96856-1638-437C-B46B-E8F4E9934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0" name="Line 8">
                <a:extLst>
                  <a:ext uri="{FF2B5EF4-FFF2-40B4-BE49-F238E27FC236}">
                    <a16:creationId xmlns:a16="http://schemas.microsoft.com/office/drawing/2014/main" id="{F20FA0E4-2008-4E84-9B82-269179F932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1" name="Line 9">
                <a:extLst>
                  <a:ext uri="{FF2B5EF4-FFF2-40B4-BE49-F238E27FC236}">
                    <a16:creationId xmlns:a16="http://schemas.microsoft.com/office/drawing/2014/main" id="{6882CCD4-D9DD-4FE6-B17D-081230A04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2" name="Line 10">
                <a:extLst>
                  <a:ext uri="{FF2B5EF4-FFF2-40B4-BE49-F238E27FC236}">
                    <a16:creationId xmlns:a16="http://schemas.microsoft.com/office/drawing/2014/main" id="{26B5FBCD-9047-4D26-BF2A-6A657C06AE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3" name="Line 11">
                <a:extLst>
                  <a:ext uri="{FF2B5EF4-FFF2-40B4-BE49-F238E27FC236}">
                    <a16:creationId xmlns:a16="http://schemas.microsoft.com/office/drawing/2014/main" id="{786D217B-D23C-4964-88A0-68CDE8691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4" name="Line 12">
                <a:extLst>
                  <a:ext uri="{FF2B5EF4-FFF2-40B4-BE49-F238E27FC236}">
                    <a16:creationId xmlns:a16="http://schemas.microsoft.com/office/drawing/2014/main" id="{EE56467B-6B21-428C-A10D-AA56DF4E0E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36" name="Rectangle 58">
              <a:extLst>
                <a:ext uri="{FF2B5EF4-FFF2-40B4-BE49-F238E27FC236}">
                  <a16:creationId xmlns:a16="http://schemas.microsoft.com/office/drawing/2014/main" id="{D1AE0A56-7078-45A9-955E-7632DBE8BF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145" name="Rectangle 73">
            <a:extLst>
              <a:ext uri="{FF2B5EF4-FFF2-40B4-BE49-F238E27FC236}">
                <a16:creationId xmlns:a16="http://schemas.microsoft.com/office/drawing/2014/main" id="{21C44234-4035-48B0-80D3-3C80D1F53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260" y="315961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146" name="Line 74">
            <a:extLst>
              <a:ext uri="{FF2B5EF4-FFF2-40B4-BE49-F238E27FC236}">
                <a16:creationId xmlns:a16="http://schemas.microsoft.com/office/drawing/2014/main" id="{6BAFE725-0C1A-4EA7-BB74-1F5C79529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048" y="335488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2132AD0-2BA0-4189-B5AF-28E8A41D097A}"/>
              </a:ext>
            </a:extLst>
          </p:cNvPr>
          <p:cNvGrpSpPr/>
          <p:nvPr/>
        </p:nvGrpSpPr>
        <p:grpSpPr>
          <a:xfrm>
            <a:off x="2409416" y="4490638"/>
            <a:ext cx="505337" cy="1193800"/>
            <a:chOff x="5799138" y="4889500"/>
            <a:chExt cx="505337" cy="1193800"/>
          </a:xfrm>
        </p:grpSpPr>
        <p:grpSp>
          <p:nvGrpSpPr>
            <p:cNvPr id="148" name="Group 4">
              <a:extLst>
                <a:ext uri="{FF2B5EF4-FFF2-40B4-BE49-F238E27FC236}">
                  <a16:creationId xmlns:a16="http://schemas.microsoft.com/office/drawing/2014/main" id="{0B19E304-BB91-47D3-9096-95C5ABD54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50" name="Line 5">
                <a:extLst>
                  <a:ext uri="{FF2B5EF4-FFF2-40B4-BE49-F238E27FC236}">
                    <a16:creationId xmlns:a16="http://schemas.microsoft.com/office/drawing/2014/main" id="{DABDB1AA-04A9-4AF4-9048-86486B0738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1" name="Line 6">
                <a:extLst>
                  <a:ext uri="{FF2B5EF4-FFF2-40B4-BE49-F238E27FC236}">
                    <a16:creationId xmlns:a16="http://schemas.microsoft.com/office/drawing/2014/main" id="{0F5507D7-9EC9-4273-9EF5-4982FAD46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2" name="Line 7">
                <a:extLst>
                  <a:ext uri="{FF2B5EF4-FFF2-40B4-BE49-F238E27FC236}">
                    <a16:creationId xmlns:a16="http://schemas.microsoft.com/office/drawing/2014/main" id="{1321CF25-1611-499C-A59F-29D43DDFE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3" name="Line 8">
                <a:extLst>
                  <a:ext uri="{FF2B5EF4-FFF2-40B4-BE49-F238E27FC236}">
                    <a16:creationId xmlns:a16="http://schemas.microsoft.com/office/drawing/2014/main" id="{0F2196F8-59F5-4813-B7D1-2A22B6B04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4" name="Line 9">
                <a:extLst>
                  <a:ext uri="{FF2B5EF4-FFF2-40B4-BE49-F238E27FC236}">
                    <a16:creationId xmlns:a16="http://schemas.microsoft.com/office/drawing/2014/main" id="{80F94EA8-7775-411A-B5F3-D5433DA7E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5" name="Line 10">
                <a:extLst>
                  <a:ext uri="{FF2B5EF4-FFF2-40B4-BE49-F238E27FC236}">
                    <a16:creationId xmlns:a16="http://schemas.microsoft.com/office/drawing/2014/main" id="{55AB38CB-A250-4A3A-BB46-327145041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6" name="Line 11">
                <a:extLst>
                  <a:ext uri="{FF2B5EF4-FFF2-40B4-BE49-F238E27FC236}">
                    <a16:creationId xmlns:a16="http://schemas.microsoft.com/office/drawing/2014/main" id="{2CC08AC9-B5D1-4BAC-AF22-BA9449810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7" name="Line 12">
                <a:extLst>
                  <a:ext uri="{FF2B5EF4-FFF2-40B4-BE49-F238E27FC236}">
                    <a16:creationId xmlns:a16="http://schemas.microsoft.com/office/drawing/2014/main" id="{5D44DCCD-9D03-4E3D-AD24-EE52C987E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49" name="Rectangle 58">
              <a:extLst>
                <a:ext uri="{FF2B5EF4-FFF2-40B4-BE49-F238E27FC236}">
                  <a16:creationId xmlns:a16="http://schemas.microsoft.com/office/drawing/2014/main" id="{4F9AC692-3670-4C7F-9A0E-2790283FC5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1B574D4-9567-2D48-16B5-D6A02905C8B3}"/>
                  </a:ext>
                </a:extLst>
              </p14:cNvPr>
              <p14:cNvContentPartPr/>
              <p14:nvPr/>
            </p14:nvContentPartPr>
            <p14:xfrm>
              <a:off x="518760" y="2871360"/>
              <a:ext cx="4045320" cy="27626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1B574D4-9567-2D48-16B5-D6A02905C8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400" y="2862000"/>
                <a:ext cx="4064040" cy="27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3965198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E184FC-834D-49F4-AE98-DE6B2569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分支指令</a:t>
            </a:r>
            <a:r>
              <a:rPr lang="en-US" altLang="zh-CN" dirty="0"/>
              <a:t>——</a:t>
            </a:r>
            <a:r>
              <a:rPr lang="zh-CN" altLang="en-US" dirty="0"/>
              <a:t>取指和条件选择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643494-A5BD-48C3-953B-8386A683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>
                <a:latin typeface="+mn-lt"/>
              </a:rPr>
              <a:pPr>
                <a:defRPr/>
              </a:pPr>
              <a:t>70</a:t>
            </a:fld>
            <a:endParaRPr lang="en-US" altLang="zh-CN" dirty="0">
              <a:latin typeface="+mn-lt"/>
            </a:endParaRPr>
          </a:p>
        </p:txBody>
      </p:sp>
      <p:grpSp>
        <p:nvGrpSpPr>
          <p:cNvPr id="158" name="Group 5">
            <a:extLst>
              <a:ext uri="{FF2B5EF4-FFF2-40B4-BE49-F238E27FC236}">
                <a16:creationId xmlns:a16="http://schemas.microsoft.com/office/drawing/2014/main" id="{5233B76C-2916-4520-BBC5-8F849952917E}"/>
              </a:ext>
            </a:extLst>
          </p:cNvPr>
          <p:cNvGrpSpPr>
            <a:grpSpLocks/>
          </p:cNvGrpSpPr>
          <p:nvPr/>
        </p:nvGrpSpPr>
        <p:grpSpPr bwMode="auto">
          <a:xfrm>
            <a:off x="3194050" y="1331611"/>
            <a:ext cx="5964238" cy="946150"/>
            <a:chOff x="1043" y="794"/>
            <a:chExt cx="3757" cy="596"/>
          </a:xfrm>
        </p:grpSpPr>
        <p:sp>
          <p:nvSpPr>
            <p:cNvPr id="159" name="Rectangle 6">
              <a:extLst>
                <a:ext uri="{FF2B5EF4-FFF2-40B4-BE49-F238E27FC236}">
                  <a16:creationId xmlns:a16="http://schemas.microsoft.com/office/drawing/2014/main" id="{8CC94991-9BAE-40B9-BBDA-D14E62FE5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99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60" name="Group 7">
              <a:extLst>
                <a:ext uri="{FF2B5EF4-FFF2-40B4-BE49-F238E27FC236}">
                  <a16:creationId xmlns:a16="http://schemas.microsoft.com/office/drawing/2014/main" id="{837A4C18-2B23-4AC4-A19E-41106A0E01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986"/>
              <a:ext cx="624" cy="212"/>
              <a:chOff x="1104" y="986"/>
              <a:chExt cx="624" cy="212"/>
            </a:xfrm>
          </p:grpSpPr>
          <p:sp>
            <p:nvSpPr>
              <p:cNvPr id="201" name="Rectangle 8">
                <a:extLst>
                  <a:ext uri="{FF2B5EF4-FFF2-40B4-BE49-F238E27FC236}">
                    <a16:creationId xmlns:a16="http://schemas.microsoft.com/office/drawing/2014/main" id="{5CC51BFB-C636-45AC-BD22-954481962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99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2" name="Rectangle 9">
                <a:extLst>
                  <a:ext uri="{FF2B5EF4-FFF2-40B4-BE49-F238E27FC236}">
                    <a16:creationId xmlns:a16="http://schemas.microsoft.com/office/drawing/2014/main" id="{DFDE7F0E-9097-4CB5-91E0-13799C686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" y="986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161" name="Group 10">
              <a:extLst>
                <a:ext uri="{FF2B5EF4-FFF2-40B4-BE49-F238E27FC236}">
                  <a16:creationId xmlns:a16="http://schemas.microsoft.com/office/drawing/2014/main" id="{4C7E3089-B7E1-4BBF-B1F4-2E00CCEA27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986"/>
              <a:ext cx="580" cy="212"/>
              <a:chOff x="1736" y="986"/>
              <a:chExt cx="580" cy="212"/>
            </a:xfrm>
          </p:grpSpPr>
          <p:sp>
            <p:nvSpPr>
              <p:cNvPr id="199" name="Rectangle 11">
                <a:extLst>
                  <a:ext uri="{FF2B5EF4-FFF2-40B4-BE49-F238E27FC236}">
                    <a16:creationId xmlns:a16="http://schemas.microsoft.com/office/drawing/2014/main" id="{21FD0DBB-4F37-4155-9891-949E23FE7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99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0" name="Rectangle 12">
                <a:extLst>
                  <a:ext uri="{FF2B5EF4-FFF2-40B4-BE49-F238E27FC236}">
                    <a16:creationId xmlns:a16="http://schemas.microsoft.com/office/drawing/2014/main" id="{5C7797F9-6FED-478C-BD91-AA0FE644B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1" y="986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162" name="Group 13">
              <a:extLst>
                <a:ext uri="{FF2B5EF4-FFF2-40B4-BE49-F238E27FC236}">
                  <a16:creationId xmlns:a16="http://schemas.microsoft.com/office/drawing/2014/main" id="{5371A834-B0FC-448A-9B8D-30892D30EB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4" y="986"/>
              <a:ext cx="579" cy="212"/>
              <a:chOff x="2324" y="986"/>
              <a:chExt cx="579" cy="212"/>
            </a:xfrm>
          </p:grpSpPr>
          <p:sp>
            <p:nvSpPr>
              <p:cNvPr id="197" name="Rectangle 14">
                <a:extLst>
                  <a:ext uri="{FF2B5EF4-FFF2-40B4-BE49-F238E27FC236}">
                    <a16:creationId xmlns:a16="http://schemas.microsoft.com/office/drawing/2014/main" id="{BFE9DBFF-0A3A-424B-B430-8BD38390E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4" y="99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8" name="Rectangle 15">
                <a:extLst>
                  <a:ext uri="{FF2B5EF4-FFF2-40B4-BE49-F238E27FC236}">
                    <a16:creationId xmlns:a16="http://schemas.microsoft.com/office/drawing/2014/main" id="{665CB80E-E600-40C6-91AA-D406A0D8A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8" y="986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163" name="Rectangle 16">
              <a:extLst>
                <a:ext uri="{FF2B5EF4-FFF2-40B4-BE49-F238E27FC236}">
                  <a16:creationId xmlns:a16="http://schemas.microsoft.com/office/drawing/2014/main" id="{A662B4AF-6A86-48D1-8B48-905495473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" y="99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4" name="Rectangle 17">
              <a:extLst>
                <a:ext uri="{FF2B5EF4-FFF2-40B4-BE49-F238E27FC236}">
                  <a16:creationId xmlns:a16="http://schemas.microsoft.com/office/drawing/2014/main" id="{494C8B4A-5E02-47B8-B6DB-67A88F522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" y="986"/>
              <a:ext cx="7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165" name="Rectangle 18">
              <a:extLst>
                <a:ext uri="{FF2B5EF4-FFF2-40B4-BE49-F238E27FC236}">
                  <a16:creationId xmlns:a16="http://schemas.microsoft.com/office/drawing/2014/main" id="{1F41BD4E-2043-4299-8003-186085D34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66" name="Rectangle 19">
              <a:extLst>
                <a:ext uri="{FF2B5EF4-FFF2-40B4-BE49-F238E27FC236}">
                  <a16:creationId xmlns:a16="http://schemas.microsoft.com/office/drawing/2014/main" id="{B1121C0D-81C1-4C52-8972-22EBA804E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167" name="Rectangle 20">
              <a:extLst>
                <a:ext uri="{FF2B5EF4-FFF2-40B4-BE49-F238E27FC236}">
                  <a16:creationId xmlns:a16="http://schemas.microsoft.com/office/drawing/2014/main" id="{95B4064F-DC0D-4DB3-8093-1128AD11E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168" name="Rectangle 21">
              <a:extLst>
                <a:ext uri="{FF2B5EF4-FFF2-40B4-BE49-F238E27FC236}">
                  <a16:creationId xmlns:a16="http://schemas.microsoft.com/office/drawing/2014/main" id="{E9477E76-7FDC-4DD2-A2C5-E009BFCC0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192" name="Rectangle 22">
              <a:extLst>
                <a:ext uri="{FF2B5EF4-FFF2-40B4-BE49-F238E27FC236}">
                  <a16:creationId xmlns:a16="http://schemas.microsoft.com/office/drawing/2014/main" id="{B917D32F-1BB5-4DF7-A4BA-479044658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79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193" name="Rectangle 23">
              <a:extLst>
                <a:ext uri="{FF2B5EF4-FFF2-40B4-BE49-F238E27FC236}">
                  <a16:creationId xmlns:a16="http://schemas.microsoft.com/office/drawing/2014/main" id="{B5087A7E-AFF0-4B9F-8B1D-593DD5124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94" name="Rectangle 24">
              <a:extLst>
                <a:ext uri="{FF2B5EF4-FFF2-40B4-BE49-F238E27FC236}">
                  <a16:creationId xmlns:a16="http://schemas.microsoft.com/office/drawing/2014/main" id="{73D61530-A68E-4459-971F-DCB73C75D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1178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195" name="Rectangle 25">
              <a:extLst>
                <a:ext uri="{FF2B5EF4-FFF2-40B4-BE49-F238E27FC236}">
                  <a16:creationId xmlns:a16="http://schemas.microsoft.com/office/drawing/2014/main" id="{CDF9A27B-56B4-4ADC-B4CD-3B6D40772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96" name="Rectangle 26">
              <a:extLst>
                <a:ext uri="{FF2B5EF4-FFF2-40B4-BE49-F238E27FC236}">
                  <a16:creationId xmlns:a16="http://schemas.microsoft.com/office/drawing/2014/main" id="{168C143D-8730-4F4F-BB7F-D5325BC83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178"/>
              <a:ext cx="4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sp>
        <p:nvSpPr>
          <p:cNvPr id="203" name="Rectangle 27">
            <a:extLst>
              <a:ext uri="{FF2B5EF4-FFF2-40B4-BE49-F238E27FC236}">
                <a16:creationId xmlns:a16="http://schemas.microsoft.com/office/drawing/2014/main" id="{8BF03871-3F05-4388-8094-ADB08C238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85" y="347870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Line 29">
            <a:extLst>
              <a:ext uri="{FF2B5EF4-FFF2-40B4-BE49-F238E27FC236}">
                <a16:creationId xmlns:a16="http://schemas.microsoft.com/office/drawing/2014/main" id="{DCBC56B6-9C33-475B-A7BA-57E50CD16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4560" y="4235942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5" name="Rectangle 31">
            <a:extLst>
              <a:ext uri="{FF2B5EF4-FFF2-40B4-BE49-F238E27FC236}">
                <a16:creationId xmlns:a16="http://schemas.microsoft.com/office/drawing/2014/main" id="{686BAD20-225B-4913-8020-19DD0FA40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098" y="3829542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6" name="Line 33">
            <a:extLst>
              <a:ext uri="{FF2B5EF4-FFF2-40B4-BE49-F238E27FC236}">
                <a16:creationId xmlns:a16="http://schemas.microsoft.com/office/drawing/2014/main" id="{3B0DD0F7-B236-416F-B172-092E9B641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798" y="5016992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7" name="Rectangle 34">
            <a:extLst>
              <a:ext uri="{FF2B5EF4-FFF2-40B4-BE49-F238E27FC236}">
                <a16:creationId xmlns:a16="http://schemas.microsoft.com/office/drawing/2014/main" id="{8820C1A4-110C-436E-BFB1-45411F1EC29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0673" y="4234635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208" name="Rectangle 35">
            <a:extLst>
              <a:ext uri="{FF2B5EF4-FFF2-40B4-BE49-F238E27FC236}">
                <a16:creationId xmlns:a16="http://schemas.microsoft.com/office/drawing/2014/main" id="{E726FEF0-19C2-4061-AF47-ACEAA64D2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228" y="5517847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0" name="Line 49">
            <a:extLst>
              <a:ext uri="{FF2B5EF4-FFF2-40B4-BE49-F238E27FC236}">
                <a16:creationId xmlns:a16="http://schemas.microsoft.com/office/drawing/2014/main" id="{69F1B738-4330-4F68-8FBA-00A835881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348" y="4613767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21" name="Group 50">
            <a:extLst>
              <a:ext uri="{FF2B5EF4-FFF2-40B4-BE49-F238E27FC236}">
                <a16:creationId xmlns:a16="http://schemas.microsoft.com/office/drawing/2014/main" id="{A5EC45DF-E23E-4A55-8DBE-B5C2BCE2F7E9}"/>
              </a:ext>
            </a:extLst>
          </p:cNvPr>
          <p:cNvGrpSpPr>
            <a:grpSpLocks/>
          </p:cNvGrpSpPr>
          <p:nvPr/>
        </p:nvGrpSpPr>
        <p:grpSpPr bwMode="auto">
          <a:xfrm>
            <a:off x="3124123" y="3723179"/>
            <a:ext cx="346075" cy="1452563"/>
            <a:chOff x="1614" y="2229"/>
            <a:chExt cx="218" cy="915"/>
          </a:xfrm>
        </p:grpSpPr>
        <p:grpSp>
          <p:nvGrpSpPr>
            <p:cNvPr id="222" name="Group 51">
              <a:extLst>
                <a:ext uri="{FF2B5EF4-FFF2-40B4-BE49-F238E27FC236}">
                  <a16:creationId xmlns:a16="http://schemas.microsoft.com/office/drawing/2014/main" id="{831F63DE-D971-4FB1-BF6C-273B3DB9C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0" y="2229"/>
              <a:ext cx="192" cy="915"/>
              <a:chOff x="1640" y="2229"/>
              <a:chExt cx="192" cy="915"/>
            </a:xfrm>
          </p:grpSpPr>
          <p:sp>
            <p:nvSpPr>
              <p:cNvPr id="226" name="Line 52">
                <a:extLst>
                  <a:ext uri="{FF2B5EF4-FFF2-40B4-BE49-F238E27FC236}">
                    <a16:creationId xmlns:a16="http://schemas.microsoft.com/office/drawing/2014/main" id="{89F9819B-7A89-4520-AD09-1E88DF0F60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7" name="Line 53">
                <a:extLst>
                  <a:ext uri="{FF2B5EF4-FFF2-40B4-BE49-F238E27FC236}">
                    <a16:creationId xmlns:a16="http://schemas.microsoft.com/office/drawing/2014/main" id="{975681D3-4A14-4BAF-8E75-4C3A1F9DD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8" y="2229"/>
                <a:ext cx="176" cy="10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54">
                <a:extLst>
                  <a:ext uri="{FF2B5EF4-FFF2-40B4-BE49-F238E27FC236}">
                    <a16:creationId xmlns:a16="http://schemas.microsoft.com/office/drawing/2014/main" id="{29B53F0B-F0D6-4C34-B1DA-814A8D084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8" y="3006"/>
                <a:ext cx="176" cy="13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55">
                <a:extLst>
                  <a:ext uri="{FF2B5EF4-FFF2-40B4-BE49-F238E27FC236}">
                    <a16:creationId xmlns:a16="http://schemas.microsoft.com/office/drawing/2014/main" id="{FF825845-FBE8-4320-A759-585478C95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3" name="Rectangle 56">
              <a:extLst>
                <a:ext uri="{FF2B5EF4-FFF2-40B4-BE49-F238E27FC236}">
                  <a16:creationId xmlns:a16="http://schemas.microsoft.com/office/drawing/2014/main" id="{CBC1F56A-4040-4C67-81D8-1F306E961A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224" name="Rectangle 57">
              <a:extLst>
                <a:ext uri="{FF2B5EF4-FFF2-40B4-BE49-F238E27FC236}">
                  <a16:creationId xmlns:a16="http://schemas.microsoft.com/office/drawing/2014/main" id="{790687AB-E25A-421B-950F-88837FB1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5" name="Rectangle 58">
              <a:extLst>
                <a:ext uri="{FF2B5EF4-FFF2-40B4-BE49-F238E27FC236}">
                  <a16:creationId xmlns:a16="http://schemas.microsoft.com/office/drawing/2014/main" id="{2FD9986E-6E32-45F9-906E-7419023B0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30" name="Line 59">
            <a:extLst>
              <a:ext uri="{FF2B5EF4-FFF2-40B4-BE49-F238E27FC236}">
                <a16:creationId xmlns:a16="http://schemas.microsoft.com/office/drawing/2014/main" id="{24785454-0D18-406C-BCD2-E34E0B9A81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9135" y="3885104"/>
            <a:ext cx="5889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1" name="Line 60">
            <a:extLst>
              <a:ext uri="{FF2B5EF4-FFF2-40B4-BE49-F238E27FC236}">
                <a16:creationId xmlns:a16="http://schemas.microsoft.com/office/drawing/2014/main" id="{D1BE4037-639F-467A-BF59-AEE5FDE3C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5998" y="5040804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6" name="Rectangle 75">
            <a:extLst>
              <a:ext uri="{FF2B5EF4-FFF2-40B4-BE49-F238E27FC236}">
                <a16:creationId xmlns:a16="http://schemas.microsoft.com/office/drawing/2014/main" id="{9E117B6F-EF6D-4C43-835B-DF176780B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845" y="3164892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2000" b="1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7" name="Line 76">
            <a:extLst>
              <a:ext uri="{FF2B5EF4-FFF2-40B4-BE49-F238E27FC236}">
                <a16:creationId xmlns:a16="http://schemas.microsoft.com/office/drawing/2014/main" id="{F03B0B63-C15C-4E8B-8C71-AE38185B9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0498" y="3490247"/>
            <a:ext cx="0" cy="31706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8" name="Rectangle 78">
            <a:extLst>
              <a:ext uri="{FF2B5EF4-FFF2-40B4-BE49-F238E27FC236}">
                <a16:creationId xmlns:a16="http://schemas.microsoft.com/office/drawing/2014/main" id="{F2A0300F-4026-4735-B7E3-3B29F876D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125" y="439671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9" name="Rectangle 79">
            <a:extLst>
              <a:ext uri="{FF2B5EF4-FFF2-40B4-BE49-F238E27FC236}">
                <a16:creationId xmlns:a16="http://schemas.microsoft.com/office/drawing/2014/main" id="{D4E0343A-0046-4DCC-934F-3A408C0FC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100" y="3822035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0" name="Rectangle 80">
            <a:extLst>
              <a:ext uri="{FF2B5EF4-FFF2-40B4-BE49-F238E27FC236}">
                <a16:creationId xmlns:a16="http://schemas.microsoft.com/office/drawing/2014/main" id="{8D4DDF90-6BD0-4E50-B5DB-042BD3C3A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863" y="3679160"/>
            <a:ext cx="1431925" cy="11509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1" name="Line 81">
            <a:extLst>
              <a:ext uri="{FF2B5EF4-FFF2-40B4-BE49-F238E27FC236}">
                <a16:creationId xmlns:a16="http://schemas.microsoft.com/office/drawing/2014/main" id="{8A412EC5-3423-4640-9CD9-D89321166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3198" y="4613768"/>
            <a:ext cx="248441" cy="845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2" name="Line 82">
            <a:extLst>
              <a:ext uri="{FF2B5EF4-FFF2-40B4-BE49-F238E27FC236}">
                <a16:creationId xmlns:a16="http://schemas.microsoft.com/office/drawing/2014/main" id="{2DED6218-F808-47D0-A681-8C379C0D9C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6549" y="4708122"/>
            <a:ext cx="231055" cy="8529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3" name="Rectangle 84">
            <a:extLst>
              <a:ext uri="{FF2B5EF4-FFF2-40B4-BE49-F238E27FC236}">
                <a16:creationId xmlns:a16="http://schemas.microsoft.com/office/drawing/2014/main" id="{2368F76E-44DC-4869-B23B-E5B9E3278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613" y="3156873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4" name="Line 85">
            <a:extLst>
              <a:ext uri="{FF2B5EF4-FFF2-40B4-BE49-F238E27FC236}">
                <a16:creationId xmlns:a16="http://schemas.microsoft.com/office/drawing/2014/main" id="{C986C92D-927B-4230-A541-3E6E54FAB9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6388" y="4172873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5" name="Line 86">
            <a:extLst>
              <a:ext uri="{FF2B5EF4-FFF2-40B4-BE49-F238E27FC236}">
                <a16:creationId xmlns:a16="http://schemas.microsoft.com/office/drawing/2014/main" id="{8E2D90C2-3863-4C9A-8CF4-1CFDF8940E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0073" y="4106991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6" name="Line 87">
            <a:extLst>
              <a:ext uri="{FF2B5EF4-FFF2-40B4-BE49-F238E27FC236}">
                <a16:creationId xmlns:a16="http://schemas.microsoft.com/office/drawing/2014/main" id="{663A99A9-A8E9-4CC2-A6B1-3CEE19C60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9188" y="3810923"/>
            <a:ext cx="86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7" name="Line 88">
            <a:extLst>
              <a:ext uri="{FF2B5EF4-FFF2-40B4-BE49-F238E27FC236}">
                <a16:creationId xmlns:a16="http://schemas.microsoft.com/office/drawing/2014/main" id="{E25BDA91-3325-467D-AE64-2DFC308A0B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20038" y="3771235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58" name="Rectangle 89">
            <a:extLst>
              <a:ext uri="{FF2B5EF4-FFF2-40B4-BE49-F238E27FC236}">
                <a16:creationId xmlns:a16="http://schemas.microsoft.com/office/drawing/2014/main" id="{5C9B136F-1B76-4153-9D2C-53B2C8B8C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400" y="391887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9" name="Rectangle 90">
            <a:extLst>
              <a:ext uri="{FF2B5EF4-FFF2-40B4-BE49-F238E27FC236}">
                <a16:creationId xmlns:a16="http://schemas.microsoft.com/office/drawing/2014/main" id="{550E10F0-FCD4-4C88-879E-B347933BE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300" y="349501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0" name="Line 91">
            <a:extLst>
              <a:ext uri="{FF2B5EF4-FFF2-40B4-BE49-F238E27FC236}">
                <a16:creationId xmlns:a16="http://schemas.microsoft.com/office/drawing/2014/main" id="{F037D3B0-2505-4231-BAE4-90E7B018C0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1088" y="3442623"/>
            <a:ext cx="0" cy="2301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1" name="Line 92">
            <a:extLst>
              <a:ext uri="{FF2B5EF4-FFF2-40B4-BE49-F238E27FC236}">
                <a16:creationId xmlns:a16="http://schemas.microsoft.com/office/drawing/2014/main" id="{03F973D0-6C72-4E7C-92BB-EFD95FEB4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9188" y="4679285"/>
            <a:ext cx="850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2" name="Line 93">
            <a:extLst>
              <a:ext uri="{FF2B5EF4-FFF2-40B4-BE49-F238E27FC236}">
                <a16:creationId xmlns:a16="http://schemas.microsoft.com/office/drawing/2014/main" id="{F7C2FB0B-A2CA-4F2C-976F-6FB3243F75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3538" y="4614198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3" name="Rectangle 94">
            <a:extLst>
              <a:ext uri="{FF2B5EF4-FFF2-40B4-BE49-F238E27FC236}">
                <a16:creationId xmlns:a16="http://schemas.microsoft.com/office/drawing/2014/main" id="{CC29A820-13E7-4F4A-9092-AB023D893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800" y="467769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4" name="Rectangle 95">
            <a:extLst>
              <a:ext uri="{FF2B5EF4-FFF2-40B4-BE49-F238E27FC236}">
                <a16:creationId xmlns:a16="http://schemas.microsoft.com/office/drawing/2014/main" id="{20371851-F0CB-42CA-AE2C-083630A17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200" y="4387185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5" name="Line 96">
            <a:extLst>
              <a:ext uri="{FF2B5EF4-FFF2-40B4-BE49-F238E27FC236}">
                <a16:creationId xmlns:a16="http://schemas.microsoft.com/office/drawing/2014/main" id="{A3B23B64-2277-4D5F-BC7A-6DBCE323B1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0898" y="4698335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6" name="Line 97">
            <a:extLst>
              <a:ext uri="{FF2B5EF4-FFF2-40B4-BE49-F238E27FC236}">
                <a16:creationId xmlns:a16="http://schemas.microsoft.com/office/drawing/2014/main" id="{DDAED395-1148-461E-9B37-51F57F84D5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9538" y="3039398"/>
            <a:ext cx="0" cy="625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7" name="Line 98">
            <a:extLst>
              <a:ext uri="{FF2B5EF4-FFF2-40B4-BE49-F238E27FC236}">
                <a16:creationId xmlns:a16="http://schemas.microsoft.com/office/drawing/2014/main" id="{9E9BF5FD-CA10-40F5-BC75-B2783C85F2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6038" y="3371185"/>
            <a:ext cx="139700" cy="157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8" name="Rectangle 99">
            <a:extLst>
              <a:ext uri="{FF2B5EF4-FFF2-40B4-BE49-F238E27FC236}">
                <a16:creationId xmlns:a16="http://schemas.microsoft.com/office/drawing/2014/main" id="{0B406575-9B21-4CA3-8FB1-8B7DC033C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000" y="322989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69" name="Line 100">
            <a:extLst>
              <a:ext uri="{FF2B5EF4-FFF2-40B4-BE49-F238E27FC236}">
                <a16:creationId xmlns:a16="http://schemas.microsoft.com/office/drawing/2014/main" id="{883FA725-1697-475C-95DE-E9077D03E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538" y="3256886"/>
            <a:ext cx="0" cy="407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0" name="Line 101">
            <a:extLst>
              <a:ext uri="{FF2B5EF4-FFF2-40B4-BE49-F238E27FC236}">
                <a16:creationId xmlns:a16="http://schemas.microsoft.com/office/drawing/2014/main" id="{2C97926C-174D-4A49-BE0C-3CCACF0F83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7038" y="3371185"/>
            <a:ext cx="139700" cy="157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1" name="Rectangle 102">
            <a:extLst>
              <a:ext uri="{FF2B5EF4-FFF2-40B4-BE49-F238E27FC236}">
                <a16:creationId xmlns:a16="http://schemas.microsoft.com/office/drawing/2014/main" id="{153CEC78-0253-4425-9C68-E64C07673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000" y="322989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72" name="Line 103">
            <a:extLst>
              <a:ext uri="{FF2B5EF4-FFF2-40B4-BE49-F238E27FC236}">
                <a16:creationId xmlns:a16="http://schemas.microsoft.com/office/drawing/2014/main" id="{F6F85A72-2C2F-45BD-B0E0-1781A8223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7738" y="3256886"/>
            <a:ext cx="0" cy="407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3" name="Line 104">
            <a:extLst>
              <a:ext uri="{FF2B5EF4-FFF2-40B4-BE49-F238E27FC236}">
                <a16:creationId xmlns:a16="http://schemas.microsoft.com/office/drawing/2014/main" id="{955F469D-EBAF-495A-B330-E5908A1E16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34238" y="3371185"/>
            <a:ext cx="139700" cy="157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4" name="Rectangle 105">
            <a:extLst>
              <a:ext uri="{FF2B5EF4-FFF2-40B4-BE49-F238E27FC236}">
                <a16:creationId xmlns:a16="http://schemas.microsoft.com/office/drawing/2014/main" id="{443F1819-C1E4-42C7-B54E-2172CBFB3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200" y="322989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75" name="Rectangle 106">
            <a:extLst>
              <a:ext uri="{FF2B5EF4-FFF2-40B4-BE49-F238E27FC236}">
                <a16:creationId xmlns:a16="http://schemas.microsoft.com/office/drawing/2014/main" id="{D8C158CD-42D5-4B43-AF24-B063C3585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000" y="3664873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6" name="Rectangle 107">
            <a:extLst>
              <a:ext uri="{FF2B5EF4-FFF2-40B4-BE49-F238E27FC236}">
                <a16:creationId xmlns:a16="http://schemas.microsoft.com/office/drawing/2014/main" id="{A1412850-F680-415F-9980-10989C53B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200" y="3664873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77" name="Rectangle 108">
            <a:extLst>
              <a:ext uri="{FF2B5EF4-FFF2-40B4-BE49-F238E27FC236}">
                <a16:creationId xmlns:a16="http://schemas.microsoft.com/office/drawing/2014/main" id="{029E3D7C-5041-4C20-987B-441386620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200" y="3664873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78" name="Rectangle 109">
            <a:extLst>
              <a:ext uri="{FF2B5EF4-FFF2-40B4-BE49-F238E27FC236}">
                <a16:creationId xmlns:a16="http://schemas.microsoft.com/office/drawing/2014/main" id="{2251EE6B-9D57-4C68-B287-8396F747D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605" y="4004598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79" name="Rectangle 110">
            <a:extLst>
              <a:ext uri="{FF2B5EF4-FFF2-40B4-BE49-F238E27FC236}">
                <a16:creationId xmlns:a16="http://schemas.microsoft.com/office/drawing/2014/main" id="{FDF5DE1B-509E-4E62-9743-F3D3EF827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2600" y="3013998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80" name="Rectangle 111">
            <a:extLst>
              <a:ext uri="{FF2B5EF4-FFF2-40B4-BE49-F238E27FC236}">
                <a16:creationId xmlns:a16="http://schemas.microsoft.com/office/drawing/2014/main" id="{CFC61A43-D7E4-43CA-BDE7-18BC89968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556" y="302193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281" name="Rectangle 112">
            <a:extLst>
              <a:ext uri="{FF2B5EF4-FFF2-40B4-BE49-F238E27FC236}">
                <a16:creationId xmlns:a16="http://schemas.microsoft.com/office/drawing/2014/main" id="{A7EEB243-8D52-4D6C-9E19-CFDC6FB55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138" y="3639473"/>
            <a:ext cx="444500" cy="12065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2" name="Rectangle 113">
            <a:extLst>
              <a:ext uri="{FF2B5EF4-FFF2-40B4-BE49-F238E27FC236}">
                <a16:creationId xmlns:a16="http://schemas.microsoft.com/office/drawing/2014/main" id="{D74EB37E-9367-40DB-BAF6-F842792F4D2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56583" y="4086634"/>
            <a:ext cx="8191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Equal?</a:t>
            </a:r>
          </a:p>
        </p:txBody>
      </p:sp>
      <p:sp>
        <p:nvSpPr>
          <p:cNvPr id="283" name="Line 114">
            <a:extLst>
              <a:ext uri="{FF2B5EF4-FFF2-40B4-BE49-F238E27FC236}">
                <a16:creationId xmlns:a16="http://schemas.microsoft.com/office/drawing/2014/main" id="{388FD367-B166-4F45-9AB8-F9C859BCA1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1388" y="2775873"/>
            <a:ext cx="0" cy="876300"/>
          </a:xfrm>
          <a:prstGeom prst="line">
            <a:avLst/>
          </a:prstGeom>
          <a:noFill/>
          <a:ln w="38100" cmpd="dbl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4" name="Rectangle 115">
            <a:extLst>
              <a:ext uri="{FF2B5EF4-FFF2-40B4-BE49-F238E27FC236}">
                <a16:creationId xmlns:a16="http://schemas.microsoft.com/office/drawing/2014/main" id="{4A2AE02F-7B24-4E90-A598-696FC4DCF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800" y="2452023"/>
            <a:ext cx="8319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“Zero”</a:t>
            </a:r>
          </a:p>
        </p:txBody>
      </p:sp>
      <p:sp>
        <p:nvSpPr>
          <p:cNvPr id="285" name="Line 119">
            <a:extLst>
              <a:ext uri="{FF2B5EF4-FFF2-40B4-BE49-F238E27FC236}">
                <a16:creationId xmlns:a16="http://schemas.microsoft.com/office/drawing/2014/main" id="{8DDEA35E-F828-4347-B53F-4886FFE3AB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898" y="549800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6" name="Freeform 120">
            <a:extLst>
              <a:ext uri="{FF2B5EF4-FFF2-40B4-BE49-F238E27FC236}">
                <a16:creationId xmlns:a16="http://schemas.microsoft.com/office/drawing/2014/main" id="{27127642-3256-4907-B101-CA376506860B}"/>
              </a:ext>
            </a:extLst>
          </p:cNvPr>
          <p:cNvSpPr>
            <a:spLocks/>
          </p:cNvSpPr>
          <p:nvPr/>
        </p:nvSpPr>
        <p:spPr bwMode="auto">
          <a:xfrm>
            <a:off x="4130598" y="2724642"/>
            <a:ext cx="306387" cy="186848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7" name="Rectangle 121">
            <a:extLst>
              <a:ext uri="{FF2B5EF4-FFF2-40B4-BE49-F238E27FC236}">
                <a16:creationId xmlns:a16="http://schemas.microsoft.com/office/drawing/2014/main" id="{E95434C6-7DBB-470E-B5C7-FB83220DB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510" y="2432542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288" name="Line 122">
            <a:extLst>
              <a:ext uri="{FF2B5EF4-FFF2-40B4-BE49-F238E27FC236}">
                <a16:creationId xmlns:a16="http://schemas.microsoft.com/office/drawing/2014/main" id="{F656B1A9-0013-46A3-9B63-E3837F521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5598" y="445660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9" name="Freeform 123">
            <a:extLst>
              <a:ext uri="{FF2B5EF4-FFF2-40B4-BE49-F238E27FC236}">
                <a16:creationId xmlns:a16="http://schemas.microsoft.com/office/drawing/2014/main" id="{66A68C26-6C66-4390-B7A4-A37A147CEDA1}"/>
              </a:ext>
            </a:extLst>
          </p:cNvPr>
          <p:cNvSpPr>
            <a:spLocks/>
          </p:cNvSpPr>
          <p:nvPr/>
        </p:nvSpPr>
        <p:spPr bwMode="auto">
          <a:xfrm>
            <a:off x="1392160" y="3067542"/>
            <a:ext cx="3019425" cy="116998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0" name="Freeform 124">
            <a:extLst>
              <a:ext uri="{FF2B5EF4-FFF2-40B4-BE49-F238E27FC236}">
                <a16:creationId xmlns:a16="http://schemas.microsoft.com/office/drawing/2014/main" id="{A04C0E6E-63E7-4843-A077-509C741231AD}"/>
              </a:ext>
            </a:extLst>
          </p:cNvPr>
          <p:cNvSpPr>
            <a:spLocks/>
          </p:cNvSpPr>
          <p:nvPr/>
        </p:nvSpPr>
        <p:spPr bwMode="auto">
          <a:xfrm>
            <a:off x="1900160" y="3885104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1" name="Oval 125">
            <a:extLst>
              <a:ext uri="{FF2B5EF4-FFF2-40B4-BE49-F238E27FC236}">
                <a16:creationId xmlns:a16="http://schemas.microsoft.com/office/drawing/2014/main" id="{308C747C-A708-499D-BBFE-99A94313C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573" y="2236122"/>
            <a:ext cx="1986115" cy="3352369"/>
          </a:xfrm>
          <a:prstGeom prst="ellips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2" name="Text Box 128">
            <a:extLst>
              <a:ext uri="{FF2B5EF4-FFF2-40B4-BE49-F238E27FC236}">
                <a16:creationId xmlns:a16="http://schemas.microsoft.com/office/drawing/2014/main" id="{8EBFB2AB-08BE-4E07-BB37-448003951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937" y="5869016"/>
            <a:ext cx="31870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选择 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PC+4 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或者</a:t>
            </a:r>
            <a:br>
              <a:rPr lang="zh-CN" altLang="en-US" sz="2000" b="0" dirty="0">
                <a:latin typeface="+mn-lt"/>
                <a:ea typeface="SimHei" panose="02010609060101010101" pitchFamily="49" charset="-122"/>
              </a:rPr>
            </a:b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PC+4+{</a:t>
            </a:r>
            <a:r>
              <a:rPr lang="en-US" altLang="zh-CN" sz="2000" b="0" dirty="0" err="1">
                <a:latin typeface="+mn-lt"/>
                <a:ea typeface="SimHei" panose="02010609060101010101" pitchFamily="49" charset="-122"/>
              </a:rPr>
              <a:t>SignExtImm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 &lt;&lt; 2} </a:t>
            </a:r>
          </a:p>
        </p:txBody>
      </p:sp>
      <p:sp>
        <p:nvSpPr>
          <p:cNvPr id="293" name="Text Box 130">
            <a:extLst>
              <a:ext uri="{FF2B5EF4-FFF2-40B4-BE49-F238E27FC236}">
                <a16:creationId xmlns:a16="http://schemas.microsoft.com/office/drawing/2014/main" id="{38DD7837-009B-4F98-9FA2-7036BCB7A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1441" y="5567150"/>
            <a:ext cx="3219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做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Ra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和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Rb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是否相等的判断 </a:t>
            </a:r>
          </a:p>
        </p:txBody>
      </p:sp>
      <p:sp>
        <p:nvSpPr>
          <p:cNvPr id="294" name="Rectangle 35">
            <a:extLst>
              <a:ext uri="{FF2B5EF4-FFF2-40B4-BE49-F238E27FC236}">
                <a16:creationId xmlns:a16="http://schemas.microsoft.com/office/drawing/2014/main" id="{56BAFAB0-5FAC-4238-A75C-CF3BC1AC6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543" y="3923484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grpSp>
        <p:nvGrpSpPr>
          <p:cNvPr id="295" name="组合 1">
            <a:extLst>
              <a:ext uri="{FF2B5EF4-FFF2-40B4-BE49-F238E27FC236}">
                <a16:creationId xmlns:a16="http://schemas.microsoft.com/office/drawing/2014/main" id="{BE4B510A-C176-40CE-89BD-13779FE660A1}"/>
              </a:ext>
            </a:extLst>
          </p:cNvPr>
          <p:cNvGrpSpPr/>
          <p:nvPr/>
        </p:nvGrpSpPr>
        <p:grpSpPr>
          <a:xfrm>
            <a:off x="311672" y="5042898"/>
            <a:ext cx="1757598" cy="1426471"/>
            <a:chOff x="2588300" y="4750306"/>
            <a:chExt cx="1757598" cy="1426471"/>
          </a:xfrm>
        </p:grpSpPr>
        <p:sp>
          <p:nvSpPr>
            <p:cNvPr id="296" name="Rectangle 95">
              <a:extLst>
                <a:ext uri="{FF2B5EF4-FFF2-40B4-BE49-F238E27FC236}">
                  <a16:creationId xmlns:a16="http://schemas.microsoft.com/office/drawing/2014/main" id="{6BC6A7D5-5D6F-47E4-8294-BE8960BBB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588" y="4783138"/>
              <a:ext cx="355600" cy="8270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97" name="Rectangle 96">
              <a:extLst>
                <a:ext uri="{FF2B5EF4-FFF2-40B4-BE49-F238E27FC236}">
                  <a16:creationId xmlns:a16="http://schemas.microsoft.com/office/drawing/2014/main" id="{B7EC0026-51BB-4DA4-89C8-2050E3DCFD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49698" y="5022336"/>
              <a:ext cx="8800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zh-CN" sz="1600" dirty="0" err="1">
                  <a:latin typeface="+mn-lt"/>
                  <a:ea typeface="SimHei" panose="02010609060101010101" pitchFamily="49" charset="-122"/>
                </a:rPr>
                <a:t>ImmExt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98" name="Line 99">
              <a:extLst>
                <a:ext uri="{FF2B5EF4-FFF2-40B4-BE49-F238E27FC236}">
                  <a16:creationId xmlns:a16="http://schemas.microsoft.com/office/drawing/2014/main" id="{C41F199C-CB15-4179-AC42-D93CC9BBA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49" y="5195885"/>
              <a:ext cx="312342" cy="3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99" name="Rectangle 100">
              <a:extLst>
                <a:ext uri="{FF2B5EF4-FFF2-40B4-BE49-F238E27FC236}">
                  <a16:creationId xmlns:a16="http://schemas.microsoft.com/office/drawing/2014/main" id="{E5AE02D9-0494-400D-8956-01C01C854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787" y="5203825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300" name="Line 101">
              <a:extLst>
                <a:ext uri="{FF2B5EF4-FFF2-40B4-BE49-F238E27FC236}">
                  <a16:creationId xmlns:a16="http://schemas.microsoft.com/office/drawing/2014/main" id="{DD7FEDE9-E773-4603-A5DD-AA6760026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756" y="5131593"/>
              <a:ext cx="8890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1" name="Line 102">
              <a:extLst>
                <a:ext uri="{FF2B5EF4-FFF2-40B4-BE49-F238E27FC236}">
                  <a16:creationId xmlns:a16="http://schemas.microsoft.com/office/drawing/2014/main" id="{D675126C-2268-4183-8D8C-0AFB67DD2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8300" y="5203825"/>
              <a:ext cx="7073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2" name="Line 103">
              <a:extLst>
                <a:ext uri="{FF2B5EF4-FFF2-40B4-BE49-F238E27FC236}">
                  <a16:creationId xmlns:a16="http://schemas.microsoft.com/office/drawing/2014/main" id="{4B688335-75ED-4FFC-B882-B8DE42AFAA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7050" y="5130799"/>
              <a:ext cx="88900" cy="128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3" name="Rectangle 104">
              <a:extLst>
                <a:ext uri="{FF2B5EF4-FFF2-40B4-BE49-F238E27FC236}">
                  <a16:creationId xmlns:a16="http://schemas.microsoft.com/office/drawing/2014/main" id="{28983338-FB34-4D9A-9A9D-6B491110F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413" y="5199061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304" name="Rectangle 105">
              <a:extLst>
                <a:ext uri="{FF2B5EF4-FFF2-40B4-BE49-F238E27FC236}">
                  <a16:creationId xmlns:a16="http://schemas.microsoft.com/office/drawing/2014/main" id="{0D00DCC7-8231-4170-9351-8943AAA18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8300" y="481904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imm16</a:t>
              </a:r>
            </a:p>
          </p:txBody>
        </p:sp>
        <p:sp>
          <p:nvSpPr>
            <p:cNvPr id="305" name="Line 109">
              <a:extLst>
                <a:ext uri="{FF2B5EF4-FFF2-40B4-BE49-F238E27FC236}">
                  <a16:creationId xmlns:a16="http://schemas.microsoft.com/office/drawing/2014/main" id="{9D64D7E0-302C-46BD-9402-16105CF20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610225"/>
              <a:ext cx="0" cy="284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6" name="Rectangle 110">
              <a:extLst>
                <a:ext uri="{FF2B5EF4-FFF2-40B4-BE49-F238E27FC236}">
                  <a16:creationId xmlns:a16="http://schemas.microsoft.com/office/drawing/2014/main" id="{7FE2B3A5-F3AF-4EC3-A422-E01F1E2CA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600" y="5840788"/>
              <a:ext cx="75341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ExtOp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7" name="Rectangle 96">
              <a:extLst>
                <a:ext uri="{FF2B5EF4-FFF2-40B4-BE49-F238E27FC236}">
                  <a16:creationId xmlns:a16="http://schemas.microsoft.com/office/drawing/2014/main" id="{AFC473A7-40F3-4EC8-B1DA-86F8BAF9CA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80546" y="5022336"/>
              <a:ext cx="59471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&lt;&lt; 2</a:t>
              </a:r>
            </a:p>
          </p:txBody>
        </p:sp>
      </p:grpSp>
      <p:sp>
        <p:nvSpPr>
          <p:cNvPr id="308" name="Oval 2">
            <a:extLst>
              <a:ext uri="{FF2B5EF4-FFF2-40B4-BE49-F238E27FC236}">
                <a16:creationId xmlns:a16="http://schemas.microsoft.com/office/drawing/2014/main" id="{59854488-3D3A-47EC-97BF-3238C383B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84" y="2179068"/>
            <a:ext cx="4411816" cy="4233862"/>
          </a:xfrm>
          <a:prstGeom prst="ellips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9" name="椭圆 4">
            <a:extLst>
              <a:ext uri="{FF2B5EF4-FFF2-40B4-BE49-F238E27FC236}">
                <a16:creationId xmlns:a16="http://schemas.microsoft.com/office/drawing/2014/main" id="{9631AFF4-50BA-47E0-94CB-A7C433C40BC2}"/>
              </a:ext>
            </a:extLst>
          </p:cNvPr>
          <p:cNvSpPr/>
          <p:nvPr/>
        </p:nvSpPr>
        <p:spPr bwMode="auto">
          <a:xfrm>
            <a:off x="1696961" y="5105150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DA0A71-EAA5-4646-BEF8-3DE7F94F2437}"/>
              </a:ext>
            </a:extLst>
          </p:cNvPr>
          <p:cNvSpPr/>
          <p:nvPr/>
        </p:nvSpPr>
        <p:spPr>
          <a:xfrm>
            <a:off x="476462" y="1547890"/>
            <a:ext cx="2492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kern="0" dirty="0" err="1">
                <a:solidFill>
                  <a:srgbClr val="3333CC"/>
                </a:solidFill>
                <a:latin typeface="+mn-lt"/>
                <a:ea typeface="SimHei" panose="02010609060101010101" pitchFamily="49" charset="-122"/>
              </a:rPr>
              <a:t>beq</a:t>
            </a:r>
            <a:r>
              <a:rPr lang="en-US" altLang="zh-CN" sz="2400" kern="0" dirty="0">
                <a:solidFill>
                  <a:srgbClr val="3333CC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2400" kern="0" dirty="0" err="1">
                <a:solidFill>
                  <a:srgbClr val="3333CC"/>
                </a:solidFill>
                <a:latin typeface="+mn-lt"/>
                <a:ea typeface="SimHei" panose="02010609060101010101" pitchFamily="49" charset="-122"/>
              </a:rPr>
              <a:t>rs</a:t>
            </a:r>
            <a:r>
              <a:rPr lang="en-US" altLang="en-US" sz="2400" kern="0" dirty="0">
                <a:solidFill>
                  <a:srgbClr val="3333CC"/>
                </a:solidFill>
                <a:latin typeface="+mn-lt"/>
                <a:ea typeface="SimHei" panose="02010609060101010101" pitchFamily="49" charset="-122"/>
              </a:rPr>
              <a:t>, rt, imm16</a:t>
            </a: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84817386-3C09-47B1-9E02-8F77FFFCC5ED}"/>
              </a:ext>
            </a:extLst>
          </p:cNvPr>
          <p:cNvGrpSpPr/>
          <p:nvPr/>
        </p:nvGrpSpPr>
        <p:grpSpPr>
          <a:xfrm>
            <a:off x="2077931" y="3167981"/>
            <a:ext cx="505337" cy="1193800"/>
            <a:chOff x="5799138" y="4889500"/>
            <a:chExt cx="505337" cy="1193800"/>
          </a:xfrm>
        </p:grpSpPr>
        <p:grpSp>
          <p:nvGrpSpPr>
            <p:cNvPr id="135" name="Group 4">
              <a:extLst>
                <a:ext uri="{FF2B5EF4-FFF2-40B4-BE49-F238E27FC236}">
                  <a16:creationId xmlns:a16="http://schemas.microsoft.com/office/drawing/2014/main" id="{008CCF1C-1733-41B9-B90E-35AEB99655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37" name="Line 5">
                <a:extLst>
                  <a:ext uri="{FF2B5EF4-FFF2-40B4-BE49-F238E27FC236}">
                    <a16:creationId xmlns:a16="http://schemas.microsoft.com/office/drawing/2014/main" id="{BF29066A-289C-42D3-9011-50375C65DB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8" name="Line 6">
                <a:extLst>
                  <a:ext uri="{FF2B5EF4-FFF2-40B4-BE49-F238E27FC236}">
                    <a16:creationId xmlns:a16="http://schemas.microsoft.com/office/drawing/2014/main" id="{8C2092A2-3042-4AA5-8457-F0C7906AA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9" name="Line 7">
                <a:extLst>
                  <a:ext uri="{FF2B5EF4-FFF2-40B4-BE49-F238E27FC236}">
                    <a16:creationId xmlns:a16="http://schemas.microsoft.com/office/drawing/2014/main" id="{44B96856-1638-437C-B46B-E8F4E9934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0" name="Line 8">
                <a:extLst>
                  <a:ext uri="{FF2B5EF4-FFF2-40B4-BE49-F238E27FC236}">
                    <a16:creationId xmlns:a16="http://schemas.microsoft.com/office/drawing/2014/main" id="{F20FA0E4-2008-4E84-9B82-269179F932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1" name="Line 9">
                <a:extLst>
                  <a:ext uri="{FF2B5EF4-FFF2-40B4-BE49-F238E27FC236}">
                    <a16:creationId xmlns:a16="http://schemas.microsoft.com/office/drawing/2014/main" id="{6882CCD4-D9DD-4FE6-B17D-081230A04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2" name="Line 10">
                <a:extLst>
                  <a:ext uri="{FF2B5EF4-FFF2-40B4-BE49-F238E27FC236}">
                    <a16:creationId xmlns:a16="http://schemas.microsoft.com/office/drawing/2014/main" id="{26B5FBCD-9047-4D26-BF2A-6A657C06AE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3" name="Line 11">
                <a:extLst>
                  <a:ext uri="{FF2B5EF4-FFF2-40B4-BE49-F238E27FC236}">
                    <a16:creationId xmlns:a16="http://schemas.microsoft.com/office/drawing/2014/main" id="{786D217B-D23C-4964-88A0-68CDE8691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4" name="Line 12">
                <a:extLst>
                  <a:ext uri="{FF2B5EF4-FFF2-40B4-BE49-F238E27FC236}">
                    <a16:creationId xmlns:a16="http://schemas.microsoft.com/office/drawing/2014/main" id="{EE56467B-6B21-428C-A10D-AA56DF4E0E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36" name="Rectangle 58">
              <a:extLst>
                <a:ext uri="{FF2B5EF4-FFF2-40B4-BE49-F238E27FC236}">
                  <a16:creationId xmlns:a16="http://schemas.microsoft.com/office/drawing/2014/main" id="{D1AE0A56-7078-45A9-955E-7632DBE8BF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145" name="Rectangle 73">
            <a:extLst>
              <a:ext uri="{FF2B5EF4-FFF2-40B4-BE49-F238E27FC236}">
                <a16:creationId xmlns:a16="http://schemas.microsoft.com/office/drawing/2014/main" id="{21C44234-4035-48B0-80D3-3C80D1F53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260" y="315961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146" name="Line 74">
            <a:extLst>
              <a:ext uri="{FF2B5EF4-FFF2-40B4-BE49-F238E27FC236}">
                <a16:creationId xmlns:a16="http://schemas.microsoft.com/office/drawing/2014/main" id="{6BAFE725-0C1A-4EA7-BB74-1F5C79529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048" y="335488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2132AD0-2BA0-4189-B5AF-28E8A41D097A}"/>
              </a:ext>
            </a:extLst>
          </p:cNvPr>
          <p:cNvGrpSpPr/>
          <p:nvPr/>
        </p:nvGrpSpPr>
        <p:grpSpPr>
          <a:xfrm>
            <a:off x="2409416" y="4490638"/>
            <a:ext cx="505337" cy="1193800"/>
            <a:chOff x="5799138" y="4889500"/>
            <a:chExt cx="505337" cy="1193800"/>
          </a:xfrm>
        </p:grpSpPr>
        <p:grpSp>
          <p:nvGrpSpPr>
            <p:cNvPr id="148" name="Group 4">
              <a:extLst>
                <a:ext uri="{FF2B5EF4-FFF2-40B4-BE49-F238E27FC236}">
                  <a16:creationId xmlns:a16="http://schemas.microsoft.com/office/drawing/2014/main" id="{0B19E304-BB91-47D3-9096-95C5ABD54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50" name="Line 5">
                <a:extLst>
                  <a:ext uri="{FF2B5EF4-FFF2-40B4-BE49-F238E27FC236}">
                    <a16:creationId xmlns:a16="http://schemas.microsoft.com/office/drawing/2014/main" id="{DABDB1AA-04A9-4AF4-9048-86486B0738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1" name="Line 6">
                <a:extLst>
                  <a:ext uri="{FF2B5EF4-FFF2-40B4-BE49-F238E27FC236}">
                    <a16:creationId xmlns:a16="http://schemas.microsoft.com/office/drawing/2014/main" id="{0F5507D7-9EC9-4273-9EF5-4982FAD46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2" name="Line 7">
                <a:extLst>
                  <a:ext uri="{FF2B5EF4-FFF2-40B4-BE49-F238E27FC236}">
                    <a16:creationId xmlns:a16="http://schemas.microsoft.com/office/drawing/2014/main" id="{1321CF25-1611-499C-A59F-29D43DDFE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3" name="Line 8">
                <a:extLst>
                  <a:ext uri="{FF2B5EF4-FFF2-40B4-BE49-F238E27FC236}">
                    <a16:creationId xmlns:a16="http://schemas.microsoft.com/office/drawing/2014/main" id="{0F2196F8-59F5-4813-B7D1-2A22B6B04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4" name="Line 9">
                <a:extLst>
                  <a:ext uri="{FF2B5EF4-FFF2-40B4-BE49-F238E27FC236}">
                    <a16:creationId xmlns:a16="http://schemas.microsoft.com/office/drawing/2014/main" id="{80F94EA8-7775-411A-B5F3-D5433DA7E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5" name="Line 10">
                <a:extLst>
                  <a:ext uri="{FF2B5EF4-FFF2-40B4-BE49-F238E27FC236}">
                    <a16:creationId xmlns:a16="http://schemas.microsoft.com/office/drawing/2014/main" id="{55AB38CB-A250-4A3A-BB46-327145041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6" name="Line 11">
                <a:extLst>
                  <a:ext uri="{FF2B5EF4-FFF2-40B4-BE49-F238E27FC236}">
                    <a16:creationId xmlns:a16="http://schemas.microsoft.com/office/drawing/2014/main" id="{2CC08AC9-B5D1-4BAC-AF22-BA9449810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7" name="Line 12">
                <a:extLst>
                  <a:ext uri="{FF2B5EF4-FFF2-40B4-BE49-F238E27FC236}">
                    <a16:creationId xmlns:a16="http://schemas.microsoft.com/office/drawing/2014/main" id="{5D44DCCD-9D03-4E3D-AD24-EE52C987E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49" name="Rectangle 58">
              <a:extLst>
                <a:ext uri="{FF2B5EF4-FFF2-40B4-BE49-F238E27FC236}">
                  <a16:creationId xmlns:a16="http://schemas.microsoft.com/office/drawing/2014/main" id="{4F9AC692-3670-4C7F-9A0E-2790283FC5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1C96E7C4-D4B5-E988-7FC9-109C01C5CB6E}"/>
              </a:ext>
            </a:extLst>
          </p:cNvPr>
          <p:cNvCxnSpPr>
            <a:cxnSpLocks/>
          </p:cNvCxnSpPr>
          <p:nvPr/>
        </p:nvCxnSpPr>
        <p:spPr>
          <a:xfrm>
            <a:off x="6240538" y="3256886"/>
            <a:ext cx="1319790" cy="565149"/>
          </a:xfrm>
          <a:prstGeom prst="bentConnector3">
            <a:avLst>
              <a:gd name="adj1" fmla="val -6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31E02429-365D-15D1-A64A-10D41A68C8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79654" y="3453530"/>
            <a:ext cx="1419358" cy="1021603"/>
          </a:xfrm>
          <a:prstGeom prst="bentConnector3">
            <a:avLst>
              <a:gd name="adj1" fmla="val 10020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BE767B2-FD52-9C72-23D1-92823511ADE5}"/>
              </a:ext>
            </a:extLst>
          </p:cNvPr>
          <p:cNvSpPr txBox="1"/>
          <p:nvPr/>
        </p:nvSpPr>
        <p:spPr>
          <a:xfrm>
            <a:off x="7906541" y="2918296"/>
            <a:ext cx="130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n-lt"/>
              </a:rPr>
              <a:t>‘1’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if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equal</a:t>
            </a:r>
            <a:endParaRPr lang="zh-CN" altLang="en-US" b="1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A8FF9C63-ECFB-1312-33F4-0E2180BEE4DF}"/>
              </a:ext>
            </a:extLst>
          </p:cNvPr>
          <p:cNvCxnSpPr>
            <a:cxnSpLocks/>
          </p:cNvCxnSpPr>
          <p:nvPr/>
        </p:nvCxnSpPr>
        <p:spPr>
          <a:xfrm>
            <a:off x="2586777" y="3885104"/>
            <a:ext cx="610341" cy="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 124">
            <a:extLst>
              <a:ext uri="{FF2B5EF4-FFF2-40B4-BE49-F238E27FC236}">
                <a16:creationId xmlns:a16="http://schemas.microsoft.com/office/drawing/2014/main" id="{408E3232-2668-1DA5-A789-1D3820A7C6BE}"/>
              </a:ext>
            </a:extLst>
          </p:cNvPr>
          <p:cNvSpPr>
            <a:spLocks/>
          </p:cNvSpPr>
          <p:nvPr/>
        </p:nvSpPr>
        <p:spPr bwMode="auto">
          <a:xfrm>
            <a:off x="1906511" y="3878391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4" name="Freeform 123">
            <a:extLst>
              <a:ext uri="{FF2B5EF4-FFF2-40B4-BE49-F238E27FC236}">
                <a16:creationId xmlns:a16="http://schemas.microsoft.com/office/drawing/2014/main" id="{4D658AE9-757B-7ADE-ED20-D55771CFB08F}"/>
              </a:ext>
            </a:extLst>
          </p:cNvPr>
          <p:cNvSpPr>
            <a:spLocks/>
          </p:cNvSpPr>
          <p:nvPr/>
        </p:nvSpPr>
        <p:spPr bwMode="auto">
          <a:xfrm>
            <a:off x="1383581" y="3074837"/>
            <a:ext cx="3019425" cy="116998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ln w="38100">
            <a:tailEnd type="non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D29079B-8FD6-57B8-DF29-F17B0C24F078}"/>
              </a:ext>
            </a:extLst>
          </p:cNvPr>
          <p:cNvCxnSpPr>
            <a:cxnSpLocks/>
          </p:cNvCxnSpPr>
          <p:nvPr/>
        </p:nvCxnSpPr>
        <p:spPr>
          <a:xfrm>
            <a:off x="1569931" y="4244824"/>
            <a:ext cx="508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860FC8AC-5134-90A3-02E9-CF9ED1DF9889}"/>
              </a:ext>
            </a:extLst>
          </p:cNvPr>
          <p:cNvCxnSpPr>
            <a:cxnSpLocks/>
            <a:stCxn id="220" idx="0"/>
          </p:cNvCxnSpPr>
          <p:nvPr/>
        </p:nvCxnSpPr>
        <p:spPr>
          <a:xfrm>
            <a:off x="2003348" y="4613767"/>
            <a:ext cx="385044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连接符: 肘形 130">
            <a:extLst>
              <a:ext uri="{FF2B5EF4-FFF2-40B4-BE49-F238E27FC236}">
                <a16:creationId xmlns:a16="http://schemas.microsoft.com/office/drawing/2014/main" id="{276C0D5C-4B93-7A55-4D5C-083900134B6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84139" y="3661321"/>
            <a:ext cx="1532217" cy="359251"/>
          </a:xfrm>
          <a:prstGeom prst="bentConnector3">
            <a:avLst>
              <a:gd name="adj1" fmla="val 156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4B8C9A41-B654-6AA5-2736-3EBFC26E9BC5}"/>
              </a:ext>
            </a:extLst>
          </p:cNvPr>
          <p:cNvSpPr txBox="1"/>
          <p:nvPr/>
        </p:nvSpPr>
        <p:spPr>
          <a:xfrm>
            <a:off x="2480643" y="3415606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n-lt"/>
              </a:rPr>
              <a:t>PC+4</a:t>
            </a:r>
            <a:endParaRPr lang="zh-CN" alt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9EDE8EC3-4F49-C142-9F4D-CBCCE9D28074}"/>
              </a:ext>
            </a:extLst>
          </p:cNvPr>
          <p:cNvSpPr txBox="1"/>
          <p:nvPr/>
        </p:nvSpPr>
        <p:spPr>
          <a:xfrm>
            <a:off x="1968818" y="2627802"/>
            <a:ext cx="193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(op=</a:t>
            </a:r>
            <a:r>
              <a:rPr lang="en-US" altLang="zh-CN" sz="18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=</a:t>
            </a:r>
            <a:r>
              <a:rPr lang="en-US" altLang="en-US" sz="1800" b="1" dirty="0" err="1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beq</a:t>
            </a:r>
            <a:r>
              <a:rPr lang="en-US" altLang="en-US" sz="18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)&amp;zero</a:t>
            </a:r>
            <a:endParaRPr lang="zh-CN" altLang="en-US" dirty="0">
              <a:latin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4CE90A-65D4-0E38-FD09-C0A82891FEAB}"/>
              </a:ext>
            </a:extLst>
          </p:cNvPr>
          <p:cNvSpPr txBox="1"/>
          <p:nvPr/>
        </p:nvSpPr>
        <p:spPr>
          <a:xfrm rot="16200000">
            <a:off x="3050662" y="2868566"/>
            <a:ext cx="493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==</a:t>
            </a:r>
            <a:endParaRPr lang="zh-CN" altLang="en-US" dirty="0">
              <a:latin typeface="+mn-lt"/>
            </a:endParaRPr>
          </a:p>
        </p:txBody>
      </p:sp>
      <p:cxnSp>
        <p:nvCxnSpPr>
          <p:cNvPr id="17" name="直接箭头连接符 127">
            <a:extLst>
              <a:ext uri="{FF2B5EF4-FFF2-40B4-BE49-F238E27FC236}">
                <a16:creationId xmlns:a16="http://schemas.microsoft.com/office/drawing/2014/main" id="{AF278FAF-480A-4ACA-957A-4C12AB1DBED4}"/>
              </a:ext>
            </a:extLst>
          </p:cNvPr>
          <p:cNvCxnSpPr>
            <a:cxnSpLocks/>
          </p:cNvCxnSpPr>
          <p:nvPr/>
        </p:nvCxnSpPr>
        <p:spPr>
          <a:xfrm>
            <a:off x="3457498" y="4456604"/>
            <a:ext cx="385044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27">
            <a:extLst>
              <a:ext uri="{FF2B5EF4-FFF2-40B4-BE49-F238E27FC236}">
                <a16:creationId xmlns:a16="http://schemas.microsoft.com/office/drawing/2014/main" id="{5BFCFE65-DEAF-6534-0E1F-B1BC94B963C6}"/>
              </a:ext>
            </a:extLst>
          </p:cNvPr>
          <p:cNvCxnSpPr>
            <a:cxnSpLocks/>
          </p:cNvCxnSpPr>
          <p:nvPr/>
        </p:nvCxnSpPr>
        <p:spPr>
          <a:xfrm>
            <a:off x="283940" y="5500672"/>
            <a:ext cx="2131826" cy="0"/>
          </a:xfrm>
          <a:prstGeom prst="straightConnector1">
            <a:avLst/>
          </a:prstGeom>
          <a:ln w="381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127">
            <a:extLst>
              <a:ext uri="{FF2B5EF4-FFF2-40B4-BE49-F238E27FC236}">
                <a16:creationId xmlns:a16="http://schemas.microsoft.com/office/drawing/2014/main" id="{7784F146-C5FD-8C6D-AAAC-BBAE341EE0E3}"/>
              </a:ext>
            </a:extLst>
          </p:cNvPr>
          <p:cNvCxnSpPr>
            <a:cxnSpLocks/>
          </p:cNvCxnSpPr>
          <p:nvPr/>
        </p:nvCxnSpPr>
        <p:spPr>
          <a:xfrm>
            <a:off x="2813090" y="5044443"/>
            <a:ext cx="365008" cy="0"/>
          </a:xfrm>
          <a:prstGeom prst="straightConnector1">
            <a:avLst/>
          </a:prstGeom>
          <a:ln w="381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488121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9404F-6506-43D7-A872-B5C51E78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分支指令</a:t>
            </a:r>
            <a:r>
              <a:rPr lang="en-US" altLang="zh-CN" sz="4000" dirty="0"/>
              <a:t>——</a:t>
            </a:r>
            <a:r>
              <a:rPr lang="zh-CN" altLang="en-US" sz="4000" dirty="0"/>
              <a:t>完整</a:t>
            </a:r>
            <a:r>
              <a:rPr lang="en-US" altLang="zh-CN" sz="4000" dirty="0"/>
              <a:t>datapath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C9724-A0DD-4632-A901-545EFD14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806CE5-282B-4233-8654-09F35EA875E2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7" name="Line 15">
            <a:extLst>
              <a:ext uri="{FF2B5EF4-FFF2-40B4-BE49-F238E27FC236}">
                <a16:creationId xmlns:a16="http://schemas.microsoft.com/office/drawing/2014/main" id="{AEA8FAC8-127F-E5D5-41D3-C77D4015EA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34210" y="4150220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" name="Line 16">
            <a:extLst>
              <a:ext uri="{FF2B5EF4-FFF2-40B4-BE49-F238E27FC236}">
                <a16:creationId xmlns:a16="http://schemas.microsoft.com/office/drawing/2014/main" id="{F880ADE5-3BB8-2D0E-69D9-EDDFB0EA51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72738" y="407365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6EDA42F3-C966-0193-3309-025A34BB7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68" y="415022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0" name="Rectangle 18">
            <a:extLst>
              <a:ext uri="{FF2B5EF4-FFF2-40B4-BE49-F238E27FC236}">
                <a16:creationId xmlns:a16="http://schemas.microsoft.com/office/drawing/2014/main" id="{476E7006-05AB-2FE1-4CA1-770EA77D3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176" y="3984178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1" name="Line 19">
            <a:extLst>
              <a:ext uri="{FF2B5EF4-FFF2-40B4-BE49-F238E27FC236}">
                <a16:creationId xmlns:a16="http://schemas.microsoft.com/office/drawing/2014/main" id="{D342C233-F0E0-0754-8A4A-32DCF596A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5855" y="3275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" name="Rectangle 20">
            <a:extLst>
              <a:ext uri="{FF2B5EF4-FFF2-40B4-BE49-F238E27FC236}">
                <a16:creationId xmlns:a16="http://schemas.microsoft.com/office/drawing/2014/main" id="{622450FB-9593-333B-F808-FBB8C4344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455" y="3180668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" name="Rectangle 21">
            <a:extLst>
              <a:ext uri="{FF2B5EF4-FFF2-40B4-BE49-F238E27FC236}">
                <a16:creationId xmlns:a16="http://schemas.microsoft.com/office/drawing/2014/main" id="{40737D42-0F21-9500-5D48-DABDC65D8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996" y="4565087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57A2029E-BE49-33A8-B7EC-43579B75B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465" y="3723553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A77FB4B7-C5C3-0BF2-2B81-11F1CF0C4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905" y="3553320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5D6584F7-9745-5CAD-BBC3-E8440EC6E8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3114" y="4519374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906E16B4-4BA3-085B-69BF-85E4C9FC80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0255" y="4631331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F3E8AB62-C638-A165-35A9-3D4328377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455" y="3005633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6ED63DA8-D431-2CEE-B3B1-F8AB4476BD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3687" y="4074020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052E28A1-690F-E19F-6561-987F6EDC2C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6886" y="399123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5ED01B82-31C7-4599-CEC6-CA18DA958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050" y="403081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2" name="Line 31">
            <a:extLst>
              <a:ext uri="{FF2B5EF4-FFF2-40B4-BE49-F238E27FC236}">
                <a16:creationId xmlns:a16="http://schemas.microsoft.com/office/drawing/2014/main" id="{C68A461F-65EE-E72F-55F0-4BE425915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5830" y="3699430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" name="Line 32">
            <a:extLst>
              <a:ext uri="{FF2B5EF4-FFF2-40B4-BE49-F238E27FC236}">
                <a16:creationId xmlns:a16="http://schemas.microsoft.com/office/drawing/2014/main" id="{B1534B3F-B125-41EE-865F-4224707305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0830" y="362317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" name="Rectangle 33">
            <a:extLst>
              <a:ext uri="{FF2B5EF4-FFF2-40B4-BE49-F238E27FC236}">
                <a16:creationId xmlns:a16="http://schemas.microsoft.com/office/drawing/2014/main" id="{5A70DB63-456E-2516-9FE2-9B64D4955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093" y="376922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" name="Rectangle 34">
            <a:extLst>
              <a:ext uri="{FF2B5EF4-FFF2-40B4-BE49-F238E27FC236}">
                <a16:creationId xmlns:a16="http://schemas.microsoft.com/office/drawing/2014/main" id="{2B8A721E-40C4-8ACD-9D9D-E14313A32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293" y="338822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" name="Line 35">
            <a:extLst>
              <a:ext uri="{FF2B5EF4-FFF2-40B4-BE49-F238E27FC236}">
                <a16:creationId xmlns:a16="http://schemas.microsoft.com/office/drawing/2014/main" id="{2510527C-BB0F-F591-3262-0FC9C7F41E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3130" y="329932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" name="Line 36">
            <a:extLst>
              <a:ext uri="{FF2B5EF4-FFF2-40B4-BE49-F238E27FC236}">
                <a16:creationId xmlns:a16="http://schemas.microsoft.com/office/drawing/2014/main" id="{863C011E-4B7C-D53D-6BBB-89708C7CA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5830" y="4594780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" name="Line 37">
            <a:extLst>
              <a:ext uri="{FF2B5EF4-FFF2-40B4-BE49-F238E27FC236}">
                <a16:creationId xmlns:a16="http://schemas.microsoft.com/office/drawing/2014/main" id="{223E0464-33DE-0E08-20A1-F37776414C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3630" y="453757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" name="Rectangle 38">
            <a:extLst>
              <a:ext uri="{FF2B5EF4-FFF2-40B4-BE49-F238E27FC236}">
                <a16:creationId xmlns:a16="http://schemas.microsoft.com/office/drawing/2014/main" id="{3182B166-B4A5-B825-52A2-6820D0242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293" y="456883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0" name="Rectangle 39">
            <a:extLst>
              <a:ext uri="{FF2B5EF4-FFF2-40B4-BE49-F238E27FC236}">
                <a16:creationId xmlns:a16="http://schemas.microsoft.com/office/drawing/2014/main" id="{783E5E60-3B98-11BF-7AE3-8F375614A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285" y="4255832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" name="Line 40">
            <a:extLst>
              <a:ext uri="{FF2B5EF4-FFF2-40B4-BE49-F238E27FC236}">
                <a16:creationId xmlns:a16="http://schemas.microsoft.com/office/drawing/2014/main" id="{2EB33D02-356E-D884-535D-52311E529D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4682" y="4631327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" name="Line 41">
            <a:extLst>
              <a:ext uri="{FF2B5EF4-FFF2-40B4-BE49-F238E27FC236}">
                <a16:creationId xmlns:a16="http://schemas.microsoft.com/office/drawing/2014/main" id="{46A3DB99-F52B-B7EE-CE83-E4FAE3CD2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7930" y="2867520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" name="Line 42">
            <a:extLst>
              <a:ext uri="{FF2B5EF4-FFF2-40B4-BE49-F238E27FC236}">
                <a16:creationId xmlns:a16="http://schemas.microsoft.com/office/drawing/2014/main" id="{660B9ED2-08A2-8806-DCA6-C86273790A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08080" y="322947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" name="Rectangle 43">
            <a:extLst>
              <a:ext uri="{FF2B5EF4-FFF2-40B4-BE49-F238E27FC236}">
                <a16:creationId xmlns:a16="http://schemas.microsoft.com/office/drawing/2014/main" id="{8ABD5851-0199-1BA5-D8A9-AE7AAA18D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043" y="308342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35" name="Line 44">
            <a:extLst>
              <a:ext uri="{FF2B5EF4-FFF2-40B4-BE49-F238E27FC236}">
                <a16:creationId xmlns:a16="http://schemas.microsoft.com/office/drawing/2014/main" id="{CB25784C-890B-937E-D251-94354433EC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8930" y="3129461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" name="Line 45">
            <a:extLst>
              <a:ext uri="{FF2B5EF4-FFF2-40B4-BE49-F238E27FC236}">
                <a16:creationId xmlns:a16="http://schemas.microsoft.com/office/drawing/2014/main" id="{A164170A-706C-3730-3586-62DA287D3C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9080" y="322947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7" name="Rectangle 46">
            <a:extLst>
              <a:ext uri="{FF2B5EF4-FFF2-40B4-BE49-F238E27FC236}">
                <a16:creationId xmlns:a16="http://schemas.microsoft.com/office/drawing/2014/main" id="{82B3D9BE-0D3D-06AD-EC96-C5F0237CE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043" y="308342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38" name="Line 47">
            <a:extLst>
              <a:ext uri="{FF2B5EF4-FFF2-40B4-BE49-F238E27FC236}">
                <a16:creationId xmlns:a16="http://schemas.microsoft.com/office/drawing/2014/main" id="{3A7AC786-83B1-65CF-EBC3-7244AC2D0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6130" y="3129461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" name="Line 48">
            <a:extLst>
              <a:ext uri="{FF2B5EF4-FFF2-40B4-BE49-F238E27FC236}">
                <a16:creationId xmlns:a16="http://schemas.microsoft.com/office/drawing/2014/main" id="{881B75CE-20A4-C7B5-A5CD-A211E726F5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6280" y="322947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" name="Rectangle 49">
            <a:extLst>
              <a:ext uri="{FF2B5EF4-FFF2-40B4-BE49-F238E27FC236}">
                <a16:creationId xmlns:a16="http://schemas.microsoft.com/office/drawing/2014/main" id="{6D86C2FC-59FE-FBC5-3518-038681EA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243" y="308342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59FCBDF0-7EA1-0EC4-EAF1-C147C265C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043" y="3540620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" name="Rectangle 51">
            <a:extLst>
              <a:ext uri="{FF2B5EF4-FFF2-40B4-BE49-F238E27FC236}">
                <a16:creationId xmlns:a16="http://schemas.microsoft.com/office/drawing/2014/main" id="{76860AF3-ADAD-6535-94C1-15C88CA83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243" y="354062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43" name="Rectangle 52">
            <a:extLst>
              <a:ext uri="{FF2B5EF4-FFF2-40B4-BE49-F238E27FC236}">
                <a16:creationId xmlns:a16="http://schemas.microsoft.com/office/drawing/2014/main" id="{F7077425-82E6-525A-A93C-3D5666BA6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243" y="354062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44" name="Rectangle 53">
            <a:extLst>
              <a:ext uri="{FF2B5EF4-FFF2-40B4-BE49-F238E27FC236}">
                <a16:creationId xmlns:a16="http://schemas.microsoft.com/office/drawing/2014/main" id="{4D26565E-2B6A-7BE7-5C28-B2DFFCA24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043" y="3845420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45" name="Line 54">
            <a:extLst>
              <a:ext uri="{FF2B5EF4-FFF2-40B4-BE49-F238E27FC236}">
                <a16:creationId xmlns:a16="http://schemas.microsoft.com/office/drawing/2014/main" id="{6D7C8B6C-CF82-96EB-605A-474620484D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3686" y="6731415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" name="Line 55">
            <a:extLst>
              <a:ext uri="{FF2B5EF4-FFF2-40B4-BE49-F238E27FC236}">
                <a16:creationId xmlns:a16="http://schemas.microsoft.com/office/drawing/2014/main" id="{6E142C29-9392-07FD-EDB4-C0E1386021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3687" y="4065665"/>
            <a:ext cx="0" cy="2665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" name="Rectangle 56">
            <a:extLst>
              <a:ext uri="{FF2B5EF4-FFF2-40B4-BE49-F238E27FC236}">
                <a16:creationId xmlns:a16="http://schemas.microsoft.com/office/drawing/2014/main" id="{DE21C49F-EB60-99AB-82B9-8B4B7D690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943" y="2829420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48" name="Line 88">
            <a:extLst>
              <a:ext uri="{FF2B5EF4-FFF2-40B4-BE49-F238E27FC236}">
                <a16:creationId xmlns:a16="http://schemas.microsoft.com/office/drawing/2014/main" id="{9B427BFC-5EDF-D212-238D-DDB273EF0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342" y="4607420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9" name="Line 89">
            <a:extLst>
              <a:ext uri="{FF2B5EF4-FFF2-40B4-BE49-F238E27FC236}">
                <a16:creationId xmlns:a16="http://schemas.microsoft.com/office/drawing/2014/main" id="{91D959AA-5E71-97B2-91BF-BA288F973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5162" y="5759801"/>
            <a:ext cx="0" cy="97161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C6AE84D-435D-A7C5-DDB0-7C620106D216}"/>
              </a:ext>
            </a:extLst>
          </p:cNvPr>
          <p:cNvGrpSpPr/>
          <p:nvPr/>
        </p:nvGrpSpPr>
        <p:grpSpPr>
          <a:xfrm>
            <a:off x="6667887" y="3553320"/>
            <a:ext cx="505337" cy="1193800"/>
            <a:chOff x="5799138" y="4889500"/>
            <a:chExt cx="505337" cy="1193800"/>
          </a:xfrm>
        </p:grpSpPr>
        <p:grpSp>
          <p:nvGrpSpPr>
            <p:cNvPr id="51" name="Group 4">
              <a:extLst>
                <a:ext uri="{FF2B5EF4-FFF2-40B4-BE49-F238E27FC236}">
                  <a16:creationId xmlns:a16="http://schemas.microsoft.com/office/drawing/2014/main" id="{C9ADF4AA-01B1-E5FC-0803-1C6D250DD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53" name="Line 5">
                <a:extLst>
                  <a:ext uri="{FF2B5EF4-FFF2-40B4-BE49-F238E27FC236}">
                    <a16:creationId xmlns:a16="http://schemas.microsoft.com/office/drawing/2014/main" id="{CC7D2CDE-9A66-A917-892A-344E80679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4" name="Line 6">
                <a:extLst>
                  <a:ext uri="{FF2B5EF4-FFF2-40B4-BE49-F238E27FC236}">
                    <a16:creationId xmlns:a16="http://schemas.microsoft.com/office/drawing/2014/main" id="{736FF0EB-357B-6875-9EB0-E2C3A3A4E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5" name="Line 7">
                <a:extLst>
                  <a:ext uri="{FF2B5EF4-FFF2-40B4-BE49-F238E27FC236}">
                    <a16:creationId xmlns:a16="http://schemas.microsoft.com/office/drawing/2014/main" id="{CEF15780-9653-EFD9-04E0-85F5AD6B90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6" name="Line 8">
                <a:extLst>
                  <a:ext uri="{FF2B5EF4-FFF2-40B4-BE49-F238E27FC236}">
                    <a16:creationId xmlns:a16="http://schemas.microsoft.com/office/drawing/2014/main" id="{41929869-7D5D-FE2B-7447-17A7A7D62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7" name="Line 9">
                <a:extLst>
                  <a:ext uri="{FF2B5EF4-FFF2-40B4-BE49-F238E27FC236}">
                    <a16:creationId xmlns:a16="http://schemas.microsoft.com/office/drawing/2014/main" id="{43BBC87D-7B7F-7722-6E93-319E97ADE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8" name="Line 10">
                <a:extLst>
                  <a:ext uri="{FF2B5EF4-FFF2-40B4-BE49-F238E27FC236}">
                    <a16:creationId xmlns:a16="http://schemas.microsoft.com/office/drawing/2014/main" id="{44CC233F-0237-2798-7675-48F7EF6AE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9" name="Line 11">
                <a:extLst>
                  <a:ext uri="{FF2B5EF4-FFF2-40B4-BE49-F238E27FC236}">
                    <a16:creationId xmlns:a16="http://schemas.microsoft.com/office/drawing/2014/main" id="{585D5DDF-C03D-5086-2E41-BA662D28A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60" name="Line 12">
                <a:extLst>
                  <a:ext uri="{FF2B5EF4-FFF2-40B4-BE49-F238E27FC236}">
                    <a16:creationId xmlns:a16="http://schemas.microsoft.com/office/drawing/2014/main" id="{59B993CA-43C8-B7CF-F916-20FFC64265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52" name="Rectangle 58">
              <a:extLst>
                <a:ext uri="{FF2B5EF4-FFF2-40B4-BE49-F238E27FC236}">
                  <a16:creationId xmlns:a16="http://schemas.microsoft.com/office/drawing/2014/main" id="{45353F86-DD4F-FD99-6DF1-A1E5661987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61" name="Rectangle 62">
            <a:extLst>
              <a:ext uri="{FF2B5EF4-FFF2-40B4-BE49-F238E27FC236}">
                <a16:creationId xmlns:a16="http://schemas.microsoft.com/office/drawing/2014/main" id="{BF2D63E5-0999-49E4-3DBD-39BAE82C1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173" y="4937093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2" name="Rectangle 63">
            <a:extLst>
              <a:ext uri="{FF2B5EF4-FFF2-40B4-BE49-F238E27FC236}">
                <a16:creationId xmlns:a16="http://schemas.microsoft.com/office/drawing/2014/main" id="{A37CD150-2D74-D3AB-0A0B-D304EF261D2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8312" y="5169942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3" name="Rectangle 64">
            <a:extLst>
              <a:ext uri="{FF2B5EF4-FFF2-40B4-BE49-F238E27FC236}">
                <a16:creationId xmlns:a16="http://schemas.microsoft.com/office/drawing/2014/main" id="{552F680B-4122-D64A-4445-65F890792A7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20174" y="4760087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28" name="Line 79">
            <a:extLst>
              <a:ext uri="{FF2B5EF4-FFF2-40B4-BE49-F238E27FC236}">
                <a16:creationId xmlns:a16="http://schemas.microsoft.com/office/drawing/2014/main" id="{DE979869-CD92-F792-3810-D78B29531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6773" y="5305393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9" name="Line 82">
            <a:extLst>
              <a:ext uri="{FF2B5EF4-FFF2-40B4-BE49-F238E27FC236}">
                <a16:creationId xmlns:a16="http://schemas.microsoft.com/office/drawing/2014/main" id="{5FEF3DA7-7744-24A6-B4B5-220A45F5E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3644" y="5303806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0" name="Line 83">
            <a:extLst>
              <a:ext uri="{FF2B5EF4-FFF2-40B4-BE49-F238E27FC236}">
                <a16:creationId xmlns:a16="http://schemas.microsoft.com/office/drawing/2014/main" id="{8461EF57-4A09-B4E0-0C3D-637289AF1F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6021" y="523385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Rectangle 84">
            <a:extLst>
              <a:ext uri="{FF2B5EF4-FFF2-40B4-BE49-F238E27FC236}">
                <a16:creationId xmlns:a16="http://schemas.microsoft.com/office/drawing/2014/main" id="{436F9C6F-BEA0-F77C-1763-DCBE6FE95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9843" y="538159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132" name="Rectangle 85">
            <a:extLst>
              <a:ext uri="{FF2B5EF4-FFF2-40B4-BE49-F238E27FC236}">
                <a16:creationId xmlns:a16="http://schemas.microsoft.com/office/drawing/2014/main" id="{6C2382BE-FDD4-35FD-B6E4-8903BF350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643" y="5229193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133" name="Line 86">
            <a:extLst>
              <a:ext uri="{FF2B5EF4-FFF2-40B4-BE49-F238E27FC236}">
                <a16:creationId xmlns:a16="http://schemas.microsoft.com/office/drawing/2014/main" id="{B827B7C4-DEB2-BC08-B48D-5A90D79777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8982" y="3264801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4" name="Rectangle 87">
            <a:extLst>
              <a:ext uri="{FF2B5EF4-FFF2-40B4-BE49-F238E27FC236}">
                <a16:creationId xmlns:a16="http://schemas.microsoft.com/office/drawing/2014/main" id="{20BDD8DC-93C0-AC82-6FA4-A7A7F0559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427" y="2953275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35" name="Group 57">
            <a:extLst>
              <a:ext uri="{FF2B5EF4-FFF2-40B4-BE49-F238E27FC236}">
                <a16:creationId xmlns:a16="http://schemas.microsoft.com/office/drawing/2014/main" id="{81177298-5A92-B2F1-5842-1659ECCBA0A0}"/>
              </a:ext>
            </a:extLst>
          </p:cNvPr>
          <p:cNvGrpSpPr>
            <a:grpSpLocks/>
          </p:cNvGrpSpPr>
          <p:nvPr/>
        </p:nvGrpSpPr>
        <p:grpSpPr bwMode="auto">
          <a:xfrm>
            <a:off x="6070192" y="4320608"/>
            <a:ext cx="311150" cy="1117600"/>
            <a:chOff x="3116" y="3032"/>
            <a:chExt cx="196" cy="704"/>
          </a:xfrm>
        </p:grpSpPr>
        <p:sp>
          <p:nvSpPr>
            <p:cNvPr id="136" name="Line 58">
              <a:extLst>
                <a:ext uri="{FF2B5EF4-FFF2-40B4-BE49-F238E27FC236}">
                  <a16:creationId xmlns:a16="http://schemas.microsoft.com/office/drawing/2014/main" id="{32EED816-4A6E-405A-0057-A4E72BDBA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7" name="Line 59">
              <a:extLst>
                <a:ext uri="{FF2B5EF4-FFF2-40B4-BE49-F238E27FC236}">
                  <a16:creationId xmlns:a16="http://schemas.microsoft.com/office/drawing/2014/main" id="{04D87FD5-DB04-5783-ECE6-12156B2FA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8" name="Line 60">
              <a:extLst>
                <a:ext uri="{FF2B5EF4-FFF2-40B4-BE49-F238E27FC236}">
                  <a16:creationId xmlns:a16="http://schemas.microsoft.com/office/drawing/2014/main" id="{6CE4B483-5E40-4C74-8E61-AD0685F3F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9" name="Line 61">
              <a:extLst>
                <a:ext uri="{FF2B5EF4-FFF2-40B4-BE49-F238E27FC236}">
                  <a16:creationId xmlns:a16="http://schemas.microsoft.com/office/drawing/2014/main" id="{1E71DF15-508E-E3AD-9FF0-0F6830673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40" name="Line 89">
            <a:extLst>
              <a:ext uri="{FF2B5EF4-FFF2-40B4-BE49-F238E27FC236}">
                <a16:creationId xmlns:a16="http://schemas.microsoft.com/office/drawing/2014/main" id="{133FE8DB-34D3-7FF6-EA9E-5822A6A53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3261" y="4143870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1" name="Rectangle 114">
            <a:extLst>
              <a:ext uri="{FF2B5EF4-FFF2-40B4-BE49-F238E27FC236}">
                <a16:creationId xmlns:a16="http://schemas.microsoft.com/office/drawing/2014/main" id="{5188C5F5-AB50-0C21-54CF-739F9FF65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0589" y="5486464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2" name="Line 115">
            <a:extLst>
              <a:ext uri="{FF2B5EF4-FFF2-40B4-BE49-F238E27FC236}">
                <a16:creationId xmlns:a16="http://schemas.microsoft.com/office/drawing/2014/main" id="{DD453D91-7E87-7903-551F-60BB7C1E86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2344" y="6507554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3" name="Rectangle 116">
            <a:extLst>
              <a:ext uri="{FF2B5EF4-FFF2-40B4-BE49-F238E27FC236}">
                <a16:creationId xmlns:a16="http://schemas.microsoft.com/office/drawing/2014/main" id="{8649E490-5B91-9CFA-5472-9F2B8054C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153" y="6201562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4" name="Rectangle 117">
            <a:extLst>
              <a:ext uri="{FF2B5EF4-FFF2-40B4-BE49-F238E27FC236}">
                <a16:creationId xmlns:a16="http://schemas.microsoft.com/office/drawing/2014/main" id="{14183026-D6BB-CC42-2546-AA81CE23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046" y="5660251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145" name="Line 118">
            <a:extLst>
              <a:ext uri="{FF2B5EF4-FFF2-40B4-BE49-F238E27FC236}">
                <a16:creationId xmlns:a16="http://schemas.microsoft.com/office/drawing/2014/main" id="{EC0A5F0F-1782-FBFB-0D35-1D410A711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7415" y="6413564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6" name="Line 119">
            <a:extLst>
              <a:ext uri="{FF2B5EF4-FFF2-40B4-BE49-F238E27FC236}">
                <a16:creationId xmlns:a16="http://schemas.microsoft.com/office/drawing/2014/main" id="{E5F559DC-167C-647C-21ED-16C474239A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30114" y="6507554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7" name="Rectangle 121">
            <a:extLst>
              <a:ext uri="{FF2B5EF4-FFF2-40B4-BE49-F238E27FC236}">
                <a16:creationId xmlns:a16="http://schemas.microsoft.com/office/drawing/2014/main" id="{DD620AA0-B48C-F7FA-594F-FEDEB62E3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1539" y="5470589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8" name="Line 122">
            <a:extLst>
              <a:ext uri="{FF2B5EF4-FFF2-40B4-BE49-F238E27FC236}">
                <a16:creationId xmlns:a16="http://schemas.microsoft.com/office/drawing/2014/main" id="{F72846D0-D701-FE35-D9D8-E03D52A6FA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8537" y="5980176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9" name="Line 123">
            <a:extLst>
              <a:ext uri="{FF2B5EF4-FFF2-40B4-BE49-F238E27FC236}">
                <a16:creationId xmlns:a16="http://schemas.microsoft.com/office/drawing/2014/main" id="{6806450F-2E65-717A-2C02-15A2E9DF88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3864" y="5915089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0" name="Rectangle 124">
            <a:extLst>
              <a:ext uri="{FF2B5EF4-FFF2-40B4-BE49-F238E27FC236}">
                <a16:creationId xmlns:a16="http://schemas.microsoft.com/office/drawing/2014/main" id="{297D7D89-7FC2-2396-056A-E171897D2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0958" y="592141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51" name="Line 125">
            <a:extLst>
              <a:ext uri="{FF2B5EF4-FFF2-40B4-BE49-F238E27FC236}">
                <a16:creationId xmlns:a16="http://schemas.microsoft.com/office/drawing/2014/main" id="{D482D18B-7DBB-EEC2-EFD0-4CB4404839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22214" y="5245164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Rectangle 127">
            <a:extLst>
              <a:ext uri="{FF2B5EF4-FFF2-40B4-BE49-F238E27FC236}">
                <a16:creationId xmlns:a16="http://schemas.microsoft.com/office/drawing/2014/main" id="{51702C4E-389E-2936-CDB3-AA2416670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2727" y="5472176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3" name="Rectangle 128">
            <a:extLst>
              <a:ext uri="{FF2B5EF4-FFF2-40B4-BE49-F238E27FC236}">
                <a16:creationId xmlns:a16="http://schemas.microsoft.com/office/drawing/2014/main" id="{297C4895-591C-1664-7997-F52BF3F7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607" y="5803321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54" name="Line 130">
            <a:extLst>
              <a:ext uri="{FF2B5EF4-FFF2-40B4-BE49-F238E27FC236}">
                <a16:creationId xmlns:a16="http://schemas.microsoft.com/office/drawing/2014/main" id="{2C3BCF98-41B1-D7B7-41DB-6BD67B3D41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44564" y="598529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Rectangle 131">
            <a:extLst>
              <a:ext uri="{FF2B5EF4-FFF2-40B4-BE49-F238E27FC236}">
                <a16:creationId xmlns:a16="http://schemas.microsoft.com/office/drawing/2014/main" id="{2A8780BF-00A8-00D5-B219-B7820C614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815" y="572855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56" name="Rectangle 133">
            <a:extLst>
              <a:ext uri="{FF2B5EF4-FFF2-40B4-BE49-F238E27FC236}">
                <a16:creationId xmlns:a16="http://schemas.microsoft.com/office/drawing/2014/main" id="{7CF48575-31FF-38BA-259F-19868187C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389" y="4973933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7" name="Line 122">
            <a:extLst>
              <a:ext uri="{FF2B5EF4-FFF2-40B4-BE49-F238E27FC236}">
                <a16:creationId xmlns:a16="http://schemas.microsoft.com/office/drawing/2014/main" id="{1825D2C1-CC0D-14E6-7214-90C6278D34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47713" y="6046851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8" name="Rectangle 117">
            <a:extLst>
              <a:ext uri="{FF2B5EF4-FFF2-40B4-BE49-F238E27FC236}">
                <a16:creationId xmlns:a16="http://schemas.microsoft.com/office/drawing/2014/main" id="{842B5E28-7A78-CE7A-3A2A-4903C0C5B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286" y="5747785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59" name="Group 57">
            <a:extLst>
              <a:ext uri="{FF2B5EF4-FFF2-40B4-BE49-F238E27FC236}">
                <a16:creationId xmlns:a16="http://schemas.microsoft.com/office/drawing/2014/main" id="{6362D05A-700B-24B4-EE1D-C3428CBF5C96}"/>
              </a:ext>
            </a:extLst>
          </p:cNvPr>
          <p:cNvGrpSpPr>
            <a:grpSpLocks/>
          </p:cNvGrpSpPr>
          <p:nvPr/>
        </p:nvGrpSpPr>
        <p:grpSpPr bwMode="auto">
          <a:xfrm>
            <a:off x="8277995" y="5191093"/>
            <a:ext cx="311150" cy="1117600"/>
            <a:chOff x="3116" y="3032"/>
            <a:chExt cx="196" cy="704"/>
          </a:xfrm>
        </p:grpSpPr>
        <p:sp>
          <p:nvSpPr>
            <p:cNvPr id="160" name="Line 58">
              <a:extLst>
                <a:ext uri="{FF2B5EF4-FFF2-40B4-BE49-F238E27FC236}">
                  <a16:creationId xmlns:a16="http://schemas.microsoft.com/office/drawing/2014/main" id="{7B841482-9F5A-6EC9-8AAF-D94BAD578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1" name="Line 59">
              <a:extLst>
                <a:ext uri="{FF2B5EF4-FFF2-40B4-BE49-F238E27FC236}">
                  <a16:creationId xmlns:a16="http://schemas.microsoft.com/office/drawing/2014/main" id="{031F8D2A-E511-1C12-D221-40B226AC6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2" name="Line 60">
              <a:extLst>
                <a:ext uri="{FF2B5EF4-FFF2-40B4-BE49-F238E27FC236}">
                  <a16:creationId xmlns:a16="http://schemas.microsoft.com/office/drawing/2014/main" id="{D2850AFE-4F2D-DCAA-0F65-9DE0304D9F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3" name="Line 61">
              <a:extLst>
                <a:ext uri="{FF2B5EF4-FFF2-40B4-BE49-F238E27FC236}">
                  <a16:creationId xmlns:a16="http://schemas.microsoft.com/office/drawing/2014/main" id="{A31AD7CC-053E-58FA-8BF8-53591EC6C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64" name="Line 89">
            <a:extLst>
              <a:ext uri="{FF2B5EF4-FFF2-40B4-BE49-F238E27FC236}">
                <a16:creationId xmlns:a16="http://schemas.microsoft.com/office/drawing/2014/main" id="{56C3C8AD-C3E9-4C37-FCAE-6948EECC9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9145" y="5768943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5" name="Line 89">
            <a:extLst>
              <a:ext uri="{FF2B5EF4-FFF2-40B4-BE49-F238E27FC236}">
                <a16:creationId xmlns:a16="http://schemas.microsoft.com/office/drawing/2014/main" id="{CD333216-9E08-9AD1-3E33-1400AC455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2977" y="4143870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6" name="Line 89">
            <a:extLst>
              <a:ext uri="{FF2B5EF4-FFF2-40B4-BE49-F238E27FC236}">
                <a16:creationId xmlns:a16="http://schemas.microsoft.com/office/drawing/2014/main" id="{02299797-01E9-79C6-9903-0854DBBC9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2977" y="5480114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Rectangle 64">
            <a:extLst>
              <a:ext uri="{FF2B5EF4-FFF2-40B4-BE49-F238E27FC236}">
                <a16:creationId xmlns:a16="http://schemas.microsoft.com/office/drawing/2014/main" id="{59EE8A06-52E0-DBF6-5E8B-ECD3775F677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41904" y="563703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68" name="Line 19">
            <a:extLst>
              <a:ext uri="{FF2B5EF4-FFF2-40B4-BE49-F238E27FC236}">
                <a16:creationId xmlns:a16="http://schemas.microsoft.com/office/drawing/2014/main" id="{854FBF3A-144C-D274-E016-AF5FC3054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1438" y="4828608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9" name="Line 112">
            <a:extLst>
              <a:ext uri="{FF2B5EF4-FFF2-40B4-BE49-F238E27FC236}">
                <a16:creationId xmlns:a16="http://schemas.microsoft.com/office/drawing/2014/main" id="{2D018BF0-7BED-60DF-7F8B-3D49F8F42C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7257" y="5754043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0" name="Rectangle 113">
            <a:extLst>
              <a:ext uri="{FF2B5EF4-FFF2-40B4-BE49-F238E27FC236}">
                <a16:creationId xmlns:a16="http://schemas.microsoft.com/office/drawing/2014/main" id="{D388257E-A22F-3A98-63DF-ED3830515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136" y="5856560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1" name="Line 89">
            <a:extLst>
              <a:ext uri="{FF2B5EF4-FFF2-40B4-BE49-F238E27FC236}">
                <a16:creationId xmlns:a16="http://schemas.microsoft.com/office/drawing/2014/main" id="{398D5AFA-216D-3867-09F7-53238A3734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8537" y="4594779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72" name="Group 65">
            <a:extLst>
              <a:ext uri="{FF2B5EF4-FFF2-40B4-BE49-F238E27FC236}">
                <a16:creationId xmlns:a16="http://schemas.microsoft.com/office/drawing/2014/main" id="{690759A1-59E6-7945-6C72-A97EEC25923E}"/>
              </a:ext>
            </a:extLst>
          </p:cNvPr>
          <p:cNvGrpSpPr>
            <a:grpSpLocks/>
          </p:cNvGrpSpPr>
          <p:nvPr/>
        </p:nvGrpSpPr>
        <p:grpSpPr bwMode="auto">
          <a:xfrm>
            <a:off x="3092044" y="2218524"/>
            <a:ext cx="2044701" cy="676276"/>
            <a:chOff x="915" y="1728"/>
            <a:chExt cx="1288" cy="426"/>
          </a:xfrm>
        </p:grpSpPr>
        <p:sp>
          <p:nvSpPr>
            <p:cNvPr id="173" name="Rectangle 67">
              <a:extLst>
                <a:ext uri="{FF2B5EF4-FFF2-40B4-BE49-F238E27FC236}">
                  <a16:creationId xmlns:a16="http://schemas.microsoft.com/office/drawing/2014/main" id="{7C8C763B-B356-C0CF-D25D-FDAB113EE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174" name="Group 68">
              <a:extLst>
                <a:ext uri="{FF2B5EF4-FFF2-40B4-BE49-F238E27FC236}">
                  <a16:creationId xmlns:a16="http://schemas.microsoft.com/office/drawing/2014/main" id="{56E90D28-AEBB-2B77-CA12-0D677671C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181" name="Line 69">
                <a:extLst>
                  <a:ext uri="{FF2B5EF4-FFF2-40B4-BE49-F238E27FC236}">
                    <a16:creationId xmlns:a16="http://schemas.microsoft.com/office/drawing/2014/main" id="{88B8630F-74B7-41A6-6AAF-3BB3B4339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2" name="Line 70">
                <a:extLst>
                  <a:ext uri="{FF2B5EF4-FFF2-40B4-BE49-F238E27FC236}">
                    <a16:creationId xmlns:a16="http://schemas.microsoft.com/office/drawing/2014/main" id="{9E00927C-E2A3-AED3-2394-2AC35DE81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3" name="Line 71">
                <a:extLst>
                  <a:ext uri="{FF2B5EF4-FFF2-40B4-BE49-F238E27FC236}">
                    <a16:creationId xmlns:a16="http://schemas.microsoft.com/office/drawing/2014/main" id="{409EFE2B-80FE-A3CA-2671-6FDA1F7B1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5" name="Line 72">
                <a:extLst>
                  <a:ext uri="{FF2B5EF4-FFF2-40B4-BE49-F238E27FC236}">
                    <a16:creationId xmlns:a16="http://schemas.microsoft.com/office/drawing/2014/main" id="{B847950B-78B7-2609-C7F9-6DF4D4CCB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75" name="Line 73">
              <a:extLst>
                <a:ext uri="{FF2B5EF4-FFF2-40B4-BE49-F238E27FC236}">
                  <a16:creationId xmlns:a16="http://schemas.microsoft.com/office/drawing/2014/main" id="{AEFC2681-172F-F384-73BD-BA3ABE2EC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6" name="Line 74">
              <a:extLst>
                <a:ext uri="{FF2B5EF4-FFF2-40B4-BE49-F238E27FC236}">
                  <a16:creationId xmlns:a16="http://schemas.microsoft.com/office/drawing/2014/main" id="{33B6DCD8-0956-8136-DB09-9CAEC097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7" name="Rectangle 75">
              <a:extLst>
                <a:ext uri="{FF2B5EF4-FFF2-40B4-BE49-F238E27FC236}">
                  <a16:creationId xmlns:a16="http://schemas.microsoft.com/office/drawing/2014/main" id="{8596EFAE-FB9F-408A-A686-9E6252E07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178" name="Line 76">
              <a:extLst>
                <a:ext uri="{FF2B5EF4-FFF2-40B4-BE49-F238E27FC236}">
                  <a16:creationId xmlns:a16="http://schemas.microsoft.com/office/drawing/2014/main" id="{4CEB522E-5F71-6748-1EB9-B0BA4B3BA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5" y="2064"/>
              <a:ext cx="4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9" name="Rectangle 77">
              <a:extLst>
                <a:ext uri="{FF2B5EF4-FFF2-40B4-BE49-F238E27FC236}">
                  <a16:creationId xmlns:a16="http://schemas.microsoft.com/office/drawing/2014/main" id="{A633102E-C94A-129E-E5DE-13933DB1F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1862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0" name="Rectangle 78">
              <a:extLst>
                <a:ext uri="{FF2B5EF4-FFF2-40B4-BE49-F238E27FC236}">
                  <a16:creationId xmlns:a16="http://schemas.microsoft.com/office/drawing/2014/main" id="{786CC54E-0160-80FA-0A0E-0C586C9BE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187" name="Rectangle 20">
            <a:extLst>
              <a:ext uri="{FF2B5EF4-FFF2-40B4-BE49-F238E27FC236}">
                <a16:creationId xmlns:a16="http://schemas.microsoft.com/office/drawing/2014/main" id="{2A7B6C7C-9F5C-E4A0-5B70-805EA80FC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9422" y="4485907"/>
            <a:ext cx="11840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MemtoReg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8" name="Line 116">
            <a:extLst>
              <a:ext uri="{FF2B5EF4-FFF2-40B4-BE49-F238E27FC236}">
                <a16:creationId xmlns:a16="http://schemas.microsoft.com/office/drawing/2014/main" id="{B40EF4A3-0C41-2E31-8C4D-E68DFD13D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1643" y="1214073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9" name="Rectangle 117">
            <a:extLst>
              <a:ext uri="{FF2B5EF4-FFF2-40B4-BE49-F238E27FC236}">
                <a16:creationId xmlns:a16="http://schemas.microsoft.com/office/drawing/2014/main" id="{80F37591-8140-B3F3-D8B0-E498CD7C6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716" y="1053068"/>
            <a:ext cx="1769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190" name="Line 124">
            <a:extLst>
              <a:ext uri="{FF2B5EF4-FFF2-40B4-BE49-F238E27FC236}">
                <a16:creationId xmlns:a16="http://schemas.microsoft.com/office/drawing/2014/main" id="{8FB601D4-BFCC-9ACC-5EE5-301B80435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5171" y="1214073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1" name="Rectangle 125">
            <a:extLst>
              <a:ext uri="{FF2B5EF4-FFF2-40B4-BE49-F238E27FC236}">
                <a16:creationId xmlns:a16="http://schemas.microsoft.com/office/drawing/2014/main" id="{9F6E7FCA-4065-2C2A-6389-2F8AC64BAB9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87180" y="1430940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192" name="Rectangle 126">
            <a:extLst>
              <a:ext uri="{FF2B5EF4-FFF2-40B4-BE49-F238E27FC236}">
                <a16:creationId xmlns:a16="http://schemas.microsoft.com/office/drawing/2014/main" id="{74F9D9AE-EB2B-51BF-BBB5-0FDC4FC271B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59486" y="1430940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193" name="Rectangle 127">
            <a:extLst>
              <a:ext uri="{FF2B5EF4-FFF2-40B4-BE49-F238E27FC236}">
                <a16:creationId xmlns:a16="http://schemas.microsoft.com/office/drawing/2014/main" id="{3C20CB28-CCD7-939C-27B2-8307310384B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39423" y="1430940"/>
            <a:ext cx="9208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194" name="Rectangle 128">
            <a:extLst>
              <a:ext uri="{FF2B5EF4-FFF2-40B4-BE49-F238E27FC236}">
                <a16:creationId xmlns:a16="http://schemas.microsoft.com/office/drawing/2014/main" id="{08CCCF99-D1B9-41F6-8DC4-96A7DFE2541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16023" y="1383440"/>
            <a:ext cx="8223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195" name="Line 129">
            <a:extLst>
              <a:ext uri="{FF2B5EF4-FFF2-40B4-BE49-F238E27FC236}">
                <a16:creationId xmlns:a16="http://schemas.microsoft.com/office/drawing/2014/main" id="{B6E043AB-A4EB-FCD2-A53D-DCA31DFB14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476" y="1214073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6" name="Line 130">
            <a:extLst>
              <a:ext uri="{FF2B5EF4-FFF2-40B4-BE49-F238E27FC236}">
                <a16:creationId xmlns:a16="http://schemas.microsoft.com/office/drawing/2014/main" id="{A5B7CC67-C428-B418-9E0D-130D45BB5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9782" y="1214073"/>
            <a:ext cx="0" cy="787177"/>
          </a:xfrm>
          <a:prstGeom prst="line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7" name="Line 131">
            <a:extLst>
              <a:ext uri="{FF2B5EF4-FFF2-40B4-BE49-F238E27FC236}">
                <a16:creationId xmlns:a16="http://schemas.microsoft.com/office/drawing/2014/main" id="{889802C1-0AA0-47BA-772E-31FA45533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088" y="1214073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8" name="Rectangle 132">
            <a:extLst>
              <a:ext uri="{FF2B5EF4-FFF2-40B4-BE49-F238E27FC236}">
                <a16:creationId xmlns:a16="http://schemas.microsoft.com/office/drawing/2014/main" id="{F00D77A2-BFA3-51C2-558D-F2E3BE925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112" y="1998592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199" name="Rectangle 133">
            <a:extLst>
              <a:ext uri="{FF2B5EF4-FFF2-40B4-BE49-F238E27FC236}">
                <a16:creationId xmlns:a16="http://schemas.microsoft.com/office/drawing/2014/main" id="{A4240602-DC43-756C-6DAD-F6FA98911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715" y="1945022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200" name="Rectangle 134">
            <a:extLst>
              <a:ext uri="{FF2B5EF4-FFF2-40B4-BE49-F238E27FC236}">
                <a16:creationId xmlns:a16="http://schemas.microsoft.com/office/drawing/2014/main" id="{D33ACF0A-F8C7-B25E-4EF2-57378C89C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9881" y="194502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201" name="Rectangle 135">
            <a:extLst>
              <a:ext uri="{FF2B5EF4-FFF2-40B4-BE49-F238E27FC236}">
                <a16:creationId xmlns:a16="http://schemas.microsoft.com/office/drawing/2014/main" id="{71CE530A-A55F-F332-6866-41BD30B5B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7575" y="1945022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202" name="Group 189">
            <a:extLst>
              <a:ext uri="{FF2B5EF4-FFF2-40B4-BE49-F238E27FC236}">
                <a16:creationId xmlns:a16="http://schemas.microsoft.com/office/drawing/2014/main" id="{B138C56A-9212-85F4-DEB9-AE0C46418657}"/>
              </a:ext>
            </a:extLst>
          </p:cNvPr>
          <p:cNvGrpSpPr>
            <a:grpSpLocks/>
          </p:cNvGrpSpPr>
          <p:nvPr/>
        </p:nvGrpSpPr>
        <p:grpSpPr bwMode="auto">
          <a:xfrm>
            <a:off x="2717254" y="1153629"/>
            <a:ext cx="975537" cy="843405"/>
            <a:chOff x="1258" y="533"/>
            <a:chExt cx="694" cy="600"/>
          </a:xfrm>
        </p:grpSpPr>
        <p:sp>
          <p:nvSpPr>
            <p:cNvPr id="203" name="Rectangle 190">
              <a:extLst>
                <a:ext uri="{FF2B5EF4-FFF2-40B4-BE49-F238E27FC236}">
                  <a16:creationId xmlns:a16="http://schemas.microsoft.com/office/drawing/2014/main" id="{FBAADE77-C1FE-31F2-DC1D-86BB5D238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533"/>
              <a:ext cx="694" cy="55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4" name="Rectangle 191">
              <a:extLst>
                <a:ext uri="{FF2B5EF4-FFF2-40B4-BE49-F238E27FC236}">
                  <a16:creationId xmlns:a16="http://schemas.microsoft.com/office/drawing/2014/main" id="{4686DDFF-1228-67CC-3B8F-C1BED3EF8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5" name="Rectangle 192">
              <a:extLst>
                <a:ext uri="{FF2B5EF4-FFF2-40B4-BE49-F238E27FC236}">
                  <a16:creationId xmlns:a16="http://schemas.microsoft.com/office/drawing/2014/main" id="{E5BEA1B2-8CF3-733E-A434-786D62780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551"/>
              <a:ext cx="658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206" name="Rectangle 216">
            <a:extLst>
              <a:ext uri="{FF2B5EF4-FFF2-40B4-BE49-F238E27FC236}">
                <a16:creationId xmlns:a16="http://schemas.microsoft.com/office/drawing/2014/main" id="{061C6437-1878-5300-9CB6-2DCDC932E57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11823" y="1661239"/>
            <a:ext cx="138339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&gt;, etc.</a:t>
            </a:r>
          </a:p>
        </p:txBody>
      </p:sp>
      <p:sp>
        <p:nvSpPr>
          <p:cNvPr id="207" name="Oval 217">
            <a:extLst>
              <a:ext uri="{FF2B5EF4-FFF2-40B4-BE49-F238E27FC236}">
                <a16:creationId xmlns:a16="http://schemas.microsoft.com/office/drawing/2014/main" id="{5EBC8E1A-98AA-B0D7-C2FE-47AAB9BBE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535" y="1483962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8" name="Line 219">
            <a:extLst>
              <a:ext uri="{FF2B5EF4-FFF2-40B4-BE49-F238E27FC236}">
                <a16:creationId xmlns:a16="http://schemas.microsoft.com/office/drawing/2014/main" id="{FB9A7AF2-1D60-70DA-5CD8-5E477EDBA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812" y="1214073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9" name="Line 220">
            <a:extLst>
              <a:ext uri="{FF2B5EF4-FFF2-40B4-BE49-F238E27FC236}">
                <a16:creationId xmlns:a16="http://schemas.microsoft.com/office/drawing/2014/main" id="{6CD5D388-F4F2-D0D0-120E-0E71F44755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812" y="1686379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0" name="Text Box 222">
            <a:extLst>
              <a:ext uri="{FF2B5EF4-FFF2-40B4-BE49-F238E27FC236}">
                <a16:creationId xmlns:a16="http://schemas.microsoft.com/office/drawing/2014/main" id="{3BFB4F03-80D9-C8AF-5BC4-2ECB6C44D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3593" y="1543268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1" name="Rectangle 27">
            <a:extLst>
              <a:ext uri="{FF2B5EF4-FFF2-40B4-BE49-F238E27FC236}">
                <a16:creationId xmlns:a16="http://schemas.microsoft.com/office/drawing/2014/main" id="{99E3C11E-A0E9-6DE8-6D3F-3E94B73A5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339" y="283757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12" name="Line 29">
            <a:extLst>
              <a:ext uri="{FF2B5EF4-FFF2-40B4-BE49-F238E27FC236}">
                <a16:creationId xmlns:a16="http://schemas.microsoft.com/office/drawing/2014/main" id="{CF744956-2D1D-3B4D-8DA6-5F20997C12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22" y="3818377"/>
            <a:ext cx="70482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3" name="Rectangle 31">
            <a:extLst>
              <a:ext uri="{FF2B5EF4-FFF2-40B4-BE49-F238E27FC236}">
                <a16:creationId xmlns:a16="http://schemas.microsoft.com/office/drawing/2014/main" id="{C06C7215-FB06-0F04-D44D-FAC325907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4156" y="3430455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4" name="Line 33">
            <a:extLst>
              <a:ext uri="{FF2B5EF4-FFF2-40B4-BE49-F238E27FC236}">
                <a16:creationId xmlns:a16="http://schemas.microsoft.com/office/drawing/2014/main" id="{D24595ED-8D2F-D202-4787-8B3FEE4535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3640" y="4607420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5" name="Rectangle 34">
            <a:extLst>
              <a:ext uri="{FF2B5EF4-FFF2-40B4-BE49-F238E27FC236}">
                <a16:creationId xmlns:a16="http://schemas.microsoft.com/office/drawing/2014/main" id="{FA72C0BB-D263-9E2E-53B9-89C3501382A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51731" y="383554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216" name="Rectangle 35">
            <a:extLst>
              <a:ext uri="{FF2B5EF4-FFF2-40B4-BE49-F238E27FC236}">
                <a16:creationId xmlns:a16="http://schemas.microsoft.com/office/drawing/2014/main" id="{24308282-572C-602B-2CC2-97CB66741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1070" y="510827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7" name="Line 49">
            <a:extLst>
              <a:ext uri="{FF2B5EF4-FFF2-40B4-BE49-F238E27FC236}">
                <a16:creationId xmlns:a16="http://schemas.microsoft.com/office/drawing/2014/main" id="{DE2622C8-587C-A103-9821-07EBB55B51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310" y="4195408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18" name="Group 50">
            <a:extLst>
              <a:ext uri="{FF2B5EF4-FFF2-40B4-BE49-F238E27FC236}">
                <a16:creationId xmlns:a16="http://schemas.microsoft.com/office/drawing/2014/main" id="{882227F5-E6F8-88EC-E86E-D99065DC2A69}"/>
              </a:ext>
            </a:extLst>
          </p:cNvPr>
          <p:cNvGrpSpPr>
            <a:grpSpLocks/>
          </p:cNvGrpSpPr>
          <p:nvPr/>
        </p:nvGrpSpPr>
        <p:grpSpPr bwMode="auto">
          <a:xfrm>
            <a:off x="1781089" y="3300059"/>
            <a:ext cx="347663" cy="1431926"/>
            <a:chOff x="1614" y="2226"/>
            <a:chExt cx="219" cy="902"/>
          </a:xfrm>
        </p:grpSpPr>
        <p:grpSp>
          <p:nvGrpSpPr>
            <p:cNvPr id="219" name="Group 51">
              <a:extLst>
                <a:ext uri="{FF2B5EF4-FFF2-40B4-BE49-F238E27FC236}">
                  <a16:creationId xmlns:a16="http://schemas.microsoft.com/office/drawing/2014/main" id="{4F610067-DBF3-0152-9BB2-2B4479A0EB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223" name="Line 52">
                <a:extLst>
                  <a:ext uri="{FF2B5EF4-FFF2-40B4-BE49-F238E27FC236}">
                    <a16:creationId xmlns:a16="http://schemas.microsoft.com/office/drawing/2014/main" id="{418F5F6C-9765-F036-131B-BD1B3DD6C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4" name="Line 53">
                <a:extLst>
                  <a:ext uri="{FF2B5EF4-FFF2-40B4-BE49-F238E27FC236}">
                    <a16:creationId xmlns:a16="http://schemas.microsoft.com/office/drawing/2014/main" id="{ED017B02-05C8-125F-8E2D-B8804356F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5" name="Line 54">
                <a:extLst>
                  <a:ext uri="{FF2B5EF4-FFF2-40B4-BE49-F238E27FC236}">
                    <a16:creationId xmlns:a16="http://schemas.microsoft.com/office/drawing/2014/main" id="{255890AF-E4D1-F277-A1E6-7AFF468D7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6" name="Line 55">
                <a:extLst>
                  <a:ext uri="{FF2B5EF4-FFF2-40B4-BE49-F238E27FC236}">
                    <a16:creationId xmlns:a16="http://schemas.microsoft.com/office/drawing/2014/main" id="{BAB2918E-90C9-BB3C-A455-8EBF0E70F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0" name="Rectangle 56">
              <a:extLst>
                <a:ext uri="{FF2B5EF4-FFF2-40B4-BE49-F238E27FC236}">
                  <a16:creationId xmlns:a16="http://schemas.microsoft.com/office/drawing/2014/main" id="{0E3FCB81-2A2D-2913-F39C-A1EFF02767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221" name="Rectangle 57">
              <a:extLst>
                <a:ext uri="{FF2B5EF4-FFF2-40B4-BE49-F238E27FC236}">
                  <a16:creationId xmlns:a16="http://schemas.microsoft.com/office/drawing/2014/main" id="{F1603D51-385F-7B60-3E1F-923C1872A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2" name="Rectangle 58">
              <a:extLst>
                <a:ext uri="{FF2B5EF4-FFF2-40B4-BE49-F238E27FC236}">
                  <a16:creationId xmlns:a16="http://schemas.microsoft.com/office/drawing/2014/main" id="{224E1D78-357A-2BA1-A7AF-86E12E583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27" name="Line 59">
            <a:extLst>
              <a:ext uri="{FF2B5EF4-FFF2-40B4-BE49-F238E27FC236}">
                <a16:creationId xmlns:a16="http://schemas.microsoft.com/office/drawing/2014/main" id="{F101A27C-C12C-FC17-8E7E-F5D02A485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793" y="3466745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8" name="Line 60">
            <a:extLst>
              <a:ext uri="{FF2B5EF4-FFF2-40B4-BE49-F238E27FC236}">
                <a16:creationId xmlns:a16="http://schemas.microsoft.com/office/drawing/2014/main" id="{F7727A78-AF76-B71E-F5FB-47BD2C67B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2960" y="4622445"/>
            <a:ext cx="27622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9" name="Rectangle 75">
            <a:extLst>
              <a:ext uri="{FF2B5EF4-FFF2-40B4-BE49-F238E27FC236}">
                <a16:creationId xmlns:a16="http://schemas.microsoft.com/office/drawing/2014/main" id="{23158143-A363-4EE5-1F16-6D7D286C8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322" y="4943475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0" name="Line 76">
            <a:extLst>
              <a:ext uri="{FF2B5EF4-FFF2-40B4-BE49-F238E27FC236}">
                <a16:creationId xmlns:a16="http://schemas.microsoft.com/office/drawing/2014/main" id="{6520D2A4-0A2A-FB83-8290-46326A08D8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6052" y="4627498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1" name="Line 119">
            <a:extLst>
              <a:ext uri="{FF2B5EF4-FFF2-40B4-BE49-F238E27FC236}">
                <a16:creationId xmlns:a16="http://schemas.microsoft.com/office/drawing/2014/main" id="{B50ABDEF-2612-05B6-B0C5-6E3F97C6B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860" y="5079645"/>
            <a:ext cx="330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2" name="Freeform 120">
            <a:extLst>
              <a:ext uri="{FF2B5EF4-FFF2-40B4-BE49-F238E27FC236}">
                <a16:creationId xmlns:a16="http://schemas.microsoft.com/office/drawing/2014/main" id="{7C0CF282-15D4-914E-02C9-3B12797FB60C}"/>
              </a:ext>
            </a:extLst>
          </p:cNvPr>
          <p:cNvSpPr>
            <a:spLocks/>
          </p:cNvSpPr>
          <p:nvPr/>
        </p:nvSpPr>
        <p:spPr bwMode="auto">
          <a:xfrm>
            <a:off x="3029018" y="1930968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3" name="Rectangle 121">
            <a:extLst>
              <a:ext uri="{FF2B5EF4-FFF2-40B4-BE49-F238E27FC236}">
                <a16:creationId xmlns:a16="http://schemas.microsoft.com/office/drawing/2014/main" id="{0219C58D-5558-3346-8F91-51138C5D9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970" y="2128212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234" name="Line 122">
            <a:extLst>
              <a:ext uri="{FF2B5EF4-FFF2-40B4-BE49-F238E27FC236}">
                <a16:creationId xmlns:a16="http://schemas.microsoft.com/office/drawing/2014/main" id="{0A15EB84-FD1F-ECB9-E175-1CAFF35AA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395" y="4038245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5" name="Freeform 123">
            <a:extLst>
              <a:ext uri="{FF2B5EF4-FFF2-40B4-BE49-F238E27FC236}">
                <a16:creationId xmlns:a16="http://schemas.microsoft.com/office/drawing/2014/main" id="{B017B07D-7029-2822-6078-8B1784D8E545}"/>
              </a:ext>
            </a:extLst>
          </p:cNvPr>
          <p:cNvSpPr>
            <a:spLocks/>
          </p:cNvSpPr>
          <p:nvPr/>
        </p:nvSpPr>
        <p:spPr bwMode="auto">
          <a:xfrm>
            <a:off x="49122" y="2620333"/>
            <a:ext cx="3092332" cy="1197159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  <a:gd name="connsiteX0" fmla="*/ 9995 w 9995"/>
              <a:gd name="connsiteY0" fmla="*/ 0 h 9986"/>
              <a:gd name="connsiteX1" fmla="*/ 0 w 9995"/>
              <a:gd name="connsiteY1" fmla="*/ 0 h 9986"/>
              <a:gd name="connsiteX2" fmla="*/ 0 w 9995"/>
              <a:gd name="connsiteY2" fmla="*/ 9986 h 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95" h="9986">
                <a:moveTo>
                  <a:pt x="9995" y="0"/>
                </a:moveTo>
                <a:lnTo>
                  <a:pt x="0" y="0"/>
                </a:lnTo>
                <a:lnTo>
                  <a:pt x="0" y="998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6" name="Freeform 124">
            <a:extLst>
              <a:ext uri="{FF2B5EF4-FFF2-40B4-BE49-F238E27FC236}">
                <a16:creationId xmlns:a16="http://schemas.microsoft.com/office/drawing/2014/main" id="{ED29F2D6-ADDA-029A-1892-F8648DF17A31}"/>
              </a:ext>
            </a:extLst>
          </p:cNvPr>
          <p:cNvSpPr>
            <a:spLocks/>
          </p:cNvSpPr>
          <p:nvPr/>
        </p:nvSpPr>
        <p:spPr bwMode="auto">
          <a:xfrm>
            <a:off x="557122" y="3466745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7" name="Rectangle 35">
            <a:extLst>
              <a:ext uri="{FF2B5EF4-FFF2-40B4-BE49-F238E27FC236}">
                <a16:creationId xmlns:a16="http://schemas.microsoft.com/office/drawing/2014/main" id="{B87386D2-975D-AC8D-D875-11FB27D9B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68" y="3525370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238" name="椭圆 4">
            <a:extLst>
              <a:ext uri="{FF2B5EF4-FFF2-40B4-BE49-F238E27FC236}">
                <a16:creationId xmlns:a16="http://schemas.microsoft.com/office/drawing/2014/main" id="{6F837591-DD9B-4503-B80A-121348EDEE41}"/>
              </a:ext>
            </a:extLst>
          </p:cNvPr>
          <p:cNvSpPr/>
          <p:nvPr/>
        </p:nvSpPr>
        <p:spPr bwMode="auto">
          <a:xfrm>
            <a:off x="353923" y="4686791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AA56454E-D6DB-819C-A68C-AD9CEFE3AE1D}"/>
              </a:ext>
            </a:extLst>
          </p:cNvPr>
          <p:cNvGrpSpPr/>
          <p:nvPr/>
        </p:nvGrpSpPr>
        <p:grpSpPr>
          <a:xfrm>
            <a:off x="734893" y="2749622"/>
            <a:ext cx="505337" cy="1193800"/>
            <a:chOff x="5799138" y="4889500"/>
            <a:chExt cx="505337" cy="1193800"/>
          </a:xfrm>
        </p:grpSpPr>
        <p:grpSp>
          <p:nvGrpSpPr>
            <p:cNvPr id="240" name="Group 4">
              <a:extLst>
                <a:ext uri="{FF2B5EF4-FFF2-40B4-BE49-F238E27FC236}">
                  <a16:creationId xmlns:a16="http://schemas.microsoft.com/office/drawing/2014/main" id="{8FC529E1-DFDE-823C-E6CE-918C20CAC2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42" name="Line 5">
                <a:extLst>
                  <a:ext uri="{FF2B5EF4-FFF2-40B4-BE49-F238E27FC236}">
                    <a16:creationId xmlns:a16="http://schemas.microsoft.com/office/drawing/2014/main" id="{36819ABE-9D70-AD27-25EA-B5FFD0F619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3" name="Line 6">
                <a:extLst>
                  <a:ext uri="{FF2B5EF4-FFF2-40B4-BE49-F238E27FC236}">
                    <a16:creationId xmlns:a16="http://schemas.microsoft.com/office/drawing/2014/main" id="{B124EF83-5C41-085C-764F-BF5EF7AA74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4" name="Line 7">
                <a:extLst>
                  <a:ext uri="{FF2B5EF4-FFF2-40B4-BE49-F238E27FC236}">
                    <a16:creationId xmlns:a16="http://schemas.microsoft.com/office/drawing/2014/main" id="{1E7F3F44-DAD9-D9FA-97A0-076260893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5" name="Line 8">
                <a:extLst>
                  <a:ext uri="{FF2B5EF4-FFF2-40B4-BE49-F238E27FC236}">
                    <a16:creationId xmlns:a16="http://schemas.microsoft.com/office/drawing/2014/main" id="{A371CF32-D5BF-131F-FB4B-350E5D327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6" name="Line 9">
                <a:extLst>
                  <a:ext uri="{FF2B5EF4-FFF2-40B4-BE49-F238E27FC236}">
                    <a16:creationId xmlns:a16="http://schemas.microsoft.com/office/drawing/2014/main" id="{7B32D410-7246-54F4-50AB-052932B50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7" name="Line 10">
                <a:extLst>
                  <a:ext uri="{FF2B5EF4-FFF2-40B4-BE49-F238E27FC236}">
                    <a16:creationId xmlns:a16="http://schemas.microsoft.com/office/drawing/2014/main" id="{097D3E50-1E3A-0EE2-476F-C8057A817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8" name="Line 11">
                <a:extLst>
                  <a:ext uri="{FF2B5EF4-FFF2-40B4-BE49-F238E27FC236}">
                    <a16:creationId xmlns:a16="http://schemas.microsoft.com/office/drawing/2014/main" id="{59673D86-1EF2-257D-D881-D8A559BEF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9" name="Line 12">
                <a:extLst>
                  <a:ext uri="{FF2B5EF4-FFF2-40B4-BE49-F238E27FC236}">
                    <a16:creationId xmlns:a16="http://schemas.microsoft.com/office/drawing/2014/main" id="{FA07EDA9-C1B1-EC22-E816-95FFEB0C4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41" name="Rectangle 58">
              <a:extLst>
                <a:ext uri="{FF2B5EF4-FFF2-40B4-BE49-F238E27FC236}">
                  <a16:creationId xmlns:a16="http://schemas.microsoft.com/office/drawing/2014/main" id="{023CFBBF-F2C0-4FE5-3520-30069F6A0E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250" name="Rectangle 73">
            <a:extLst>
              <a:ext uri="{FF2B5EF4-FFF2-40B4-BE49-F238E27FC236}">
                <a16:creationId xmlns:a16="http://schemas.microsoft.com/office/drawing/2014/main" id="{BF02C1DD-6125-53F9-C763-DD9E1BCAF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22" y="27412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251" name="Line 74">
            <a:extLst>
              <a:ext uri="{FF2B5EF4-FFF2-40B4-BE49-F238E27FC236}">
                <a16:creationId xmlns:a16="http://schemas.microsoft.com/office/drawing/2014/main" id="{F8C2B3E7-CED5-70E8-4838-EEA00E413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010" y="2936521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D4ABA681-7C4B-C0B3-9556-A3A81F7576E0}"/>
              </a:ext>
            </a:extLst>
          </p:cNvPr>
          <p:cNvGrpSpPr/>
          <p:nvPr/>
        </p:nvGrpSpPr>
        <p:grpSpPr>
          <a:xfrm>
            <a:off x="1066378" y="4072279"/>
            <a:ext cx="505337" cy="1193800"/>
            <a:chOff x="5799138" y="4889500"/>
            <a:chExt cx="505337" cy="1193800"/>
          </a:xfrm>
        </p:grpSpPr>
        <p:grpSp>
          <p:nvGrpSpPr>
            <p:cNvPr id="253" name="Group 4">
              <a:extLst>
                <a:ext uri="{FF2B5EF4-FFF2-40B4-BE49-F238E27FC236}">
                  <a16:creationId xmlns:a16="http://schemas.microsoft.com/office/drawing/2014/main" id="{A4319E6D-611C-0E9D-AB81-CF025B0BB9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55" name="Line 5">
                <a:extLst>
                  <a:ext uri="{FF2B5EF4-FFF2-40B4-BE49-F238E27FC236}">
                    <a16:creationId xmlns:a16="http://schemas.microsoft.com/office/drawing/2014/main" id="{59A9933E-C877-F3CB-5F7C-7CCC51371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6" name="Line 6">
                <a:extLst>
                  <a:ext uri="{FF2B5EF4-FFF2-40B4-BE49-F238E27FC236}">
                    <a16:creationId xmlns:a16="http://schemas.microsoft.com/office/drawing/2014/main" id="{8406269C-01B5-9595-EFC2-0C139A42D5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7" name="Line 7">
                <a:extLst>
                  <a:ext uri="{FF2B5EF4-FFF2-40B4-BE49-F238E27FC236}">
                    <a16:creationId xmlns:a16="http://schemas.microsoft.com/office/drawing/2014/main" id="{544422A0-99C2-F85B-5019-84CDC0E68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8" name="Line 8">
                <a:extLst>
                  <a:ext uri="{FF2B5EF4-FFF2-40B4-BE49-F238E27FC236}">
                    <a16:creationId xmlns:a16="http://schemas.microsoft.com/office/drawing/2014/main" id="{99748E40-4B2C-E143-AAC1-A3C3B12F0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9" name="Line 9">
                <a:extLst>
                  <a:ext uri="{FF2B5EF4-FFF2-40B4-BE49-F238E27FC236}">
                    <a16:creationId xmlns:a16="http://schemas.microsoft.com/office/drawing/2014/main" id="{CD95CB37-2273-DB04-8ECA-AEF2B05E2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60" name="Line 10">
                <a:extLst>
                  <a:ext uri="{FF2B5EF4-FFF2-40B4-BE49-F238E27FC236}">
                    <a16:creationId xmlns:a16="http://schemas.microsoft.com/office/drawing/2014/main" id="{C88EA41D-6EFF-3C8A-8F82-8DF0784738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61" name="Line 11">
                <a:extLst>
                  <a:ext uri="{FF2B5EF4-FFF2-40B4-BE49-F238E27FC236}">
                    <a16:creationId xmlns:a16="http://schemas.microsoft.com/office/drawing/2014/main" id="{4A654D62-6D5B-CF8D-F4F3-41290D494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62" name="Line 12">
                <a:extLst>
                  <a:ext uri="{FF2B5EF4-FFF2-40B4-BE49-F238E27FC236}">
                    <a16:creationId xmlns:a16="http://schemas.microsoft.com/office/drawing/2014/main" id="{C06D29BE-DEB0-C953-E248-23BC338FF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54" name="Rectangle 58">
              <a:extLst>
                <a:ext uri="{FF2B5EF4-FFF2-40B4-BE49-F238E27FC236}">
                  <a16:creationId xmlns:a16="http://schemas.microsoft.com/office/drawing/2014/main" id="{15DEA8F2-C6BE-18E5-900E-B577008B46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263" name="Rectangle 96">
            <a:extLst>
              <a:ext uri="{FF2B5EF4-FFF2-40B4-BE49-F238E27FC236}">
                <a16:creationId xmlns:a16="http://schemas.microsoft.com/office/drawing/2014/main" id="{1B709531-02BA-57AC-FB3A-93329E11B0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0794" y="4906887"/>
            <a:ext cx="594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264" name="Line 82">
            <a:extLst>
              <a:ext uri="{FF2B5EF4-FFF2-40B4-BE49-F238E27FC236}">
                <a16:creationId xmlns:a16="http://schemas.microsoft.com/office/drawing/2014/main" id="{2D99DA6A-0F07-3383-5F57-8B6F530EE7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2528" y="5316697"/>
            <a:ext cx="0" cy="109686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5" name="Line 82">
            <a:extLst>
              <a:ext uri="{FF2B5EF4-FFF2-40B4-BE49-F238E27FC236}">
                <a16:creationId xmlns:a16="http://schemas.microsoft.com/office/drawing/2014/main" id="{98808C5A-06B3-87E0-B705-6D804A837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122" y="6413564"/>
            <a:ext cx="516792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6" name="Line 82">
            <a:extLst>
              <a:ext uri="{FF2B5EF4-FFF2-40B4-BE49-F238E27FC236}">
                <a16:creationId xmlns:a16="http://schemas.microsoft.com/office/drawing/2014/main" id="{AE8E5832-17EF-0E79-E5BC-3359D42191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7122" y="5489410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7" name="Line 29">
            <a:extLst>
              <a:ext uri="{FF2B5EF4-FFF2-40B4-BE49-F238E27FC236}">
                <a16:creationId xmlns:a16="http://schemas.microsoft.com/office/drawing/2014/main" id="{92EC8083-6674-9C04-A275-F4946D78A8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6647" y="294351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8" name="Line 37">
            <a:extLst>
              <a:ext uri="{FF2B5EF4-FFF2-40B4-BE49-F238E27FC236}">
                <a16:creationId xmlns:a16="http://schemas.microsoft.com/office/drawing/2014/main" id="{71F19AC7-B16D-905D-44AD-BEC01D047E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5622" y="633698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9" name="Rectangle 38">
            <a:extLst>
              <a:ext uri="{FF2B5EF4-FFF2-40B4-BE49-F238E27FC236}">
                <a16:creationId xmlns:a16="http://schemas.microsoft.com/office/drawing/2014/main" id="{E6E1AFC8-4E7D-D5FD-9A68-151086227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85" y="636824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0" name="Line 88">
            <a:extLst>
              <a:ext uri="{FF2B5EF4-FFF2-40B4-BE49-F238E27FC236}">
                <a16:creationId xmlns:a16="http://schemas.microsoft.com/office/drawing/2014/main" id="{321A61D8-9879-B79B-67F4-F2BF37CAB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1437" y="3938660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2" name="Rectangle 75">
            <a:extLst>
              <a:ext uri="{FF2B5EF4-FFF2-40B4-BE49-F238E27FC236}">
                <a16:creationId xmlns:a16="http://schemas.microsoft.com/office/drawing/2014/main" id="{93648C9B-691E-E2D4-B249-EAC1F81FF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05" y="1074810"/>
            <a:ext cx="1723230" cy="1074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if op == </a:t>
            </a:r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beq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  </a:t>
            </a:r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=</a:t>
            </a:r>
            <a:r>
              <a: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Zero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Else if op == </a:t>
            </a:r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bne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  </a:t>
            </a:r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=</a:t>
            </a:r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!</a:t>
            </a:r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Zero</a:t>
            </a:r>
          </a:p>
        </p:txBody>
      </p:sp>
    </p:spTree>
    <p:extLst>
      <p:ext uri="{BB962C8B-B14F-4D97-AF65-F5344CB8AC3E}">
        <p14:creationId xmlns:p14="http://schemas.microsoft.com/office/powerpoint/2010/main" val="26896581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9404F-6506-43D7-A872-B5C51E78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分支指令</a:t>
            </a:r>
            <a:r>
              <a:rPr lang="en-US" altLang="zh-CN" sz="4000" dirty="0"/>
              <a:t>——</a:t>
            </a:r>
            <a:r>
              <a:rPr lang="zh-CN" altLang="en-US" sz="4000" dirty="0"/>
              <a:t>完整</a:t>
            </a:r>
            <a:r>
              <a:rPr lang="en-US" altLang="zh-CN" sz="4000" dirty="0"/>
              <a:t>datapath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C9724-A0DD-4632-A901-545EFD14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806CE5-282B-4233-8654-09F35EA875E2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7" name="Line 15">
            <a:extLst>
              <a:ext uri="{FF2B5EF4-FFF2-40B4-BE49-F238E27FC236}">
                <a16:creationId xmlns:a16="http://schemas.microsoft.com/office/drawing/2014/main" id="{AEA8FAC8-127F-E5D5-41D3-C77D4015EA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34210" y="4150220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" name="Line 16">
            <a:extLst>
              <a:ext uri="{FF2B5EF4-FFF2-40B4-BE49-F238E27FC236}">
                <a16:creationId xmlns:a16="http://schemas.microsoft.com/office/drawing/2014/main" id="{F880ADE5-3BB8-2D0E-69D9-EDDFB0EA51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72738" y="407365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6EDA42F3-C966-0193-3309-025A34BB7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68" y="415022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0" name="Rectangle 18">
            <a:extLst>
              <a:ext uri="{FF2B5EF4-FFF2-40B4-BE49-F238E27FC236}">
                <a16:creationId xmlns:a16="http://schemas.microsoft.com/office/drawing/2014/main" id="{476E7006-05AB-2FE1-4CA1-770EA77D3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176" y="3984178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1" name="Line 19">
            <a:extLst>
              <a:ext uri="{FF2B5EF4-FFF2-40B4-BE49-F238E27FC236}">
                <a16:creationId xmlns:a16="http://schemas.microsoft.com/office/drawing/2014/main" id="{D342C233-F0E0-0754-8A4A-32DCF596A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5855" y="3275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" name="Rectangle 20">
            <a:extLst>
              <a:ext uri="{FF2B5EF4-FFF2-40B4-BE49-F238E27FC236}">
                <a16:creationId xmlns:a16="http://schemas.microsoft.com/office/drawing/2014/main" id="{622450FB-9593-333B-F808-FBB8C4344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455" y="3180668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" name="Rectangle 21">
            <a:extLst>
              <a:ext uri="{FF2B5EF4-FFF2-40B4-BE49-F238E27FC236}">
                <a16:creationId xmlns:a16="http://schemas.microsoft.com/office/drawing/2014/main" id="{40737D42-0F21-9500-5D48-DABDC65D8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996" y="4565087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57A2029E-BE49-33A8-B7EC-43579B75B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465" y="3723553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A77FB4B7-C5C3-0BF2-2B81-11F1CF0C4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905" y="3553320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5D6584F7-9745-5CAD-BBC3-E8440EC6E8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3114" y="4519374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906E16B4-4BA3-085B-69BF-85E4C9FC80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0255" y="4631331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F3E8AB62-C638-A165-35A9-3D4328377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455" y="3005633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6ED63DA8-D431-2CEE-B3B1-F8AB4476BD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3687" y="4074020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052E28A1-690F-E19F-6561-987F6EDC2C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6886" y="399123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5ED01B82-31C7-4599-CEC6-CA18DA958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050" y="403081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2" name="Line 31">
            <a:extLst>
              <a:ext uri="{FF2B5EF4-FFF2-40B4-BE49-F238E27FC236}">
                <a16:creationId xmlns:a16="http://schemas.microsoft.com/office/drawing/2014/main" id="{C68A461F-65EE-E72F-55F0-4BE425915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5830" y="3699430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" name="Line 32">
            <a:extLst>
              <a:ext uri="{FF2B5EF4-FFF2-40B4-BE49-F238E27FC236}">
                <a16:creationId xmlns:a16="http://schemas.microsoft.com/office/drawing/2014/main" id="{B1534B3F-B125-41EE-865F-4224707305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0830" y="362317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" name="Rectangle 33">
            <a:extLst>
              <a:ext uri="{FF2B5EF4-FFF2-40B4-BE49-F238E27FC236}">
                <a16:creationId xmlns:a16="http://schemas.microsoft.com/office/drawing/2014/main" id="{5A70DB63-456E-2516-9FE2-9B64D4955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093" y="376922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5" name="Rectangle 34">
            <a:extLst>
              <a:ext uri="{FF2B5EF4-FFF2-40B4-BE49-F238E27FC236}">
                <a16:creationId xmlns:a16="http://schemas.microsoft.com/office/drawing/2014/main" id="{2B8A721E-40C4-8ACD-9D9D-E14313A32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293" y="338822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" name="Line 35">
            <a:extLst>
              <a:ext uri="{FF2B5EF4-FFF2-40B4-BE49-F238E27FC236}">
                <a16:creationId xmlns:a16="http://schemas.microsoft.com/office/drawing/2014/main" id="{2510527C-BB0F-F591-3262-0FC9C7F41E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3130" y="329932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" name="Line 36">
            <a:extLst>
              <a:ext uri="{FF2B5EF4-FFF2-40B4-BE49-F238E27FC236}">
                <a16:creationId xmlns:a16="http://schemas.microsoft.com/office/drawing/2014/main" id="{863C011E-4B7C-D53D-6BBB-89708C7CA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5830" y="4594780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" name="Line 37">
            <a:extLst>
              <a:ext uri="{FF2B5EF4-FFF2-40B4-BE49-F238E27FC236}">
                <a16:creationId xmlns:a16="http://schemas.microsoft.com/office/drawing/2014/main" id="{223E0464-33DE-0E08-20A1-F37776414C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3630" y="453757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" name="Rectangle 38">
            <a:extLst>
              <a:ext uri="{FF2B5EF4-FFF2-40B4-BE49-F238E27FC236}">
                <a16:creationId xmlns:a16="http://schemas.microsoft.com/office/drawing/2014/main" id="{3182B166-B4A5-B825-52A2-6820D0242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293" y="456883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0" name="Rectangle 39">
            <a:extLst>
              <a:ext uri="{FF2B5EF4-FFF2-40B4-BE49-F238E27FC236}">
                <a16:creationId xmlns:a16="http://schemas.microsoft.com/office/drawing/2014/main" id="{783E5E60-3B98-11BF-7AE3-8F375614A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285" y="4255832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" name="Line 40">
            <a:extLst>
              <a:ext uri="{FF2B5EF4-FFF2-40B4-BE49-F238E27FC236}">
                <a16:creationId xmlns:a16="http://schemas.microsoft.com/office/drawing/2014/main" id="{2EB33D02-356E-D884-535D-52311E529D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4682" y="4631327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" name="Line 41">
            <a:extLst>
              <a:ext uri="{FF2B5EF4-FFF2-40B4-BE49-F238E27FC236}">
                <a16:creationId xmlns:a16="http://schemas.microsoft.com/office/drawing/2014/main" id="{46A3DB99-F52B-B7EE-CE83-E4FAE3CD2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7930" y="2867520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" name="Line 42">
            <a:extLst>
              <a:ext uri="{FF2B5EF4-FFF2-40B4-BE49-F238E27FC236}">
                <a16:creationId xmlns:a16="http://schemas.microsoft.com/office/drawing/2014/main" id="{660B9ED2-08A2-8806-DCA6-C86273790A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08080" y="322947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" name="Rectangle 43">
            <a:extLst>
              <a:ext uri="{FF2B5EF4-FFF2-40B4-BE49-F238E27FC236}">
                <a16:creationId xmlns:a16="http://schemas.microsoft.com/office/drawing/2014/main" id="{8ABD5851-0199-1BA5-D8A9-AE7AAA18D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043" y="308342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35" name="Line 44">
            <a:extLst>
              <a:ext uri="{FF2B5EF4-FFF2-40B4-BE49-F238E27FC236}">
                <a16:creationId xmlns:a16="http://schemas.microsoft.com/office/drawing/2014/main" id="{CB25784C-890B-937E-D251-94354433EC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8930" y="3129461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" name="Line 45">
            <a:extLst>
              <a:ext uri="{FF2B5EF4-FFF2-40B4-BE49-F238E27FC236}">
                <a16:creationId xmlns:a16="http://schemas.microsoft.com/office/drawing/2014/main" id="{A164170A-706C-3730-3586-62DA287D3C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9080" y="322947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7" name="Rectangle 46">
            <a:extLst>
              <a:ext uri="{FF2B5EF4-FFF2-40B4-BE49-F238E27FC236}">
                <a16:creationId xmlns:a16="http://schemas.microsoft.com/office/drawing/2014/main" id="{82B3D9BE-0D3D-06AD-EC96-C5F0237CE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043" y="308342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38" name="Line 47">
            <a:extLst>
              <a:ext uri="{FF2B5EF4-FFF2-40B4-BE49-F238E27FC236}">
                <a16:creationId xmlns:a16="http://schemas.microsoft.com/office/drawing/2014/main" id="{3A7AC786-83B1-65CF-EBC3-7244AC2D0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6130" y="3129461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" name="Line 48">
            <a:extLst>
              <a:ext uri="{FF2B5EF4-FFF2-40B4-BE49-F238E27FC236}">
                <a16:creationId xmlns:a16="http://schemas.microsoft.com/office/drawing/2014/main" id="{881B75CE-20A4-C7B5-A5CD-A211E726F5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6280" y="322947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" name="Rectangle 49">
            <a:extLst>
              <a:ext uri="{FF2B5EF4-FFF2-40B4-BE49-F238E27FC236}">
                <a16:creationId xmlns:a16="http://schemas.microsoft.com/office/drawing/2014/main" id="{6D86C2FC-59FE-FBC5-3518-038681EA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243" y="308342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59FCBDF0-7EA1-0EC4-EAF1-C147C265C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043" y="3540620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" name="Rectangle 51">
            <a:extLst>
              <a:ext uri="{FF2B5EF4-FFF2-40B4-BE49-F238E27FC236}">
                <a16:creationId xmlns:a16="http://schemas.microsoft.com/office/drawing/2014/main" id="{76860AF3-ADAD-6535-94C1-15C88CA83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243" y="354062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43" name="Rectangle 52">
            <a:extLst>
              <a:ext uri="{FF2B5EF4-FFF2-40B4-BE49-F238E27FC236}">
                <a16:creationId xmlns:a16="http://schemas.microsoft.com/office/drawing/2014/main" id="{F7077425-82E6-525A-A93C-3D5666BA6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243" y="354062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44" name="Rectangle 53">
            <a:extLst>
              <a:ext uri="{FF2B5EF4-FFF2-40B4-BE49-F238E27FC236}">
                <a16:creationId xmlns:a16="http://schemas.microsoft.com/office/drawing/2014/main" id="{4D26565E-2B6A-7BE7-5C28-B2DFFCA24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043" y="3845420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45" name="Line 54">
            <a:extLst>
              <a:ext uri="{FF2B5EF4-FFF2-40B4-BE49-F238E27FC236}">
                <a16:creationId xmlns:a16="http://schemas.microsoft.com/office/drawing/2014/main" id="{6D7C8B6C-CF82-96EB-605A-474620484D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3686" y="6731415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" name="Line 55">
            <a:extLst>
              <a:ext uri="{FF2B5EF4-FFF2-40B4-BE49-F238E27FC236}">
                <a16:creationId xmlns:a16="http://schemas.microsoft.com/office/drawing/2014/main" id="{6E142C29-9392-07FD-EDB4-C0E1386021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3687" y="4065665"/>
            <a:ext cx="0" cy="2665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" name="Rectangle 56">
            <a:extLst>
              <a:ext uri="{FF2B5EF4-FFF2-40B4-BE49-F238E27FC236}">
                <a16:creationId xmlns:a16="http://schemas.microsoft.com/office/drawing/2014/main" id="{DE21C49F-EB60-99AB-82B9-8B4B7D690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943" y="2829420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48" name="Line 88">
            <a:extLst>
              <a:ext uri="{FF2B5EF4-FFF2-40B4-BE49-F238E27FC236}">
                <a16:creationId xmlns:a16="http://schemas.microsoft.com/office/drawing/2014/main" id="{9B427BFC-5EDF-D212-238D-DDB273EF0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342" y="4607420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9" name="Line 89">
            <a:extLst>
              <a:ext uri="{FF2B5EF4-FFF2-40B4-BE49-F238E27FC236}">
                <a16:creationId xmlns:a16="http://schemas.microsoft.com/office/drawing/2014/main" id="{91D959AA-5E71-97B2-91BF-BA288F973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5162" y="5759801"/>
            <a:ext cx="0" cy="97161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C6AE84D-435D-A7C5-DDB0-7C620106D216}"/>
              </a:ext>
            </a:extLst>
          </p:cNvPr>
          <p:cNvGrpSpPr/>
          <p:nvPr/>
        </p:nvGrpSpPr>
        <p:grpSpPr>
          <a:xfrm>
            <a:off x="6667887" y="3553320"/>
            <a:ext cx="505337" cy="1193800"/>
            <a:chOff x="5799138" y="4889500"/>
            <a:chExt cx="505337" cy="1193800"/>
          </a:xfrm>
        </p:grpSpPr>
        <p:grpSp>
          <p:nvGrpSpPr>
            <p:cNvPr id="51" name="Group 4">
              <a:extLst>
                <a:ext uri="{FF2B5EF4-FFF2-40B4-BE49-F238E27FC236}">
                  <a16:creationId xmlns:a16="http://schemas.microsoft.com/office/drawing/2014/main" id="{C9ADF4AA-01B1-E5FC-0803-1C6D250DD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53" name="Line 5">
                <a:extLst>
                  <a:ext uri="{FF2B5EF4-FFF2-40B4-BE49-F238E27FC236}">
                    <a16:creationId xmlns:a16="http://schemas.microsoft.com/office/drawing/2014/main" id="{CC7D2CDE-9A66-A917-892A-344E80679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4" name="Line 6">
                <a:extLst>
                  <a:ext uri="{FF2B5EF4-FFF2-40B4-BE49-F238E27FC236}">
                    <a16:creationId xmlns:a16="http://schemas.microsoft.com/office/drawing/2014/main" id="{736FF0EB-357B-6875-9EB0-E2C3A3A4E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5" name="Line 7">
                <a:extLst>
                  <a:ext uri="{FF2B5EF4-FFF2-40B4-BE49-F238E27FC236}">
                    <a16:creationId xmlns:a16="http://schemas.microsoft.com/office/drawing/2014/main" id="{CEF15780-9653-EFD9-04E0-85F5AD6B90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6" name="Line 8">
                <a:extLst>
                  <a:ext uri="{FF2B5EF4-FFF2-40B4-BE49-F238E27FC236}">
                    <a16:creationId xmlns:a16="http://schemas.microsoft.com/office/drawing/2014/main" id="{41929869-7D5D-FE2B-7447-17A7A7D62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7" name="Line 9">
                <a:extLst>
                  <a:ext uri="{FF2B5EF4-FFF2-40B4-BE49-F238E27FC236}">
                    <a16:creationId xmlns:a16="http://schemas.microsoft.com/office/drawing/2014/main" id="{43BBC87D-7B7F-7722-6E93-319E97ADE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8" name="Line 10">
                <a:extLst>
                  <a:ext uri="{FF2B5EF4-FFF2-40B4-BE49-F238E27FC236}">
                    <a16:creationId xmlns:a16="http://schemas.microsoft.com/office/drawing/2014/main" id="{44CC233F-0237-2798-7675-48F7EF6AE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9" name="Line 11">
                <a:extLst>
                  <a:ext uri="{FF2B5EF4-FFF2-40B4-BE49-F238E27FC236}">
                    <a16:creationId xmlns:a16="http://schemas.microsoft.com/office/drawing/2014/main" id="{585D5DDF-C03D-5086-2E41-BA662D28A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60" name="Line 12">
                <a:extLst>
                  <a:ext uri="{FF2B5EF4-FFF2-40B4-BE49-F238E27FC236}">
                    <a16:creationId xmlns:a16="http://schemas.microsoft.com/office/drawing/2014/main" id="{59B993CA-43C8-B7CF-F916-20FFC64265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52" name="Rectangle 58">
              <a:extLst>
                <a:ext uri="{FF2B5EF4-FFF2-40B4-BE49-F238E27FC236}">
                  <a16:creationId xmlns:a16="http://schemas.microsoft.com/office/drawing/2014/main" id="{45353F86-DD4F-FD99-6DF1-A1E5661987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61" name="Rectangle 62">
            <a:extLst>
              <a:ext uri="{FF2B5EF4-FFF2-40B4-BE49-F238E27FC236}">
                <a16:creationId xmlns:a16="http://schemas.microsoft.com/office/drawing/2014/main" id="{BF2D63E5-0999-49E4-3DBD-39BAE82C1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173" y="4937093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2" name="Rectangle 63">
            <a:extLst>
              <a:ext uri="{FF2B5EF4-FFF2-40B4-BE49-F238E27FC236}">
                <a16:creationId xmlns:a16="http://schemas.microsoft.com/office/drawing/2014/main" id="{A37CD150-2D74-D3AB-0A0B-D304EF261D2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8312" y="5169942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63" name="Rectangle 64">
            <a:extLst>
              <a:ext uri="{FF2B5EF4-FFF2-40B4-BE49-F238E27FC236}">
                <a16:creationId xmlns:a16="http://schemas.microsoft.com/office/drawing/2014/main" id="{552F680B-4122-D64A-4445-65F890792A7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20174" y="4760087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28" name="Line 79">
            <a:extLst>
              <a:ext uri="{FF2B5EF4-FFF2-40B4-BE49-F238E27FC236}">
                <a16:creationId xmlns:a16="http://schemas.microsoft.com/office/drawing/2014/main" id="{DE979869-CD92-F792-3810-D78B29531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6773" y="5305393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9" name="Line 82">
            <a:extLst>
              <a:ext uri="{FF2B5EF4-FFF2-40B4-BE49-F238E27FC236}">
                <a16:creationId xmlns:a16="http://schemas.microsoft.com/office/drawing/2014/main" id="{5FEF3DA7-7744-24A6-B4B5-220A45F5E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3644" y="5303806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0" name="Line 83">
            <a:extLst>
              <a:ext uri="{FF2B5EF4-FFF2-40B4-BE49-F238E27FC236}">
                <a16:creationId xmlns:a16="http://schemas.microsoft.com/office/drawing/2014/main" id="{8461EF57-4A09-B4E0-0C3D-637289AF1F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6021" y="523385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Rectangle 84">
            <a:extLst>
              <a:ext uri="{FF2B5EF4-FFF2-40B4-BE49-F238E27FC236}">
                <a16:creationId xmlns:a16="http://schemas.microsoft.com/office/drawing/2014/main" id="{436F9C6F-BEA0-F77C-1763-DCBE6FE95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9843" y="538159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132" name="Rectangle 85">
            <a:extLst>
              <a:ext uri="{FF2B5EF4-FFF2-40B4-BE49-F238E27FC236}">
                <a16:creationId xmlns:a16="http://schemas.microsoft.com/office/drawing/2014/main" id="{6C2382BE-FDD4-35FD-B6E4-8903BF350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643" y="5229193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133" name="Line 86">
            <a:extLst>
              <a:ext uri="{FF2B5EF4-FFF2-40B4-BE49-F238E27FC236}">
                <a16:creationId xmlns:a16="http://schemas.microsoft.com/office/drawing/2014/main" id="{B827B7C4-DEB2-BC08-B48D-5A90D79777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8982" y="3264801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4" name="Rectangle 87">
            <a:extLst>
              <a:ext uri="{FF2B5EF4-FFF2-40B4-BE49-F238E27FC236}">
                <a16:creationId xmlns:a16="http://schemas.microsoft.com/office/drawing/2014/main" id="{20BDD8DC-93C0-AC82-6FA4-A7A7F0559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427" y="2953275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35" name="Group 57">
            <a:extLst>
              <a:ext uri="{FF2B5EF4-FFF2-40B4-BE49-F238E27FC236}">
                <a16:creationId xmlns:a16="http://schemas.microsoft.com/office/drawing/2014/main" id="{81177298-5A92-B2F1-5842-1659ECCBA0A0}"/>
              </a:ext>
            </a:extLst>
          </p:cNvPr>
          <p:cNvGrpSpPr>
            <a:grpSpLocks/>
          </p:cNvGrpSpPr>
          <p:nvPr/>
        </p:nvGrpSpPr>
        <p:grpSpPr bwMode="auto">
          <a:xfrm>
            <a:off x="6070192" y="4320608"/>
            <a:ext cx="311150" cy="1117600"/>
            <a:chOff x="3116" y="3032"/>
            <a:chExt cx="196" cy="704"/>
          </a:xfrm>
        </p:grpSpPr>
        <p:sp>
          <p:nvSpPr>
            <p:cNvPr id="136" name="Line 58">
              <a:extLst>
                <a:ext uri="{FF2B5EF4-FFF2-40B4-BE49-F238E27FC236}">
                  <a16:creationId xmlns:a16="http://schemas.microsoft.com/office/drawing/2014/main" id="{32EED816-4A6E-405A-0057-A4E72BDBA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7" name="Line 59">
              <a:extLst>
                <a:ext uri="{FF2B5EF4-FFF2-40B4-BE49-F238E27FC236}">
                  <a16:creationId xmlns:a16="http://schemas.microsoft.com/office/drawing/2014/main" id="{04D87FD5-DB04-5783-ECE6-12156B2FA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8" name="Line 60">
              <a:extLst>
                <a:ext uri="{FF2B5EF4-FFF2-40B4-BE49-F238E27FC236}">
                  <a16:creationId xmlns:a16="http://schemas.microsoft.com/office/drawing/2014/main" id="{6CE4B483-5E40-4C74-8E61-AD0685F3F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9" name="Line 61">
              <a:extLst>
                <a:ext uri="{FF2B5EF4-FFF2-40B4-BE49-F238E27FC236}">
                  <a16:creationId xmlns:a16="http://schemas.microsoft.com/office/drawing/2014/main" id="{1E71DF15-508E-E3AD-9FF0-0F6830673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40" name="Line 89">
            <a:extLst>
              <a:ext uri="{FF2B5EF4-FFF2-40B4-BE49-F238E27FC236}">
                <a16:creationId xmlns:a16="http://schemas.microsoft.com/office/drawing/2014/main" id="{133FE8DB-34D3-7FF6-EA9E-5822A6A53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3261" y="4143870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1" name="Rectangle 114">
            <a:extLst>
              <a:ext uri="{FF2B5EF4-FFF2-40B4-BE49-F238E27FC236}">
                <a16:creationId xmlns:a16="http://schemas.microsoft.com/office/drawing/2014/main" id="{5188C5F5-AB50-0C21-54CF-739F9FF65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0589" y="5486464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2" name="Line 115">
            <a:extLst>
              <a:ext uri="{FF2B5EF4-FFF2-40B4-BE49-F238E27FC236}">
                <a16:creationId xmlns:a16="http://schemas.microsoft.com/office/drawing/2014/main" id="{DD453D91-7E87-7903-551F-60BB7C1E86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2344" y="6507554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3" name="Rectangle 116">
            <a:extLst>
              <a:ext uri="{FF2B5EF4-FFF2-40B4-BE49-F238E27FC236}">
                <a16:creationId xmlns:a16="http://schemas.microsoft.com/office/drawing/2014/main" id="{8649E490-5B91-9CFA-5472-9F2B8054C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153" y="6201562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4" name="Rectangle 117">
            <a:extLst>
              <a:ext uri="{FF2B5EF4-FFF2-40B4-BE49-F238E27FC236}">
                <a16:creationId xmlns:a16="http://schemas.microsoft.com/office/drawing/2014/main" id="{14183026-D6BB-CC42-2546-AA81CE23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8471" y="5660251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145" name="Line 118">
            <a:extLst>
              <a:ext uri="{FF2B5EF4-FFF2-40B4-BE49-F238E27FC236}">
                <a16:creationId xmlns:a16="http://schemas.microsoft.com/office/drawing/2014/main" id="{EC0A5F0F-1782-FBFB-0D35-1D410A711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7415" y="6413564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6" name="Line 119">
            <a:extLst>
              <a:ext uri="{FF2B5EF4-FFF2-40B4-BE49-F238E27FC236}">
                <a16:creationId xmlns:a16="http://schemas.microsoft.com/office/drawing/2014/main" id="{E5F559DC-167C-647C-21ED-16C474239A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30114" y="6507554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7" name="Rectangle 121">
            <a:extLst>
              <a:ext uri="{FF2B5EF4-FFF2-40B4-BE49-F238E27FC236}">
                <a16:creationId xmlns:a16="http://schemas.microsoft.com/office/drawing/2014/main" id="{DD620AA0-B48C-F7FA-594F-FEDEB62E3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1539" y="5470589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8" name="Line 122">
            <a:extLst>
              <a:ext uri="{FF2B5EF4-FFF2-40B4-BE49-F238E27FC236}">
                <a16:creationId xmlns:a16="http://schemas.microsoft.com/office/drawing/2014/main" id="{F72846D0-D701-FE35-D9D8-E03D52A6FA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8537" y="5980176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9" name="Line 123">
            <a:extLst>
              <a:ext uri="{FF2B5EF4-FFF2-40B4-BE49-F238E27FC236}">
                <a16:creationId xmlns:a16="http://schemas.microsoft.com/office/drawing/2014/main" id="{6806450F-2E65-717A-2C02-15A2E9DF88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3864" y="5915089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0" name="Rectangle 124">
            <a:extLst>
              <a:ext uri="{FF2B5EF4-FFF2-40B4-BE49-F238E27FC236}">
                <a16:creationId xmlns:a16="http://schemas.microsoft.com/office/drawing/2014/main" id="{297D7D89-7FC2-2396-056A-E171897D2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0958" y="592141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51" name="Line 125">
            <a:extLst>
              <a:ext uri="{FF2B5EF4-FFF2-40B4-BE49-F238E27FC236}">
                <a16:creationId xmlns:a16="http://schemas.microsoft.com/office/drawing/2014/main" id="{D482D18B-7DBB-EEC2-EFD0-4CB4404839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22214" y="5245164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Rectangle 127">
            <a:extLst>
              <a:ext uri="{FF2B5EF4-FFF2-40B4-BE49-F238E27FC236}">
                <a16:creationId xmlns:a16="http://schemas.microsoft.com/office/drawing/2014/main" id="{51702C4E-389E-2936-CDB3-AA2416670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2727" y="5472176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3" name="Rectangle 128">
            <a:extLst>
              <a:ext uri="{FF2B5EF4-FFF2-40B4-BE49-F238E27FC236}">
                <a16:creationId xmlns:a16="http://schemas.microsoft.com/office/drawing/2014/main" id="{297C4895-591C-1664-7997-F52BF3F7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607" y="5803321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54" name="Line 130">
            <a:extLst>
              <a:ext uri="{FF2B5EF4-FFF2-40B4-BE49-F238E27FC236}">
                <a16:creationId xmlns:a16="http://schemas.microsoft.com/office/drawing/2014/main" id="{2C3BCF98-41B1-D7B7-41DB-6BD67B3D41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44564" y="598529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Rectangle 131">
            <a:extLst>
              <a:ext uri="{FF2B5EF4-FFF2-40B4-BE49-F238E27FC236}">
                <a16:creationId xmlns:a16="http://schemas.microsoft.com/office/drawing/2014/main" id="{2A8780BF-00A8-00D5-B219-B7820C614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815" y="572855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56" name="Rectangle 133">
            <a:extLst>
              <a:ext uri="{FF2B5EF4-FFF2-40B4-BE49-F238E27FC236}">
                <a16:creationId xmlns:a16="http://schemas.microsoft.com/office/drawing/2014/main" id="{7CF48575-31FF-38BA-259F-19868187C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389" y="4973933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7" name="Line 122">
            <a:extLst>
              <a:ext uri="{FF2B5EF4-FFF2-40B4-BE49-F238E27FC236}">
                <a16:creationId xmlns:a16="http://schemas.microsoft.com/office/drawing/2014/main" id="{1825D2C1-CC0D-14E6-7214-90C6278D34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47713" y="6046851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8" name="Rectangle 117">
            <a:extLst>
              <a:ext uri="{FF2B5EF4-FFF2-40B4-BE49-F238E27FC236}">
                <a16:creationId xmlns:a16="http://schemas.microsoft.com/office/drawing/2014/main" id="{842B5E28-7A78-CE7A-3A2A-4903C0C5B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286" y="5747785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59" name="Group 57">
            <a:extLst>
              <a:ext uri="{FF2B5EF4-FFF2-40B4-BE49-F238E27FC236}">
                <a16:creationId xmlns:a16="http://schemas.microsoft.com/office/drawing/2014/main" id="{6362D05A-700B-24B4-EE1D-C3428CBF5C96}"/>
              </a:ext>
            </a:extLst>
          </p:cNvPr>
          <p:cNvGrpSpPr>
            <a:grpSpLocks/>
          </p:cNvGrpSpPr>
          <p:nvPr/>
        </p:nvGrpSpPr>
        <p:grpSpPr bwMode="auto">
          <a:xfrm>
            <a:off x="8277995" y="5191093"/>
            <a:ext cx="311150" cy="1117600"/>
            <a:chOff x="3116" y="3032"/>
            <a:chExt cx="196" cy="704"/>
          </a:xfrm>
        </p:grpSpPr>
        <p:sp>
          <p:nvSpPr>
            <p:cNvPr id="160" name="Line 58">
              <a:extLst>
                <a:ext uri="{FF2B5EF4-FFF2-40B4-BE49-F238E27FC236}">
                  <a16:creationId xmlns:a16="http://schemas.microsoft.com/office/drawing/2014/main" id="{7B841482-9F5A-6EC9-8AAF-D94BAD578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1" name="Line 59">
              <a:extLst>
                <a:ext uri="{FF2B5EF4-FFF2-40B4-BE49-F238E27FC236}">
                  <a16:creationId xmlns:a16="http://schemas.microsoft.com/office/drawing/2014/main" id="{031F8D2A-E511-1C12-D221-40B226AC6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2" name="Line 60">
              <a:extLst>
                <a:ext uri="{FF2B5EF4-FFF2-40B4-BE49-F238E27FC236}">
                  <a16:creationId xmlns:a16="http://schemas.microsoft.com/office/drawing/2014/main" id="{D2850AFE-4F2D-DCAA-0F65-9DE0304D9F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3" name="Line 61">
              <a:extLst>
                <a:ext uri="{FF2B5EF4-FFF2-40B4-BE49-F238E27FC236}">
                  <a16:creationId xmlns:a16="http://schemas.microsoft.com/office/drawing/2014/main" id="{A31AD7CC-053E-58FA-8BF8-53591EC6C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64" name="Line 89">
            <a:extLst>
              <a:ext uri="{FF2B5EF4-FFF2-40B4-BE49-F238E27FC236}">
                <a16:creationId xmlns:a16="http://schemas.microsoft.com/office/drawing/2014/main" id="{56C3C8AD-C3E9-4C37-FCAE-6948EECC9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9145" y="5768943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5" name="Line 89">
            <a:extLst>
              <a:ext uri="{FF2B5EF4-FFF2-40B4-BE49-F238E27FC236}">
                <a16:creationId xmlns:a16="http://schemas.microsoft.com/office/drawing/2014/main" id="{CD333216-9E08-9AD1-3E33-1400AC455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2977" y="4143870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6" name="Line 89">
            <a:extLst>
              <a:ext uri="{FF2B5EF4-FFF2-40B4-BE49-F238E27FC236}">
                <a16:creationId xmlns:a16="http://schemas.microsoft.com/office/drawing/2014/main" id="{02299797-01E9-79C6-9903-0854DBBC9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2977" y="5480114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Rectangle 64">
            <a:extLst>
              <a:ext uri="{FF2B5EF4-FFF2-40B4-BE49-F238E27FC236}">
                <a16:creationId xmlns:a16="http://schemas.microsoft.com/office/drawing/2014/main" id="{59EE8A06-52E0-DBF6-5E8B-ECD3775F677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41904" y="563703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68" name="Line 19">
            <a:extLst>
              <a:ext uri="{FF2B5EF4-FFF2-40B4-BE49-F238E27FC236}">
                <a16:creationId xmlns:a16="http://schemas.microsoft.com/office/drawing/2014/main" id="{854FBF3A-144C-D274-E016-AF5FC3054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1438" y="4828608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9" name="Line 112">
            <a:extLst>
              <a:ext uri="{FF2B5EF4-FFF2-40B4-BE49-F238E27FC236}">
                <a16:creationId xmlns:a16="http://schemas.microsoft.com/office/drawing/2014/main" id="{2D018BF0-7BED-60DF-7F8B-3D49F8F42C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7257" y="5754043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0" name="Rectangle 113">
            <a:extLst>
              <a:ext uri="{FF2B5EF4-FFF2-40B4-BE49-F238E27FC236}">
                <a16:creationId xmlns:a16="http://schemas.microsoft.com/office/drawing/2014/main" id="{D388257E-A22F-3A98-63DF-ED3830515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136" y="5856560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1" name="Line 89">
            <a:extLst>
              <a:ext uri="{FF2B5EF4-FFF2-40B4-BE49-F238E27FC236}">
                <a16:creationId xmlns:a16="http://schemas.microsoft.com/office/drawing/2014/main" id="{398D5AFA-216D-3867-09F7-53238A3734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8537" y="4594779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72" name="Group 65">
            <a:extLst>
              <a:ext uri="{FF2B5EF4-FFF2-40B4-BE49-F238E27FC236}">
                <a16:creationId xmlns:a16="http://schemas.microsoft.com/office/drawing/2014/main" id="{690759A1-59E6-7945-6C72-A97EEC25923E}"/>
              </a:ext>
            </a:extLst>
          </p:cNvPr>
          <p:cNvGrpSpPr>
            <a:grpSpLocks/>
          </p:cNvGrpSpPr>
          <p:nvPr/>
        </p:nvGrpSpPr>
        <p:grpSpPr bwMode="auto">
          <a:xfrm>
            <a:off x="3092044" y="2218524"/>
            <a:ext cx="2044701" cy="676276"/>
            <a:chOff x="915" y="1728"/>
            <a:chExt cx="1288" cy="426"/>
          </a:xfrm>
        </p:grpSpPr>
        <p:sp>
          <p:nvSpPr>
            <p:cNvPr id="173" name="Rectangle 67">
              <a:extLst>
                <a:ext uri="{FF2B5EF4-FFF2-40B4-BE49-F238E27FC236}">
                  <a16:creationId xmlns:a16="http://schemas.microsoft.com/office/drawing/2014/main" id="{7C8C763B-B356-C0CF-D25D-FDAB113EE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174" name="Group 68">
              <a:extLst>
                <a:ext uri="{FF2B5EF4-FFF2-40B4-BE49-F238E27FC236}">
                  <a16:creationId xmlns:a16="http://schemas.microsoft.com/office/drawing/2014/main" id="{56E90D28-AEBB-2B77-CA12-0D677671C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181" name="Line 69">
                <a:extLst>
                  <a:ext uri="{FF2B5EF4-FFF2-40B4-BE49-F238E27FC236}">
                    <a16:creationId xmlns:a16="http://schemas.microsoft.com/office/drawing/2014/main" id="{88B8630F-74B7-41A6-6AAF-3BB3B4339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2" name="Line 70">
                <a:extLst>
                  <a:ext uri="{FF2B5EF4-FFF2-40B4-BE49-F238E27FC236}">
                    <a16:creationId xmlns:a16="http://schemas.microsoft.com/office/drawing/2014/main" id="{9E00927C-E2A3-AED3-2394-2AC35DE81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3" name="Line 71">
                <a:extLst>
                  <a:ext uri="{FF2B5EF4-FFF2-40B4-BE49-F238E27FC236}">
                    <a16:creationId xmlns:a16="http://schemas.microsoft.com/office/drawing/2014/main" id="{409EFE2B-80FE-A3CA-2671-6FDA1F7B1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5" name="Line 72">
                <a:extLst>
                  <a:ext uri="{FF2B5EF4-FFF2-40B4-BE49-F238E27FC236}">
                    <a16:creationId xmlns:a16="http://schemas.microsoft.com/office/drawing/2014/main" id="{B847950B-78B7-2609-C7F9-6DF4D4CCB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75" name="Line 73">
              <a:extLst>
                <a:ext uri="{FF2B5EF4-FFF2-40B4-BE49-F238E27FC236}">
                  <a16:creationId xmlns:a16="http://schemas.microsoft.com/office/drawing/2014/main" id="{AEFC2681-172F-F384-73BD-BA3ABE2EC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6" name="Line 74">
              <a:extLst>
                <a:ext uri="{FF2B5EF4-FFF2-40B4-BE49-F238E27FC236}">
                  <a16:creationId xmlns:a16="http://schemas.microsoft.com/office/drawing/2014/main" id="{33B6DCD8-0956-8136-DB09-9CAEC097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7" name="Rectangle 75">
              <a:extLst>
                <a:ext uri="{FF2B5EF4-FFF2-40B4-BE49-F238E27FC236}">
                  <a16:creationId xmlns:a16="http://schemas.microsoft.com/office/drawing/2014/main" id="{8596EFAE-FB9F-408A-A686-9E6252E07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178" name="Line 76">
              <a:extLst>
                <a:ext uri="{FF2B5EF4-FFF2-40B4-BE49-F238E27FC236}">
                  <a16:creationId xmlns:a16="http://schemas.microsoft.com/office/drawing/2014/main" id="{4CEB522E-5F71-6748-1EB9-B0BA4B3BA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5" y="2064"/>
              <a:ext cx="4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9" name="Rectangle 77">
              <a:extLst>
                <a:ext uri="{FF2B5EF4-FFF2-40B4-BE49-F238E27FC236}">
                  <a16:creationId xmlns:a16="http://schemas.microsoft.com/office/drawing/2014/main" id="{A633102E-C94A-129E-E5DE-13933DB1F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1862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0" name="Rectangle 78">
              <a:extLst>
                <a:ext uri="{FF2B5EF4-FFF2-40B4-BE49-F238E27FC236}">
                  <a16:creationId xmlns:a16="http://schemas.microsoft.com/office/drawing/2014/main" id="{786CC54E-0160-80FA-0A0E-0C586C9BE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187" name="Rectangle 20">
            <a:extLst>
              <a:ext uri="{FF2B5EF4-FFF2-40B4-BE49-F238E27FC236}">
                <a16:creationId xmlns:a16="http://schemas.microsoft.com/office/drawing/2014/main" id="{2A7B6C7C-9F5C-E4A0-5B70-805EA80FC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9422" y="4485907"/>
            <a:ext cx="11840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MemtoReg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8" name="Line 116">
            <a:extLst>
              <a:ext uri="{FF2B5EF4-FFF2-40B4-BE49-F238E27FC236}">
                <a16:creationId xmlns:a16="http://schemas.microsoft.com/office/drawing/2014/main" id="{B40EF4A3-0C41-2E31-8C4D-E68DFD13D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1643" y="1214073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9" name="Rectangle 117">
            <a:extLst>
              <a:ext uri="{FF2B5EF4-FFF2-40B4-BE49-F238E27FC236}">
                <a16:creationId xmlns:a16="http://schemas.microsoft.com/office/drawing/2014/main" id="{80F37591-8140-B3F3-D8B0-E498CD7C6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716" y="1053068"/>
            <a:ext cx="1769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190" name="Line 124">
            <a:extLst>
              <a:ext uri="{FF2B5EF4-FFF2-40B4-BE49-F238E27FC236}">
                <a16:creationId xmlns:a16="http://schemas.microsoft.com/office/drawing/2014/main" id="{8FB601D4-BFCC-9ACC-5EE5-301B80435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5171" y="1214073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1" name="Rectangle 125">
            <a:extLst>
              <a:ext uri="{FF2B5EF4-FFF2-40B4-BE49-F238E27FC236}">
                <a16:creationId xmlns:a16="http://schemas.microsoft.com/office/drawing/2014/main" id="{9F6E7FCA-4065-2C2A-6389-2F8AC64BAB9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87180" y="1430940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192" name="Rectangle 126">
            <a:extLst>
              <a:ext uri="{FF2B5EF4-FFF2-40B4-BE49-F238E27FC236}">
                <a16:creationId xmlns:a16="http://schemas.microsoft.com/office/drawing/2014/main" id="{74F9D9AE-EB2B-51BF-BBB5-0FDC4FC271B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59486" y="1430940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193" name="Rectangle 127">
            <a:extLst>
              <a:ext uri="{FF2B5EF4-FFF2-40B4-BE49-F238E27FC236}">
                <a16:creationId xmlns:a16="http://schemas.microsoft.com/office/drawing/2014/main" id="{3C20CB28-CCD7-939C-27B2-8307310384B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39423" y="1430940"/>
            <a:ext cx="9208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194" name="Rectangle 128">
            <a:extLst>
              <a:ext uri="{FF2B5EF4-FFF2-40B4-BE49-F238E27FC236}">
                <a16:creationId xmlns:a16="http://schemas.microsoft.com/office/drawing/2014/main" id="{08CCCF99-D1B9-41F6-8DC4-96A7DFE2541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16023" y="1383440"/>
            <a:ext cx="8223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195" name="Line 129">
            <a:extLst>
              <a:ext uri="{FF2B5EF4-FFF2-40B4-BE49-F238E27FC236}">
                <a16:creationId xmlns:a16="http://schemas.microsoft.com/office/drawing/2014/main" id="{B6E043AB-A4EB-FCD2-A53D-DCA31DFB14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476" y="1214073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6" name="Line 130">
            <a:extLst>
              <a:ext uri="{FF2B5EF4-FFF2-40B4-BE49-F238E27FC236}">
                <a16:creationId xmlns:a16="http://schemas.microsoft.com/office/drawing/2014/main" id="{A5B7CC67-C428-B418-9E0D-130D45BB5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9782" y="1214073"/>
            <a:ext cx="0" cy="787177"/>
          </a:xfrm>
          <a:prstGeom prst="line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7" name="Line 131">
            <a:extLst>
              <a:ext uri="{FF2B5EF4-FFF2-40B4-BE49-F238E27FC236}">
                <a16:creationId xmlns:a16="http://schemas.microsoft.com/office/drawing/2014/main" id="{889802C1-0AA0-47BA-772E-31FA45533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088" y="1214073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8" name="Rectangle 132">
            <a:extLst>
              <a:ext uri="{FF2B5EF4-FFF2-40B4-BE49-F238E27FC236}">
                <a16:creationId xmlns:a16="http://schemas.microsoft.com/office/drawing/2014/main" id="{F00D77A2-BFA3-51C2-558D-F2E3BE925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112" y="1998592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199" name="Rectangle 133">
            <a:extLst>
              <a:ext uri="{FF2B5EF4-FFF2-40B4-BE49-F238E27FC236}">
                <a16:creationId xmlns:a16="http://schemas.microsoft.com/office/drawing/2014/main" id="{A4240602-DC43-756C-6DAD-F6FA98911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715" y="1945022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200" name="Rectangle 134">
            <a:extLst>
              <a:ext uri="{FF2B5EF4-FFF2-40B4-BE49-F238E27FC236}">
                <a16:creationId xmlns:a16="http://schemas.microsoft.com/office/drawing/2014/main" id="{D33ACF0A-F8C7-B25E-4EF2-57378C89C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9881" y="194502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201" name="Rectangle 135">
            <a:extLst>
              <a:ext uri="{FF2B5EF4-FFF2-40B4-BE49-F238E27FC236}">
                <a16:creationId xmlns:a16="http://schemas.microsoft.com/office/drawing/2014/main" id="{71CE530A-A55F-F332-6866-41BD30B5B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7575" y="1945022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202" name="Group 189">
            <a:extLst>
              <a:ext uri="{FF2B5EF4-FFF2-40B4-BE49-F238E27FC236}">
                <a16:creationId xmlns:a16="http://schemas.microsoft.com/office/drawing/2014/main" id="{B138C56A-9212-85F4-DEB9-AE0C46418657}"/>
              </a:ext>
            </a:extLst>
          </p:cNvPr>
          <p:cNvGrpSpPr>
            <a:grpSpLocks/>
          </p:cNvGrpSpPr>
          <p:nvPr/>
        </p:nvGrpSpPr>
        <p:grpSpPr bwMode="auto">
          <a:xfrm>
            <a:off x="2717254" y="1153629"/>
            <a:ext cx="975537" cy="843405"/>
            <a:chOff x="1258" y="533"/>
            <a:chExt cx="694" cy="600"/>
          </a:xfrm>
        </p:grpSpPr>
        <p:sp>
          <p:nvSpPr>
            <p:cNvPr id="203" name="Rectangle 190">
              <a:extLst>
                <a:ext uri="{FF2B5EF4-FFF2-40B4-BE49-F238E27FC236}">
                  <a16:creationId xmlns:a16="http://schemas.microsoft.com/office/drawing/2014/main" id="{FBAADE77-C1FE-31F2-DC1D-86BB5D238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533"/>
              <a:ext cx="694" cy="55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4" name="Rectangle 191">
              <a:extLst>
                <a:ext uri="{FF2B5EF4-FFF2-40B4-BE49-F238E27FC236}">
                  <a16:creationId xmlns:a16="http://schemas.microsoft.com/office/drawing/2014/main" id="{4686DDFF-1228-67CC-3B8F-C1BED3EF8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5" name="Rectangle 192">
              <a:extLst>
                <a:ext uri="{FF2B5EF4-FFF2-40B4-BE49-F238E27FC236}">
                  <a16:creationId xmlns:a16="http://schemas.microsoft.com/office/drawing/2014/main" id="{E5BEA1B2-8CF3-733E-A434-786D62780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551"/>
              <a:ext cx="658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207" name="Oval 217">
            <a:extLst>
              <a:ext uri="{FF2B5EF4-FFF2-40B4-BE49-F238E27FC236}">
                <a16:creationId xmlns:a16="http://schemas.microsoft.com/office/drawing/2014/main" id="{5EBC8E1A-98AA-B0D7-C2FE-47AAB9BBE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535" y="1483962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8" name="Line 219">
            <a:extLst>
              <a:ext uri="{FF2B5EF4-FFF2-40B4-BE49-F238E27FC236}">
                <a16:creationId xmlns:a16="http://schemas.microsoft.com/office/drawing/2014/main" id="{FB9A7AF2-1D60-70DA-5CD8-5E477EDBA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812" y="1214073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9" name="Line 220">
            <a:extLst>
              <a:ext uri="{FF2B5EF4-FFF2-40B4-BE49-F238E27FC236}">
                <a16:creationId xmlns:a16="http://schemas.microsoft.com/office/drawing/2014/main" id="{6CD5D388-F4F2-D0D0-120E-0E71F44755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812" y="1686379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0" name="Text Box 222">
            <a:extLst>
              <a:ext uri="{FF2B5EF4-FFF2-40B4-BE49-F238E27FC236}">
                <a16:creationId xmlns:a16="http://schemas.microsoft.com/office/drawing/2014/main" id="{3BFB4F03-80D9-C8AF-5BC4-2ECB6C44D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3593" y="1543268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1" name="Rectangle 27">
            <a:extLst>
              <a:ext uri="{FF2B5EF4-FFF2-40B4-BE49-F238E27FC236}">
                <a16:creationId xmlns:a16="http://schemas.microsoft.com/office/drawing/2014/main" id="{99E3C11E-A0E9-6DE8-6D3F-3E94B73A5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339" y="283757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12" name="Line 29">
            <a:extLst>
              <a:ext uri="{FF2B5EF4-FFF2-40B4-BE49-F238E27FC236}">
                <a16:creationId xmlns:a16="http://schemas.microsoft.com/office/drawing/2014/main" id="{CF744956-2D1D-3B4D-8DA6-5F20997C12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22" y="3818377"/>
            <a:ext cx="70482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3" name="Rectangle 31">
            <a:extLst>
              <a:ext uri="{FF2B5EF4-FFF2-40B4-BE49-F238E27FC236}">
                <a16:creationId xmlns:a16="http://schemas.microsoft.com/office/drawing/2014/main" id="{C06C7215-FB06-0F04-D44D-FAC325907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4156" y="3430455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4" name="Line 33">
            <a:extLst>
              <a:ext uri="{FF2B5EF4-FFF2-40B4-BE49-F238E27FC236}">
                <a16:creationId xmlns:a16="http://schemas.microsoft.com/office/drawing/2014/main" id="{D24595ED-8D2F-D202-4787-8B3FEE4535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3640" y="4607420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5" name="Rectangle 34">
            <a:extLst>
              <a:ext uri="{FF2B5EF4-FFF2-40B4-BE49-F238E27FC236}">
                <a16:creationId xmlns:a16="http://schemas.microsoft.com/office/drawing/2014/main" id="{FA72C0BB-D263-9E2E-53B9-89C3501382A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51731" y="383554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216" name="Rectangle 35">
            <a:extLst>
              <a:ext uri="{FF2B5EF4-FFF2-40B4-BE49-F238E27FC236}">
                <a16:creationId xmlns:a16="http://schemas.microsoft.com/office/drawing/2014/main" id="{24308282-572C-602B-2CC2-97CB66741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1070" y="510827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7" name="Line 49">
            <a:extLst>
              <a:ext uri="{FF2B5EF4-FFF2-40B4-BE49-F238E27FC236}">
                <a16:creationId xmlns:a16="http://schemas.microsoft.com/office/drawing/2014/main" id="{DE2622C8-587C-A103-9821-07EBB55B51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310" y="4195408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18" name="Group 50">
            <a:extLst>
              <a:ext uri="{FF2B5EF4-FFF2-40B4-BE49-F238E27FC236}">
                <a16:creationId xmlns:a16="http://schemas.microsoft.com/office/drawing/2014/main" id="{882227F5-E6F8-88EC-E86E-D99065DC2A69}"/>
              </a:ext>
            </a:extLst>
          </p:cNvPr>
          <p:cNvGrpSpPr>
            <a:grpSpLocks/>
          </p:cNvGrpSpPr>
          <p:nvPr/>
        </p:nvGrpSpPr>
        <p:grpSpPr bwMode="auto">
          <a:xfrm>
            <a:off x="1781089" y="3300059"/>
            <a:ext cx="347663" cy="1431926"/>
            <a:chOff x="1614" y="2226"/>
            <a:chExt cx="219" cy="902"/>
          </a:xfrm>
        </p:grpSpPr>
        <p:grpSp>
          <p:nvGrpSpPr>
            <p:cNvPr id="219" name="Group 51">
              <a:extLst>
                <a:ext uri="{FF2B5EF4-FFF2-40B4-BE49-F238E27FC236}">
                  <a16:creationId xmlns:a16="http://schemas.microsoft.com/office/drawing/2014/main" id="{4F610067-DBF3-0152-9BB2-2B4479A0EB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223" name="Line 52">
                <a:extLst>
                  <a:ext uri="{FF2B5EF4-FFF2-40B4-BE49-F238E27FC236}">
                    <a16:creationId xmlns:a16="http://schemas.microsoft.com/office/drawing/2014/main" id="{418F5F6C-9765-F036-131B-BD1B3DD6C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4" name="Line 53">
                <a:extLst>
                  <a:ext uri="{FF2B5EF4-FFF2-40B4-BE49-F238E27FC236}">
                    <a16:creationId xmlns:a16="http://schemas.microsoft.com/office/drawing/2014/main" id="{ED017B02-05C8-125F-8E2D-B8804356F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5" name="Line 54">
                <a:extLst>
                  <a:ext uri="{FF2B5EF4-FFF2-40B4-BE49-F238E27FC236}">
                    <a16:creationId xmlns:a16="http://schemas.microsoft.com/office/drawing/2014/main" id="{255890AF-E4D1-F277-A1E6-7AFF468D7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26" name="Line 55">
                <a:extLst>
                  <a:ext uri="{FF2B5EF4-FFF2-40B4-BE49-F238E27FC236}">
                    <a16:creationId xmlns:a16="http://schemas.microsoft.com/office/drawing/2014/main" id="{BAB2918E-90C9-BB3C-A455-8EBF0E70F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0" name="Rectangle 56">
              <a:extLst>
                <a:ext uri="{FF2B5EF4-FFF2-40B4-BE49-F238E27FC236}">
                  <a16:creationId xmlns:a16="http://schemas.microsoft.com/office/drawing/2014/main" id="{0E3FCB81-2A2D-2913-F39C-A1EFF02767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221" name="Rectangle 57">
              <a:extLst>
                <a:ext uri="{FF2B5EF4-FFF2-40B4-BE49-F238E27FC236}">
                  <a16:creationId xmlns:a16="http://schemas.microsoft.com/office/drawing/2014/main" id="{F1603D51-385F-7B60-3E1F-923C1872A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2" name="Rectangle 58">
              <a:extLst>
                <a:ext uri="{FF2B5EF4-FFF2-40B4-BE49-F238E27FC236}">
                  <a16:creationId xmlns:a16="http://schemas.microsoft.com/office/drawing/2014/main" id="{224E1D78-357A-2BA1-A7AF-86E12E583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27" name="Line 59">
            <a:extLst>
              <a:ext uri="{FF2B5EF4-FFF2-40B4-BE49-F238E27FC236}">
                <a16:creationId xmlns:a16="http://schemas.microsoft.com/office/drawing/2014/main" id="{F101A27C-C12C-FC17-8E7E-F5D02A485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793" y="3466745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8" name="Line 60">
            <a:extLst>
              <a:ext uri="{FF2B5EF4-FFF2-40B4-BE49-F238E27FC236}">
                <a16:creationId xmlns:a16="http://schemas.microsoft.com/office/drawing/2014/main" id="{F7727A78-AF76-B71E-F5FB-47BD2C67B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2960" y="4622445"/>
            <a:ext cx="27622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9" name="Rectangle 75">
            <a:extLst>
              <a:ext uri="{FF2B5EF4-FFF2-40B4-BE49-F238E27FC236}">
                <a16:creationId xmlns:a16="http://schemas.microsoft.com/office/drawing/2014/main" id="{23158143-A363-4EE5-1F16-6D7D286C8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322" y="4943475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0" name="Line 76">
            <a:extLst>
              <a:ext uri="{FF2B5EF4-FFF2-40B4-BE49-F238E27FC236}">
                <a16:creationId xmlns:a16="http://schemas.microsoft.com/office/drawing/2014/main" id="{6520D2A4-0A2A-FB83-8290-46326A08D8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6052" y="4627498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1" name="Line 119">
            <a:extLst>
              <a:ext uri="{FF2B5EF4-FFF2-40B4-BE49-F238E27FC236}">
                <a16:creationId xmlns:a16="http://schemas.microsoft.com/office/drawing/2014/main" id="{B50ABDEF-2612-05B6-B0C5-6E3F97C6B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860" y="5079645"/>
            <a:ext cx="330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2" name="Freeform 120">
            <a:extLst>
              <a:ext uri="{FF2B5EF4-FFF2-40B4-BE49-F238E27FC236}">
                <a16:creationId xmlns:a16="http://schemas.microsoft.com/office/drawing/2014/main" id="{7C0CF282-15D4-914E-02C9-3B12797FB60C}"/>
              </a:ext>
            </a:extLst>
          </p:cNvPr>
          <p:cNvSpPr>
            <a:spLocks/>
          </p:cNvSpPr>
          <p:nvPr/>
        </p:nvSpPr>
        <p:spPr bwMode="auto">
          <a:xfrm>
            <a:off x="3029018" y="1930968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3" name="Rectangle 121">
            <a:extLst>
              <a:ext uri="{FF2B5EF4-FFF2-40B4-BE49-F238E27FC236}">
                <a16:creationId xmlns:a16="http://schemas.microsoft.com/office/drawing/2014/main" id="{0219C58D-5558-3346-8F91-51138C5D9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970" y="2128212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234" name="Line 122">
            <a:extLst>
              <a:ext uri="{FF2B5EF4-FFF2-40B4-BE49-F238E27FC236}">
                <a16:creationId xmlns:a16="http://schemas.microsoft.com/office/drawing/2014/main" id="{0A15EB84-FD1F-ECB9-E175-1CAFF35AA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395" y="4038245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5" name="Freeform 123">
            <a:extLst>
              <a:ext uri="{FF2B5EF4-FFF2-40B4-BE49-F238E27FC236}">
                <a16:creationId xmlns:a16="http://schemas.microsoft.com/office/drawing/2014/main" id="{B017B07D-7029-2822-6078-8B1784D8E545}"/>
              </a:ext>
            </a:extLst>
          </p:cNvPr>
          <p:cNvSpPr>
            <a:spLocks/>
          </p:cNvSpPr>
          <p:nvPr/>
        </p:nvSpPr>
        <p:spPr bwMode="auto">
          <a:xfrm>
            <a:off x="49122" y="2620333"/>
            <a:ext cx="3092332" cy="1197159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  <a:gd name="connsiteX0" fmla="*/ 9995 w 9995"/>
              <a:gd name="connsiteY0" fmla="*/ 0 h 9986"/>
              <a:gd name="connsiteX1" fmla="*/ 0 w 9995"/>
              <a:gd name="connsiteY1" fmla="*/ 0 h 9986"/>
              <a:gd name="connsiteX2" fmla="*/ 0 w 9995"/>
              <a:gd name="connsiteY2" fmla="*/ 9986 h 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95" h="9986">
                <a:moveTo>
                  <a:pt x="9995" y="0"/>
                </a:moveTo>
                <a:lnTo>
                  <a:pt x="0" y="0"/>
                </a:lnTo>
                <a:lnTo>
                  <a:pt x="0" y="998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6" name="Freeform 124">
            <a:extLst>
              <a:ext uri="{FF2B5EF4-FFF2-40B4-BE49-F238E27FC236}">
                <a16:creationId xmlns:a16="http://schemas.microsoft.com/office/drawing/2014/main" id="{ED29F2D6-ADDA-029A-1892-F8648DF17A31}"/>
              </a:ext>
            </a:extLst>
          </p:cNvPr>
          <p:cNvSpPr>
            <a:spLocks/>
          </p:cNvSpPr>
          <p:nvPr/>
        </p:nvSpPr>
        <p:spPr bwMode="auto">
          <a:xfrm>
            <a:off x="557122" y="3466745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7" name="Rectangle 35">
            <a:extLst>
              <a:ext uri="{FF2B5EF4-FFF2-40B4-BE49-F238E27FC236}">
                <a16:creationId xmlns:a16="http://schemas.microsoft.com/office/drawing/2014/main" id="{B87386D2-975D-AC8D-D875-11FB27D9B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68" y="3525370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238" name="椭圆 4">
            <a:extLst>
              <a:ext uri="{FF2B5EF4-FFF2-40B4-BE49-F238E27FC236}">
                <a16:creationId xmlns:a16="http://schemas.microsoft.com/office/drawing/2014/main" id="{6F837591-DD9B-4503-B80A-121348EDEE41}"/>
              </a:ext>
            </a:extLst>
          </p:cNvPr>
          <p:cNvSpPr/>
          <p:nvPr/>
        </p:nvSpPr>
        <p:spPr bwMode="auto">
          <a:xfrm>
            <a:off x="353923" y="4686791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AA56454E-D6DB-819C-A68C-AD9CEFE3AE1D}"/>
              </a:ext>
            </a:extLst>
          </p:cNvPr>
          <p:cNvGrpSpPr/>
          <p:nvPr/>
        </p:nvGrpSpPr>
        <p:grpSpPr>
          <a:xfrm>
            <a:off x="734893" y="2749622"/>
            <a:ext cx="505337" cy="1193800"/>
            <a:chOff x="5799138" y="4889500"/>
            <a:chExt cx="505337" cy="1193800"/>
          </a:xfrm>
        </p:grpSpPr>
        <p:grpSp>
          <p:nvGrpSpPr>
            <p:cNvPr id="240" name="Group 4">
              <a:extLst>
                <a:ext uri="{FF2B5EF4-FFF2-40B4-BE49-F238E27FC236}">
                  <a16:creationId xmlns:a16="http://schemas.microsoft.com/office/drawing/2014/main" id="{8FC529E1-DFDE-823C-E6CE-918C20CAC2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42" name="Line 5">
                <a:extLst>
                  <a:ext uri="{FF2B5EF4-FFF2-40B4-BE49-F238E27FC236}">
                    <a16:creationId xmlns:a16="http://schemas.microsoft.com/office/drawing/2014/main" id="{36819ABE-9D70-AD27-25EA-B5FFD0F619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3" name="Line 6">
                <a:extLst>
                  <a:ext uri="{FF2B5EF4-FFF2-40B4-BE49-F238E27FC236}">
                    <a16:creationId xmlns:a16="http://schemas.microsoft.com/office/drawing/2014/main" id="{B124EF83-5C41-085C-764F-BF5EF7AA74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4" name="Line 7">
                <a:extLst>
                  <a:ext uri="{FF2B5EF4-FFF2-40B4-BE49-F238E27FC236}">
                    <a16:creationId xmlns:a16="http://schemas.microsoft.com/office/drawing/2014/main" id="{1E7F3F44-DAD9-D9FA-97A0-076260893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5" name="Line 8">
                <a:extLst>
                  <a:ext uri="{FF2B5EF4-FFF2-40B4-BE49-F238E27FC236}">
                    <a16:creationId xmlns:a16="http://schemas.microsoft.com/office/drawing/2014/main" id="{A371CF32-D5BF-131F-FB4B-350E5D327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6" name="Line 9">
                <a:extLst>
                  <a:ext uri="{FF2B5EF4-FFF2-40B4-BE49-F238E27FC236}">
                    <a16:creationId xmlns:a16="http://schemas.microsoft.com/office/drawing/2014/main" id="{7B32D410-7246-54F4-50AB-052932B50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7" name="Line 10">
                <a:extLst>
                  <a:ext uri="{FF2B5EF4-FFF2-40B4-BE49-F238E27FC236}">
                    <a16:creationId xmlns:a16="http://schemas.microsoft.com/office/drawing/2014/main" id="{097D3E50-1E3A-0EE2-476F-C8057A817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8" name="Line 11">
                <a:extLst>
                  <a:ext uri="{FF2B5EF4-FFF2-40B4-BE49-F238E27FC236}">
                    <a16:creationId xmlns:a16="http://schemas.microsoft.com/office/drawing/2014/main" id="{59673D86-1EF2-257D-D881-D8A559BEF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9" name="Line 12">
                <a:extLst>
                  <a:ext uri="{FF2B5EF4-FFF2-40B4-BE49-F238E27FC236}">
                    <a16:creationId xmlns:a16="http://schemas.microsoft.com/office/drawing/2014/main" id="{FA07EDA9-C1B1-EC22-E816-95FFEB0C4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41" name="Rectangle 58">
              <a:extLst>
                <a:ext uri="{FF2B5EF4-FFF2-40B4-BE49-F238E27FC236}">
                  <a16:creationId xmlns:a16="http://schemas.microsoft.com/office/drawing/2014/main" id="{023CFBBF-F2C0-4FE5-3520-30069F6A0E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250" name="Rectangle 73">
            <a:extLst>
              <a:ext uri="{FF2B5EF4-FFF2-40B4-BE49-F238E27FC236}">
                <a16:creationId xmlns:a16="http://schemas.microsoft.com/office/drawing/2014/main" id="{BF02C1DD-6125-53F9-C763-DD9E1BCAF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22" y="27412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251" name="Line 74">
            <a:extLst>
              <a:ext uri="{FF2B5EF4-FFF2-40B4-BE49-F238E27FC236}">
                <a16:creationId xmlns:a16="http://schemas.microsoft.com/office/drawing/2014/main" id="{F8C2B3E7-CED5-70E8-4838-EEA00E413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010" y="2936521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D4ABA681-7C4B-C0B3-9556-A3A81F7576E0}"/>
              </a:ext>
            </a:extLst>
          </p:cNvPr>
          <p:cNvGrpSpPr/>
          <p:nvPr/>
        </p:nvGrpSpPr>
        <p:grpSpPr>
          <a:xfrm>
            <a:off x="1066378" y="4072279"/>
            <a:ext cx="505337" cy="1193800"/>
            <a:chOff x="5799138" y="4889500"/>
            <a:chExt cx="505337" cy="1193800"/>
          </a:xfrm>
        </p:grpSpPr>
        <p:grpSp>
          <p:nvGrpSpPr>
            <p:cNvPr id="253" name="Group 4">
              <a:extLst>
                <a:ext uri="{FF2B5EF4-FFF2-40B4-BE49-F238E27FC236}">
                  <a16:creationId xmlns:a16="http://schemas.microsoft.com/office/drawing/2014/main" id="{A4319E6D-611C-0E9D-AB81-CF025B0BB9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55" name="Line 5">
                <a:extLst>
                  <a:ext uri="{FF2B5EF4-FFF2-40B4-BE49-F238E27FC236}">
                    <a16:creationId xmlns:a16="http://schemas.microsoft.com/office/drawing/2014/main" id="{59A9933E-C877-F3CB-5F7C-7CCC51371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6" name="Line 6">
                <a:extLst>
                  <a:ext uri="{FF2B5EF4-FFF2-40B4-BE49-F238E27FC236}">
                    <a16:creationId xmlns:a16="http://schemas.microsoft.com/office/drawing/2014/main" id="{8406269C-01B5-9595-EFC2-0C139A42D5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7" name="Line 7">
                <a:extLst>
                  <a:ext uri="{FF2B5EF4-FFF2-40B4-BE49-F238E27FC236}">
                    <a16:creationId xmlns:a16="http://schemas.microsoft.com/office/drawing/2014/main" id="{544422A0-99C2-F85B-5019-84CDC0E68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8" name="Line 8">
                <a:extLst>
                  <a:ext uri="{FF2B5EF4-FFF2-40B4-BE49-F238E27FC236}">
                    <a16:creationId xmlns:a16="http://schemas.microsoft.com/office/drawing/2014/main" id="{99748E40-4B2C-E143-AAC1-A3C3B12F0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9" name="Line 9">
                <a:extLst>
                  <a:ext uri="{FF2B5EF4-FFF2-40B4-BE49-F238E27FC236}">
                    <a16:creationId xmlns:a16="http://schemas.microsoft.com/office/drawing/2014/main" id="{CD95CB37-2273-DB04-8ECA-AEF2B05E2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60" name="Line 10">
                <a:extLst>
                  <a:ext uri="{FF2B5EF4-FFF2-40B4-BE49-F238E27FC236}">
                    <a16:creationId xmlns:a16="http://schemas.microsoft.com/office/drawing/2014/main" id="{C88EA41D-6EFF-3C8A-8F82-8DF0784738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61" name="Line 11">
                <a:extLst>
                  <a:ext uri="{FF2B5EF4-FFF2-40B4-BE49-F238E27FC236}">
                    <a16:creationId xmlns:a16="http://schemas.microsoft.com/office/drawing/2014/main" id="{4A654D62-6D5B-CF8D-F4F3-41290D494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62" name="Line 12">
                <a:extLst>
                  <a:ext uri="{FF2B5EF4-FFF2-40B4-BE49-F238E27FC236}">
                    <a16:creationId xmlns:a16="http://schemas.microsoft.com/office/drawing/2014/main" id="{C06D29BE-DEB0-C953-E248-23BC338FF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54" name="Rectangle 58">
              <a:extLst>
                <a:ext uri="{FF2B5EF4-FFF2-40B4-BE49-F238E27FC236}">
                  <a16:creationId xmlns:a16="http://schemas.microsoft.com/office/drawing/2014/main" id="{15DEA8F2-C6BE-18E5-900E-B577008B46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263" name="Rectangle 96">
            <a:extLst>
              <a:ext uri="{FF2B5EF4-FFF2-40B4-BE49-F238E27FC236}">
                <a16:creationId xmlns:a16="http://schemas.microsoft.com/office/drawing/2014/main" id="{1B709531-02BA-57AC-FB3A-93329E11B0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0794" y="4906887"/>
            <a:ext cx="594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264" name="Line 82">
            <a:extLst>
              <a:ext uri="{FF2B5EF4-FFF2-40B4-BE49-F238E27FC236}">
                <a16:creationId xmlns:a16="http://schemas.microsoft.com/office/drawing/2014/main" id="{2D99DA6A-0F07-3383-5F57-8B6F530EE7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2528" y="5316697"/>
            <a:ext cx="0" cy="109686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5" name="Line 82">
            <a:extLst>
              <a:ext uri="{FF2B5EF4-FFF2-40B4-BE49-F238E27FC236}">
                <a16:creationId xmlns:a16="http://schemas.microsoft.com/office/drawing/2014/main" id="{98808C5A-06B3-87E0-B705-6D804A837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122" y="6413564"/>
            <a:ext cx="516792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6" name="Line 82">
            <a:extLst>
              <a:ext uri="{FF2B5EF4-FFF2-40B4-BE49-F238E27FC236}">
                <a16:creationId xmlns:a16="http://schemas.microsoft.com/office/drawing/2014/main" id="{AE8E5832-17EF-0E79-E5BC-3359D42191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7122" y="5489410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7" name="Line 29">
            <a:extLst>
              <a:ext uri="{FF2B5EF4-FFF2-40B4-BE49-F238E27FC236}">
                <a16:creationId xmlns:a16="http://schemas.microsoft.com/office/drawing/2014/main" id="{92EC8083-6674-9C04-A275-F4946D78A8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6647" y="294351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8" name="Line 37">
            <a:extLst>
              <a:ext uri="{FF2B5EF4-FFF2-40B4-BE49-F238E27FC236}">
                <a16:creationId xmlns:a16="http://schemas.microsoft.com/office/drawing/2014/main" id="{71F19AC7-B16D-905D-44AD-BEC01D047E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5622" y="633698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9" name="Rectangle 38">
            <a:extLst>
              <a:ext uri="{FF2B5EF4-FFF2-40B4-BE49-F238E27FC236}">
                <a16:creationId xmlns:a16="http://schemas.microsoft.com/office/drawing/2014/main" id="{E6E1AFC8-4E7D-D5FD-9A68-151086227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85" y="636824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0" name="Line 88">
            <a:extLst>
              <a:ext uri="{FF2B5EF4-FFF2-40B4-BE49-F238E27FC236}">
                <a16:creationId xmlns:a16="http://schemas.microsoft.com/office/drawing/2014/main" id="{321A61D8-9879-B79B-67F4-F2BF37CAB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1437" y="3938660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1" name="Rectangle 18">
            <a:extLst>
              <a:ext uri="{FF2B5EF4-FFF2-40B4-BE49-F238E27FC236}">
                <a16:creationId xmlns:a16="http://schemas.microsoft.com/office/drawing/2014/main" id="{42CBD09F-F770-33C8-7454-AF1A1F0B1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209" y="3711170"/>
            <a:ext cx="62677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b="1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2" name="Rectangle 75">
            <a:extLst>
              <a:ext uri="{FF2B5EF4-FFF2-40B4-BE49-F238E27FC236}">
                <a16:creationId xmlns:a16="http://schemas.microsoft.com/office/drawing/2014/main" id="{93648C9B-691E-E2D4-B249-EAC1F81FF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05" y="1074810"/>
            <a:ext cx="1723230" cy="1074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if op == </a:t>
            </a:r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beq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  </a:t>
            </a:r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=</a:t>
            </a:r>
            <a:r>
              <a: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Zero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Else if op == </a:t>
            </a:r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bne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  </a:t>
            </a:r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=</a:t>
            </a:r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!</a:t>
            </a:r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273" name="Freeform 123">
            <a:extLst>
              <a:ext uri="{FF2B5EF4-FFF2-40B4-BE49-F238E27FC236}">
                <a16:creationId xmlns:a16="http://schemas.microsoft.com/office/drawing/2014/main" id="{FBD5EF62-81C9-9E7C-BE78-10C0015B016A}"/>
              </a:ext>
            </a:extLst>
          </p:cNvPr>
          <p:cNvSpPr>
            <a:spLocks/>
          </p:cNvSpPr>
          <p:nvPr/>
        </p:nvSpPr>
        <p:spPr bwMode="auto">
          <a:xfrm>
            <a:off x="49122" y="2625946"/>
            <a:ext cx="3070822" cy="1182114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  <a:gd name="connsiteX0" fmla="*/ 9995 w 9995"/>
              <a:gd name="connsiteY0" fmla="*/ 0 h 9986"/>
              <a:gd name="connsiteX1" fmla="*/ 0 w 9995"/>
              <a:gd name="connsiteY1" fmla="*/ 0 h 9986"/>
              <a:gd name="connsiteX2" fmla="*/ 0 w 9995"/>
              <a:gd name="connsiteY2" fmla="*/ 9986 h 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95" h="9986">
                <a:moveTo>
                  <a:pt x="9995" y="0"/>
                </a:moveTo>
                <a:lnTo>
                  <a:pt x="0" y="0"/>
                </a:lnTo>
                <a:lnTo>
                  <a:pt x="0" y="998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4" name="Line 29">
            <a:extLst>
              <a:ext uri="{FF2B5EF4-FFF2-40B4-BE49-F238E27FC236}">
                <a16:creationId xmlns:a16="http://schemas.microsoft.com/office/drawing/2014/main" id="{DA809942-04AA-3201-A61D-88AE954D8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2" y="3812822"/>
            <a:ext cx="70482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5" name="Line 29">
            <a:extLst>
              <a:ext uri="{FF2B5EF4-FFF2-40B4-BE49-F238E27FC236}">
                <a16:creationId xmlns:a16="http://schemas.microsoft.com/office/drawing/2014/main" id="{4574BFC3-9508-2443-D7C9-3F30E1888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4817" y="3449360"/>
            <a:ext cx="67024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6" name="Freeform 124">
            <a:extLst>
              <a:ext uri="{FF2B5EF4-FFF2-40B4-BE49-F238E27FC236}">
                <a16:creationId xmlns:a16="http://schemas.microsoft.com/office/drawing/2014/main" id="{BA3A5AB2-FA09-A512-67BF-282C74D5CD10}"/>
              </a:ext>
            </a:extLst>
          </p:cNvPr>
          <p:cNvSpPr>
            <a:spLocks/>
          </p:cNvSpPr>
          <p:nvPr/>
        </p:nvSpPr>
        <p:spPr bwMode="auto">
          <a:xfrm>
            <a:off x="561531" y="3470149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7" name="Line 49">
            <a:extLst>
              <a:ext uri="{FF2B5EF4-FFF2-40B4-BE49-F238E27FC236}">
                <a16:creationId xmlns:a16="http://schemas.microsoft.com/office/drawing/2014/main" id="{7D053CA7-0839-510D-7AEB-6C6DC8436F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978" y="4198812"/>
            <a:ext cx="41241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8" name="Line 29">
            <a:extLst>
              <a:ext uri="{FF2B5EF4-FFF2-40B4-BE49-F238E27FC236}">
                <a16:creationId xmlns:a16="http://schemas.microsoft.com/office/drawing/2014/main" id="{FC2A7E88-4281-65D9-61CE-C07809BE8A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9619" y="5072424"/>
            <a:ext cx="316759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FC9C3626-6480-3EB3-EFCC-B3FCD762A001}"/>
              </a:ext>
            </a:extLst>
          </p:cNvPr>
          <p:cNvGrpSpPr/>
          <p:nvPr/>
        </p:nvGrpSpPr>
        <p:grpSpPr>
          <a:xfrm>
            <a:off x="550772" y="5291482"/>
            <a:ext cx="5181717" cy="1103137"/>
            <a:chOff x="745147" y="5403390"/>
            <a:chExt cx="5180174" cy="1103137"/>
          </a:xfrm>
        </p:grpSpPr>
        <p:sp>
          <p:nvSpPr>
            <p:cNvPr id="280" name="Line 82">
              <a:extLst>
                <a:ext uri="{FF2B5EF4-FFF2-40B4-BE49-F238E27FC236}">
                  <a16:creationId xmlns:a16="http://schemas.microsoft.com/office/drawing/2014/main" id="{CF6BFDA3-ABFF-3FB0-7983-FABC50A89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147" y="6506527"/>
              <a:ext cx="51679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81" name="Line 82">
              <a:extLst>
                <a:ext uri="{FF2B5EF4-FFF2-40B4-BE49-F238E27FC236}">
                  <a16:creationId xmlns:a16="http://schemas.microsoft.com/office/drawing/2014/main" id="{005E5275-1980-CF41-2505-F8CE814B6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5147" y="5582373"/>
              <a:ext cx="0" cy="9241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82" name="Line 82">
              <a:extLst>
                <a:ext uri="{FF2B5EF4-FFF2-40B4-BE49-F238E27FC236}">
                  <a16:creationId xmlns:a16="http://schemas.microsoft.com/office/drawing/2014/main" id="{4792089D-F351-F3A5-F153-467919B72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10553" y="5409660"/>
              <a:ext cx="0" cy="109686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83" name="Line 82">
              <a:extLst>
                <a:ext uri="{FF2B5EF4-FFF2-40B4-BE49-F238E27FC236}">
                  <a16:creationId xmlns:a16="http://schemas.microsoft.com/office/drawing/2014/main" id="{D16817AE-1820-572D-96C4-471DE5DEC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144" y="5403390"/>
              <a:ext cx="114317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84" name="文本框 283">
            <a:extLst>
              <a:ext uri="{FF2B5EF4-FFF2-40B4-BE49-F238E27FC236}">
                <a16:creationId xmlns:a16="http://schemas.microsoft.com/office/drawing/2014/main" id="{B840372F-5908-17BF-5006-E10223C1DE25}"/>
              </a:ext>
            </a:extLst>
          </p:cNvPr>
          <p:cNvSpPr txBox="1"/>
          <p:nvPr/>
        </p:nvSpPr>
        <p:spPr>
          <a:xfrm>
            <a:off x="4125385" y="6021809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signed</a:t>
            </a:r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D1CEFF4C-6A46-181F-8539-EF8EACD99EA7}"/>
              </a:ext>
            </a:extLst>
          </p:cNvPr>
          <p:cNvSpPr txBox="1"/>
          <p:nvPr/>
        </p:nvSpPr>
        <p:spPr>
          <a:xfrm>
            <a:off x="5169608" y="279630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Rt</a:t>
            </a:r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F925B735-5E88-993C-229B-02170D3E3ABB}"/>
              </a:ext>
            </a:extLst>
          </p:cNvPr>
          <p:cNvSpPr txBox="1"/>
          <p:nvPr/>
        </p:nvSpPr>
        <p:spPr>
          <a:xfrm>
            <a:off x="6493431" y="29447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=0</a:t>
            </a:r>
          </a:p>
        </p:txBody>
      </p:sp>
      <p:sp>
        <p:nvSpPr>
          <p:cNvPr id="288" name="文本框 287">
            <a:extLst>
              <a:ext uri="{FF2B5EF4-FFF2-40B4-BE49-F238E27FC236}">
                <a16:creationId xmlns:a16="http://schemas.microsoft.com/office/drawing/2014/main" id="{BB804EC8-827F-0C66-BE64-D9DABDDC8CAE}"/>
              </a:ext>
            </a:extLst>
          </p:cNvPr>
          <p:cNvSpPr txBox="1"/>
          <p:nvPr/>
        </p:nvSpPr>
        <p:spPr>
          <a:xfrm>
            <a:off x="7730987" y="315417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(sub)</a:t>
            </a:r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0CFBCD69-1632-D3D4-563B-DC6A07AF6E8A}"/>
              </a:ext>
            </a:extLst>
          </p:cNvPr>
          <p:cNvSpPr txBox="1"/>
          <p:nvPr/>
        </p:nvSpPr>
        <p:spPr>
          <a:xfrm>
            <a:off x="7359668" y="495320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=0</a:t>
            </a: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13878F25-AB67-0E4B-1855-5C66D2E1E000}"/>
              </a:ext>
            </a:extLst>
          </p:cNvPr>
          <p:cNvSpPr txBox="1"/>
          <p:nvPr/>
        </p:nvSpPr>
        <p:spPr>
          <a:xfrm>
            <a:off x="6040839" y="44127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0</a:t>
            </a: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CB3DBE6E-618A-7814-7CC7-7D0AD947EE73}"/>
              </a:ext>
            </a:extLst>
          </p:cNvPr>
          <p:cNvSpPr txBox="1"/>
          <p:nvPr/>
        </p:nvSpPr>
        <p:spPr>
          <a:xfrm>
            <a:off x="6047804" y="500275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1</a:t>
            </a: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40AF5289-35A9-C28B-4359-F6EF639D3EA9}"/>
              </a:ext>
            </a:extLst>
          </p:cNvPr>
          <p:cNvSpPr txBox="1"/>
          <p:nvPr/>
        </p:nvSpPr>
        <p:spPr>
          <a:xfrm>
            <a:off x="3488573" y="321778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lt"/>
              </a:rPr>
              <a:t>=0</a:t>
            </a:r>
          </a:p>
        </p:txBody>
      </p:sp>
      <p:cxnSp>
        <p:nvCxnSpPr>
          <p:cNvPr id="293" name="连接符: 肘形 28">
            <a:extLst>
              <a:ext uri="{FF2B5EF4-FFF2-40B4-BE49-F238E27FC236}">
                <a16:creationId xmlns:a16="http://schemas.microsoft.com/office/drawing/2014/main" id="{0BA87E34-C2F4-EB92-B8E4-6F736CFDBE71}"/>
              </a:ext>
            </a:extLst>
          </p:cNvPr>
          <p:cNvCxnSpPr>
            <a:cxnSpLocks/>
            <a:stCxn id="35" idx="0"/>
          </p:cNvCxnSpPr>
          <p:nvPr/>
        </p:nvCxnSpPr>
        <p:spPr>
          <a:xfrm rot="16200000" flipH="1">
            <a:off x="5474206" y="2514185"/>
            <a:ext cx="562906" cy="17934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连接符: 肘形 31">
            <a:extLst>
              <a:ext uri="{FF2B5EF4-FFF2-40B4-BE49-F238E27FC236}">
                <a16:creationId xmlns:a16="http://schemas.microsoft.com/office/drawing/2014/main" id="{2B3FB329-CC58-4C49-960E-33F96C279046}"/>
              </a:ext>
            </a:extLst>
          </p:cNvPr>
          <p:cNvCxnSpPr>
            <a:cxnSpLocks/>
            <a:stCxn id="38" idx="0"/>
          </p:cNvCxnSpPr>
          <p:nvPr/>
        </p:nvCxnSpPr>
        <p:spPr>
          <a:xfrm rot="16200000" flipH="1">
            <a:off x="4953985" y="3491606"/>
            <a:ext cx="1452934" cy="728644"/>
          </a:xfrm>
          <a:prstGeom prst="bentConnector3">
            <a:avLst>
              <a:gd name="adj1" fmla="val 10016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36">
            <a:extLst>
              <a:ext uri="{FF2B5EF4-FFF2-40B4-BE49-F238E27FC236}">
                <a16:creationId xmlns:a16="http://schemas.microsoft.com/office/drawing/2014/main" id="{AE5E9F7A-43F9-D9EC-8DA1-3A6FE9BBE57C}"/>
              </a:ext>
            </a:extLst>
          </p:cNvPr>
          <p:cNvCxnSpPr>
            <a:cxnSpLocks/>
          </p:cNvCxnSpPr>
          <p:nvPr/>
        </p:nvCxnSpPr>
        <p:spPr>
          <a:xfrm>
            <a:off x="2961098" y="4043258"/>
            <a:ext cx="178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37">
            <a:extLst>
              <a:ext uri="{FF2B5EF4-FFF2-40B4-BE49-F238E27FC236}">
                <a16:creationId xmlns:a16="http://schemas.microsoft.com/office/drawing/2014/main" id="{0C197506-7379-DFEC-D0C3-022380469804}"/>
              </a:ext>
            </a:extLst>
          </p:cNvPr>
          <p:cNvCxnSpPr>
            <a:cxnSpLocks/>
          </p:cNvCxnSpPr>
          <p:nvPr/>
        </p:nvCxnSpPr>
        <p:spPr>
          <a:xfrm flipH="1" flipV="1">
            <a:off x="3129724" y="2611827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Line 29">
            <a:extLst>
              <a:ext uri="{FF2B5EF4-FFF2-40B4-BE49-F238E27FC236}">
                <a16:creationId xmlns:a16="http://schemas.microsoft.com/office/drawing/2014/main" id="{E3781A30-A2C8-E65B-AAE5-EF66B82CE2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7228" y="4630385"/>
            <a:ext cx="31783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8" name="Line 29">
            <a:extLst>
              <a:ext uri="{FF2B5EF4-FFF2-40B4-BE49-F238E27FC236}">
                <a16:creationId xmlns:a16="http://schemas.microsoft.com/office/drawing/2014/main" id="{1F876324-1D7A-483B-F5A1-68C43926A0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8752" y="4030818"/>
            <a:ext cx="5882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8F33ED-6333-9012-7975-E15261D6BBE6}"/>
              </a:ext>
            </a:extLst>
          </p:cNvPr>
          <p:cNvSpPr txBox="1"/>
          <p:nvPr/>
        </p:nvSpPr>
        <p:spPr>
          <a:xfrm>
            <a:off x="1127626" y="5218072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(op=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=</a:t>
            </a:r>
            <a:r>
              <a:rPr lang="en-US" altLang="en-US" sz="1600" b="1" dirty="0" err="1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beq</a:t>
            </a:r>
            <a:r>
              <a:rPr lang="en-US" altLang="en-US" sz="16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)&amp;zero</a:t>
            </a:r>
            <a:endParaRPr lang="zh-CN" altLang="en-US" sz="1600" dirty="0">
              <a:latin typeface="+mn-lt"/>
            </a:endParaRPr>
          </a:p>
        </p:txBody>
      </p:sp>
      <p:sp>
        <p:nvSpPr>
          <p:cNvPr id="5" name="Rectangle 216">
            <a:extLst>
              <a:ext uri="{FF2B5EF4-FFF2-40B4-BE49-F238E27FC236}">
                <a16:creationId xmlns:a16="http://schemas.microsoft.com/office/drawing/2014/main" id="{B6C33058-AEBD-E7F8-C531-AF95680E354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11823" y="1661239"/>
            <a:ext cx="138339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&gt;, etc.</a:t>
            </a:r>
          </a:p>
        </p:txBody>
      </p:sp>
    </p:spTree>
    <p:extLst>
      <p:ext uri="{BB962C8B-B14F-4D97-AF65-F5344CB8AC3E}">
        <p14:creationId xmlns:p14="http://schemas.microsoft.com/office/powerpoint/2010/main" val="42109627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E184FC-834D-49F4-AE98-DE6B2569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跳转指令</a:t>
            </a:r>
          </a:p>
        </p:txBody>
      </p: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AFF6F137-2566-4F81-9DB0-E40AF1672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81200"/>
            <a:ext cx="7772400" cy="1106487"/>
          </a:xfrm>
        </p:spPr>
        <p:txBody>
          <a:bodyPr/>
          <a:lstStyle/>
          <a:p>
            <a:r>
              <a:rPr lang="en-US" altLang="zh-CN" dirty="0"/>
              <a:t>j Label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643494-A5BD-48C3-953B-8386A683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73</a:t>
            </a:fld>
            <a:endParaRPr lang="en-US" altLang="zh-CN" dirty="0"/>
          </a:p>
        </p:txBody>
      </p:sp>
      <p:graphicFrame>
        <p:nvGraphicFramePr>
          <p:cNvPr id="28" name="Group 19">
            <a:extLst>
              <a:ext uri="{FF2B5EF4-FFF2-40B4-BE49-F238E27FC236}">
                <a16:creationId xmlns:a16="http://schemas.microsoft.com/office/drawing/2014/main" id="{86E9C791-BE8D-4AC4-A42A-4B2D6E45F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243353"/>
              </p:ext>
            </p:extLst>
          </p:nvPr>
        </p:nvGraphicFramePr>
        <p:xfrm>
          <a:off x="2017713" y="2819400"/>
          <a:ext cx="5983287" cy="466725"/>
        </p:xfrm>
        <a:graphic>
          <a:graphicData uri="http://schemas.openxmlformats.org/drawingml/2006/table">
            <a:tbl>
              <a:tblPr/>
              <a:tblGrid>
                <a:gridCol w="133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000010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SimHei" panose="02010609060101010101" pitchFamily="49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Address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SimHei" panose="02010609060101010101" pitchFamily="49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Rectangle 13">
            <a:extLst>
              <a:ext uri="{FF2B5EF4-FFF2-40B4-BE49-F238E27FC236}">
                <a16:creationId xmlns:a16="http://schemas.microsoft.com/office/drawing/2014/main" id="{FA7BCD9A-0334-4799-A272-4EF38C23A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283572"/>
            <a:ext cx="3914533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位                              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26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位</a:t>
            </a:r>
            <a:endParaRPr lang="zh-CN" altLang="en-US" sz="2400" dirty="0">
              <a:solidFill>
                <a:srgbClr val="0000FF"/>
              </a:solidFill>
              <a:ea typeface="SimHei" panose="02010609060101010101" pitchFamily="49" charset="-122"/>
            </a:endParaRPr>
          </a:p>
        </p:txBody>
      </p:sp>
      <p:sp>
        <p:nvSpPr>
          <p:cNvPr id="30" name="矩形 7">
            <a:extLst>
              <a:ext uri="{FF2B5EF4-FFF2-40B4-BE49-F238E27FC236}">
                <a16:creationId xmlns:a16="http://schemas.microsoft.com/office/drawing/2014/main" id="{DABAECDD-B808-4DF6-9546-B7ACC36B82B6}"/>
              </a:ext>
            </a:extLst>
          </p:cNvPr>
          <p:cNvSpPr/>
          <p:nvPr/>
        </p:nvSpPr>
        <p:spPr>
          <a:xfrm>
            <a:off x="914400" y="4341167"/>
            <a:ext cx="754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/>
            <a:r>
              <a:rPr lang="zh-CN" altLang="en-US" sz="2400" dirty="0">
                <a:ea typeface="SimHei" panose="02010609060101010101" pitchFamily="49" charset="-122"/>
              </a:rPr>
              <a:t>跳转 </a:t>
            </a:r>
            <a:r>
              <a:rPr lang="en-US" altLang="en-US" sz="2400" dirty="0">
                <a:ea typeface="SimHei" panose="02010609060101010101" pitchFamily="49" charset="-122"/>
              </a:rPr>
              <a:t>PC = { (PC</a:t>
            </a:r>
            <a:r>
              <a:rPr lang="en-US" altLang="zh-CN" sz="2400" dirty="0">
                <a:ea typeface="SimHei" panose="02010609060101010101" pitchFamily="49" charset="-122"/>
              </a:rPr>
              <a:t>+4)</a:t>
            </a:r>
            <a:r>
              <a:rPr lang="en-US" altLang="en-US" sz="2400" dirty="0">
                <a:ea typeface="SimHei" panose="02010609060101010101" pitchFamily="49" charset="-122"/>
              </a:rPr>
              <a:t>[31:28], </a:t>
            </a:r>
            <a:r>
              <a:rPr lang="zh-CN" altLang="en-US" sz="2400" dirty="0">
                <a:ea typeface="SimHei" panose="02010609060101010101" pitchFamily="49" charset="-122"/>
              </a:rPr>
              <a:t>目标地址</a:t>
            </a:r>
            <a:r>
              <a:rPr lang="en-US" altLang="en-US" sz="2400" dirty="0">
                <a:ea typeface="SimHei" panose="02010609060101010101" pitchFamily="49" charset="-122"/>
              </a:rPr>
              <a:t>, 00 }</a:t>
            </a:r>
          </a:p>
        </p:txBody>
      </p:sp>
    </p:spTree>
    <p:extLst>
      <p:ext uri="{BB962C8B-B14F-4D97-AF65-F5344CB8AC3E}">
        <p14:creationId xmlns:p14="http://schemas.microsoft.com/office/powerpoint/2010/main" val="990491757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9404F-6506-43D7-A872-B5C51E78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跳转指令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C9724-A0DD-4632-A901-545EFD14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806CE5-282B-4233-8654-09F35EA875E2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DA00E9AB-CFE7-9ABD-256C-C8E8658863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3535" y="4148658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4" name="Line 16">
            <a:extLst>
              <a:ext uri="{FF2B5EF4-FFF2-40B4-BE49-F238E27FC236}">
                <a16:creationId xmlns:a16="http://schemas.microsoft.com/office/drawing/2014/main" id="{9678E780-F213-9AC7-6721-BE6FEC4169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2063" y="407209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6" name="Rectangle 17">
            <a:extLst>
              <a:ext uri="{FF2B5EF4-FFF2-40B4-BE49-F238E27FC236}">
                <a16:creationId xmlns:a16="http://schemas.microsoft.com/office/drawing/2014/main" id="{C6A85195-7FE9-30B7-01C4-9D049C191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93" y="414865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1" name="Rectangle 18">
            <a:extLst>
              <a:ext uri="{FF2B5EF4-FFF2-40B4-BE49-F238E27FC236}">
                <a16:creationId xmlns:a16="http://schemas.microsoft.com/office/drawing/2014/main" id="{BC309A49-AE96-C35C-1363-DD8614D59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3501" y="3982616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273" name="Line 19">
            <a:extLst>
              <a:ext uri="{FF2B5EF4-FFF2-40B4-BE49-F238E27FC236}">
                <a16:creationId xmlns:a16="http://schemas.microsoft.com/office/drawing/2014/main" id="{FF858109-0F8F-5F9A-CBBC-E540E5D55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5180" y="3273949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0EB8A7FD-5F4D-0224-5F2D-CEA790CB3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178" y="3179106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22ABFB8C-501C-A25A-B225-F6D10DFD8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321" y="456352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231C44D6-1E5E-95DE-32E9-99611AE3C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790" y="3721991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670505E6-F90B-4B4B-2C7E-327D62E0D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30" y="3551758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8" name="Line 24">
            <a:extLst>
              <a:ext uri="{FF2B5EF4-FFF2-40B4-BE49-F238E27FC236}">
                <a16:creationId xmlns:a16="http://schemas.microsoft.com/office/drawing/2014/main" id="{9765F148-EE7D-A9F2-F73F-3855C08DD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2439" y="4517812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9" name="Line 25">
            <a:extLst>
              <a:ext uri="{FF2B5EF4-FFF2-40B4-BE49-F238E27FC236}">
                <a16:creationId xmlns:a16="http://schemas.microsoft.com/office/drawing/2014/main" id="{8B7FF1DA-2565-CAD8-9D9D-8884E2FE0B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9580" y="4629769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0" name="Rectangle 27">
            <a:extLst>
              <a:ext uri="{FF2B5EF4-FFF2-40B4-BE49-F238E27FC236}">
                <a16:creationId xmlns:a16="http://schemas.microsoft.com/office/drawing/2014/main" id="{B5F06B2D-F311-80F5-858B-03B8C3EBC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80" y="3004071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1" name="Line 28">
            <a:extLst>
              <a:ext uri="{FF2B5EF4-FFF2-40B4-BE49-F238E27FC236}">
                <a16:creationId xmlns:a16="http://schemas.microsoft.com/office/drawing/2014/main" id="{DEC7E1A5-3B53-B0EE-E0C0-5A9507E00A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3012" y="4072458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2" name="Line 29">
            <a:extLst>
              <a:ext uri="{FF2B5EF4-FFF2-40B4-BE49-F238E27FC236}">
                <a16:creationId xmlns:a16="http://schemas.microsoft.com/office/drawing/2014/main" id="{6CA76BAC-F77A-56BA-EED4-C5D665929C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6211" y="398966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3" name="Rectangle 30">
            <a:extLst>
              <a:ext uri="{FF2B5EF4-FFF2-40B4-BE49-F238E27FC236}">
                <a16:creationId xmlns:a16="http://schemas.microsoft.com/office/drawing/2014/main" id="{55BEF7FE-4D1A-B34D-B869-1160125AA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375" y="402925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84" name="Line 31">
            <a:extLst>
              <a:ext uri="{FF2B5EF4-FFF2-40B4-BE49-F238E27FC236}">
                <a16:creationId xmlns:a16="http://schemas.microsoft.com/office/drawing/2014/main" id="{46C9FCD4-D821-A129-F32E-9E4110DDA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55" y="3697868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5" name="Line 32">
            <a:extLst>
              <a:ext uri="{FF2B5EF4-FFF2-40B4-BE49-F238E27FC236}">
                <a16:creationId xmlns:a16="http://schemas.microsoft.com/office/drawing/2014/main" id="{19039D6B-23AF-FF32-F250-FD612E8252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0155" y="362160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6" name="Rectangle 33">
            <a:extLst>
              <a:ext uri="{FF2B5EF4-FFF2-40B4-BE49-F238E27FC236}">
                <a16:creationId xmlns:a16="http://schemas.microsoft.com/office/drawing/2014/main" id="{EE3235E1-27DA-DFB1-A710-C0E0EA2B3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418" y="376765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87" name="Rectangle 34">
            <a:extLst>
              <a:ext uri="{FF2B5EF4-FFF2-40B4-BE49-F238E27FC236}">
                <a16:creationId xmlns:a16="http://schemas.microsoft.com/office/drawing/2014/main" id="{AACF0B79-0ADA-EB54-1938-C9444DC24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618" y="3386658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8" name="Line 35">
            <a:extLst>
              <a:ext uri="{FF2B5EF4-FFF2-40B4-BE49-F238E27FC236}">
                <a16:creationId xmlns:a16="http://schemas.microsoft.com/office/drawing/2014/main" id="{E8CF86FA-C56D-6460-2D6F-A5F6F40E76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2455" y="329775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9" name="Line 36">
            <a:extLst>
              <a:ext uri="{FF2B5EF4-FFF2-40B4-BE49-F238E27FC236}">
                <a16:creationId xmlns:a16="http://schemas.microsoft.com/office/drawing/2014/main" id="{9AF09CEF-41A2-E1F4-55C6-BC005002F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55" y="4593218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0" name="Line 37">
            <a:extLst>
              <a:ext uri="{FF2B5EF4-FFF2-40B4-BE49-F238E27FC236}">
                <a16:creationId xmlns:a16="http://schemas.microsoft.com/office/drawing/2014/main" id="{E61A80FF-9413-CA03-653F-49BA784407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2955" y="453600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1" name="Rectangle 38">
            <a:extLst>
              <a:ext uri="{FF2B5EF4-FFF2-40B4-BE49-F238E27FC236}">
                <a16:creationId xmlns:a16="http://schemas.microsoft.com/office/drawing/2014/main" id="{B2DA3E85-5931-E14E-50AA-529F47399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618" y="456727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92" name="Rectangle 39">
            <a:extLst>
              <a:ext uri="{FF2B5EF4-FFF2-40B4-BE49-F238E27FC236}">
                <a16:creationId xmlns:a16="http://schemas.microsoft.com/office/drawing/2014/main" id="{49035CA6-C08D-BCDB-DE3F-D09C97BD4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610" y="425427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3" name="Line 40">
            <a:extLst>
              <a:ext uri="{FF2B5EF4-FFF2-40B4-BE49-F238E27FC236}">
                <a16:creationId xmlns:a16="http://schemas.microsoft.com/office/drawing/2014/main" id="{E9DAEC6F-C82C-FD6E-1761-4552D84F68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4007" y="4629765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4" name="Line 41">
            <a:extLst>
              <a:ext uri="{FF2B5EF4-FFF2-40B4-BE49-F238E27FC236}">
                <a16:creationId xmlns:a16="http://schemas.microsoft.com/office/drawing/2014/main" id="{B08ED199-1CAD-75DD-A384-1F3D44D39E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7255" y="2865958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6" name="Line 42">
            <a:extLst>
              <a:ext uri="{FF2B5EF4-FFF2-40B4-BE49-F238E27FC236}">
                <a16:creationId xmlns:a16="http://schemas.microsoft.com/office/drawing/2014/main" id="{132A5288-3A47-5825-521D-D8C284CC32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7405" y="322790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7" name="Rectangle 43">
            <a:extLst>
              <a:ext uri="{FF2B5EF4-FFF2-40B4-BE49-F238E27FC236}">
                <a16:creationId xmlns:a16="http://schemas.microsoft.com/office/drawing/2014/main" id="{534793B8-B6F7-ED62-2874-40CFFDB06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30818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98" name="Line 44">
            <a:extLst>
              <a:ext uri="{FF2B5EF4-FFF2-40B4-BE49-F238E27FC236}">
                <a16:creationId xmlns:a16="http://schemas.microsoft.com/office/drawing/2014/main" id="{371C8B95-509E-92A9-FF59-61974A5DB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8255" y="312789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9" name="Line 45">
            <a:extLst>
              <a:ext uri="{FF2B5EF4-FFF2-40B4-BE49-F238E27FC236}">
                <a16:creationId xmlns:a16="http://schemas.microsoft.com/office/drawing/2014/main" id="{76AA4D1F-1F83-EE27-EE73-5221284650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78405" y="322790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0" name="Rectangle 46">
            <a:extLst>
              <a:ext uri="{FF2B5EF4-FFF2-40B4-BE49-F238E27FC236}">
                <a16:creationId xmlns:a16="http://schemas.microsoft.com/office/drawing/2014/main" id="{8578425D-76EC-E4DA-DED1-C6F4A5FDD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368" y="30818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301" name="Line 47">
            <a:extLst>
              <a:ext uri="{FF2B5EF4-FFF2-40B4-BE49-F238E27FC236}">
                <a16:creationId xmlns:a16="http://schemas.microsoft.com/office/drawing/2014/main" id="{F7DB60CB-DDE5-A611-C0D7-C0007D2B8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5455" y="312789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2" name="Line 48">
            <a:extLst>
              <a:ext uri="{FF2B5EF4-FFF2-40B4-BE49-F238E27FC236}">
                <a16:creationId xmlns:a16="http://schemas.microsoft.com/office/drawing/2014/main" id="{6EBD7CF5-9941-7BBA-BBED-031504CB78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5605" y="322790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3" name="Rectangle 49">
            <a:extLst>
              <a:ext uri="{FF2B5EF4-FFF2-40B4-BE49-F238E27FC236}">
                <a16:creationId xmlns:a16="http://schemas.microsoft.com/office/drawing/2014/main" id="{C88EEA70-74E6-A863-44F1-58C9E1BAE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568" y="30818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304" name="Rectangle 50">
            <a:extLst>
              <a:ext uri="{FF2B5EF4-FFF2-40B4-BE49-F238E27FC236}">
                <a16:creationId xmlns:a16="http://schemas.microsoft.com/office/drawing/2014/main" id="{4E68C3C0-BF28-3D45-9C34-616B3B885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3539058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5" name="Rectangle 51">
            <a:extLst>
              <a:ext uri="{FF2B5EF4-FFF2-40B4-BE49-F238E27FC236}">
                <a16:creationId xmlns:a16="http://schemas.microsoft.com/office/drawing/2014/main" id="{0BB756EE-CB62-3F91-E0DD-45BC475D5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68" y="3539058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306" name="Rectangle 52">
            <a:extLst>
              <a:ext uri="{FF2B5EF4-FFF2-40B4-BE49-F238E27FC236}">
                <a16:creationId xmlns:a16="http://schemas.microsoft.com/office/drawing/2014/main" id="{D0FEF065-4595-B8FF-653F-6F2194C9E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568" y="3539058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307" name="Rectangle 53">
            <a:extLst>
              <a:ext uri="{FF2B5EF4-FFF2-40B4-BE49-F238E27FC236}">
                <a16:creationId xmlns:a16="http://schemas.microsoft.com/office/drawing/2014/main" id="{3C20069B-DC53-8853-ED64-BDC913884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3843858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308" name="Line 54">
            <a:extLst>
              <a:ext uri="{FF2B5EF4-FFF2-40B4-BE49-F238E27FC236}">
                <a16:creationId xmlns:a16="http://schemas.microsoft.com/office/drawing/2014/main" id="{801E8ECE-BA20-A24C-17E9-FD386A41FF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3011" y="6741492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9" name="Line 55">
            <a:extLst>
              <a:ext uri="{FF2B5EF4-FFF2-40B4-BE49-F238E27FC236}">
                <a16:creationId xmlns:a16="http://schemas.microsoft.com/office/drawing/2014/main" id="{D30052B7-8209-04DF-2728-664EBBA4E6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3012" y="4064102"/>
            <a:ext cx="0" cy="267738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0" name="Rectangle 56">
            <a:extLst>
              <a:ext uri="{FF2B5EF4-FFF2-40B4-BE49-F238E27FC236}">
                <a16:creationId xmlns:a16="http://schemas.microsoft.com/office/drawing/2014/main" id="{114E04BC-5DB2-F1D4-29E3-3195B65C5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268" y="2827858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311" name="Line 88">
            <a:extLst>
              <a:ext uri="{FF2B5EF4-FFF2-40B4-BE49-F238E27FC236}">
                <a16:creationId xmlns:a16="http://schemas.microsoft.com/office/drawing/2014/main" id="{B3ECEDB4-0C5B-EF0B-6C5C-BF6FCD283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0667" y="4605858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2" name="Line 89">
            <a:extLst>
              <a:ext uri="{FF2B5EF4-FFF2-40B4-BE49-F238E27FC236}">
                <a16:creationId xmlns:a16="http://schemas.microsoft.com/office/drawing/2014/main" id="{C7C886F8-1363-8689-253F-CFCBCF2E1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4487" y="5758239"/>
            <a:ext cx="0" cy="98325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13" name="组合 312">
            <a:extLst>
              <a:ext uri="{FF2B5EF4-FFF2-40B4-BE49-F238E27FC236}">
                <a16:creationId xmlns:a16="http://schemas.microsoft.com/office/drawing/2014/main" id="{3C7F4FEC-70DE-0113-21F7-C7242E77A956}"/>
              </a:ext>
            </a:extLst>
          </p:cNvPr>
          <p:cNvGrpSpPr/>
          <p:nvPr/>
        </p:nvGrpSpPr>
        <p:grpSpPr>
          <a:xfrm>
            <a:off x="6657212" y="3551758"/>
            <a:ext cx="505337" cy="1193800"/>
            <a:chOff x="5799138" y="4889500"/>
            <a:chExt cx="505337" cy="1193800"/>
          </a:xfrm>
        </p:grpSpPr>
        <p:grpSp>
          <p:nvGrpSpPr>
            <p:cNvPr id="314" name="Group 4">
              <a:extLst>
                <a:ext uri="{FF2B5EF4-FFF2-40B4-BE49-F238E27FC236}">
                  <a16:creationId xmlns:a16="http://schemas.microsoft.com/office/drawing/2014/main" id="{7F95C558-9FF2-2688-CF7F-0359E8419E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16" name="Line 5">
                <a:extLst>
                  <a:ext uri="{FF2B5EF4-FFF2-40B4-BE49-F238E27FC236}">
                    <a16:creationId xmlns:a16="http://schemas.microsoft.com/office/drawing/2014/main" id="{1DE75273-B294-D070-C2DA-0799CFCB5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7" name="Line 6">
                <a:extLst>
                  <a:ext uri="{FF2B5EF4-FFF2-40B4-BE49-F238E27FC236}">
                    <a16:creationId xmlns:a16="http://schemas.microsoft.com/office/drawing/2014/main" id="{2B04325C-36EE-B832-6269-063A9F51E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8" name="Line 7">
                <a:extLst>
                  <a:ext uri="{FF2B5EF4-FFF2-40B4-BE49-F238E27FC236}">
                    <a16:creationId xmlns:a16="http://schemas.microsoft.com/office/drawing/2014/main" id="{B6452424-86C0-64F4-CEEE-A5FA17BD0C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9" name="Line 8">
                <a:extLst>
                  <a:ext uri="{FF2B5EF4-FFF2-40B4-BE49-F238E27FC236}">
                    <a16:creationId xmlns:a16="http://schemas.microsoft.com/office/drawing/2014/main" id="{06F26C28-1687-485F-08DF-1ACAEA827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20" name="Line 9">
                <a:extLst>
                  <a:ext uri="{FF2B5EF4-FFF2-40B4-BE49-F238E27FC236}">
                    <a16:creationId xmlns:a16="http://schemas.microsoft.com/office/drawing/2014/main" id="{D8A740A1-27F0-0A3A-099C-9290C7109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21" name="Line 10">
                <a:extLst>
                  <a:ext uri="{FF2B5EF4-FFF2-40B4-BE49-F238E27FC236}">
                    <a16:creationId xmlns:a16="http://schemas.microsoft.com/office/drawing/2014/main" id="{B26E60DC-4986-C039-F12A-3394A490F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22" name="Line 11">
                <a:extLst>
                  <a:ext uri="{FF2B5EF4-FFF2-40B4-BE49-F238E27FC236}">
                    <a16:creationId xmlns:a16="http://schemas.microsoft.com/office/drawing/2014/main" id="{507B93F0-5041-3145-6CB0-DC6C0BA96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23" name="Line 12">
                <a:extLst>
                  <a:ext uri="{FF2B5EF4-FFF2-40B4-BE49-F238E27FC236}">
                    <a16:creationId xmlns:a16="http://schemas.microsoft.com/office/drawing/2014/main" id="{B725EBF2-5F65-1DDE-BAB0-8D9F5E59F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15" name="Rectangle 58">
              <a:extLst>
                <a:ext uri="{FF2B5EF4-FFF2-40B4-BE49-F238E27FC236}">
                  <a16:creationId xmlns:a16="http://schemas.microsoft.com/office/drawing/2014/main" id="{55826553-5B59-A728-4A8D-236487296E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324" name="Rectangle 62">
            <a:extLst>
              <a:ext uri="{FF2B5EF4-FFF2-40B4-BE49-F238E27FC236}">
                <a16:creationId xmlns:a16="http://schemas.microsoft.com/office/drawing/2014/main" id="{F0ADFFFB-0ADA-B4B9-CE71-148FF11C5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98" y="4935531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5" name="Rectangle 63">
            <a:extLst>
              <a:ext uri="{FF2B5EF4-FFF2-40B4-BE49-F238E27FC236}">
                <a16:creationId xmlns:a16="http://schemas.microsoft.com/office/drawing/2014/main" id="{2F7B4281-FF1D-02E7-455B-49B323DAC73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87637" y="5168380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6" name="Rectangle 64">
            <a:extLst>
              <a:ext uri="{FF2B5EF4-FFF2-40B4-BE49-F238E27FC236}">
                <a16:creationId xmlns:a16="http://schemas.microsoft.com/office/drawing/2014/main" id="{F8B13C47-46C5-0AEE-C757-03A8904101D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09499" y="4758525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27" name="Line 79">
            <a:extLst>
              <a:ext uri="{FF2B5EF4-FFF2-40B4-BE49-F238E27FC236}">
                <a16:creationId xmlns:a16="http://schemas.microsoft.com/office/drawing/2014/main" id="{434B2247-211B-46B8-2E9F-86437DC00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6098" y="5303831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8" name="Line 82">
            <a:extLst>
              <a:ext uri="{FF2B5EF4-FFF2-40B4-BE49-F238E27FC236}">
                <a16:creationId xmlns:a16="http://schemas.microsoft.com/office/drawing/2014/main" id="{E61627BE-B03B-5000-B31C-75217D706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969" y="5302244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9" name="Line 83">
            <a:extLst>
              <a:ext uri="{FF2B5EF4-FFF2-40B4-BE49-F238E27FC236}">
                <a16:creationId xmlns:a16="http://schemas.microsoft.com/office/drawing/2014/main" id="{7ABB6098-9392-E4D6-B9EE-CC2A965DAA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5346" y="523229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0" name="Rectangle 84">
            <a:extLst>
              <a:ext uri="{FF2B5EF4-FFF2-40B4-BE49-F238E27FC236}">
                <a16:creationId xmlns:a16="http://schemas.microsoft.com/office/drawing/2014/main" id="{CF8E731E-C4A8-4BAE-D6D7-79B047BE3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9168" y="538003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331" name="Rectangle 85">
            <a:extLst>
              <a:ext uri="{FF2B5EF4-FFF2-40B4-BE49-F238E27FC236}">
                <a16:creationId xmlns:a16="http://schemas.microsoft.com/office/drawing/2014/main" id="{68A50A8A-0C49-CAB3-4DC5-D8DBBD3DD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68" y="5227631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32" name="Line 86">
            <a:extLst>
              <a:ext uri="{FF2B5EF4-FFF2-40B4-BE49-F238E27FC236}">
                <a16:creationId xmlns:a16="http://schemas.microsoft.com/office/drawing/2014/main" id="{BEC060BE-0468-8416-2730-E12D1C99E3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8307" y="3263239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3" name="Rectangle 87">
            <a:extLst>
              <a:ext uri="{FF2B5EF4-FFF2-40B4-BE49-F238E27FC236}">
                <a16:creationId xmlns:a16="http://schemas.microsoft.com/office/drawing/2014/main" id="{2AFF7FA5-1836-E575-BDC4-AD144F8A9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752" y="2951713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34" name="Group 57">
            <a:extLst>
              <a:ext uri="{FF2B5EF4-FFF2-40B4-BE49-F238E27FC236}">
                <a16:creationId xmlns:a16="http://schemas.microsoft.com/office/drawing/2014/main" id="{50EB9155-ED60-4A7A-2B93-D38E9F365F95}"/>
              </a:ext>
            </a:extLst>
          </p:cNvPr>
          <p:cNvGrpSpPr>
            <a:grpSpLocks/>
          </p:cNvGrpSpPr>
          <p:nvPr/>
        </p:nvGrpSpPr>
        <p:grpSpPr bwMode="auto">
          <a:xfrm>
            <a:off x="6059517" y="4319046"/>
            <a:ext cx="311150" cy="1117600"/>
            <a:chOff x="3116" y="3032"/>
            <a:chExt cx="196" cy="704"/>
          </a:xfrm>
        </p:grpSpPr>
        <p:sp>
          <p:nvSpPr>
            <p:cNvPr id="335" name="Line 58">
              <a:extLst>
                <a:ext uri="{FF2B5EF4-FFF2-40B4-BE49-F238E27FC236}">
                  <a16:creationId xmlns:a16="http://schemas.microsoft.com/office/drawing/2014/main" id="{B82B7285-E53C-5D32-4B01-4F87E4A08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6" name="Line 59">
              <a:extLst>
                <a:ext uri="{FF2B5EF4-FFF2-40B4-BE49-F238E27FC236}">
                  <a16:creationId xmlns:a16="http://schemas.microsoft.com/office/drawing/2014/main" id="{CC1A5019-D05B-EF52-0480-E703629D2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7" name="Line 60">
              <a:extLst>
                <a:ext uri="{FF2B5EF4-FFF2-40B4-BE49-F238E27FC236}">
                  <a16:creationId xmlns:a16="http://schemas.microsoft.com/office/drawing/2014/main" id="{1248553C-E0D3-0AC5-AF1E-337E71719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8" name="Line 61">
              <a:extLst>
                <a:ext uri="{FF2B5EF4-FFF2-40B4-BE49-F238E27FC236}">
                  <a16:creationId xmlns:a16="http://schemas.microsoft.com/office/drawing/2014/main" id="{D7FF839A-E43D-3C20-585D-19E37D83B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39" name="Line 89">
            <a:extLst>
              <a:ext uri="{FF2B5EF4-FFF2-40B4-BE49-F238E27FC236}">
                <a16:creationId xmlns:a16="http://schemas.microsoft.com/office/drawing/2014/main" id="{FAF8FD7A-2AA2-26E6-421F-C56F49D41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2586" y="414230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0" name="Rectangle 114">
            <a:extLst>
              <a:ext uri="{FF2B5EF4-FFF2-40B4-BE49-F238E27FC236}">
                <a16:creationId xmlns:a16="http://schemas.microsoft.com/office/drawing/2014/main" id="{6E1FB31F-3DB0-2B18-8A6E-FFDE9A9B3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914" y="5484902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1" name="Line 115">
            <a:extLst>
              <a:ext uri="{FF2B5EF4-FFF2-40B4-BE49-F238E27FC236}">
                <a16:creationId xmlns:a16="http://schemas.microsoft.com/office/drawing/2014/main" id="{A3B08443-0A30-2F40-06BE-B6FB21D32A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1669" y="6505992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2" name="Rectangle 116">
            <a:extLst>
              <a:ext uri="{FF2B5EF4-FFF2-40B4-BE49-F238E27FC236}">
                <a16:creationId xmlns:a16="http://schemas.microsoft.com/office/drawing/2014/main" id="{CDFB9569-4647-7C2B-E64D-38B4CD19A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78" y="620000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3" name="Rectangle 117">
            <a:extLst>
              <a:ext uri="{FF2B5EF4-FFF2-40B4-BE49-F238E27FC236}">
                <a16:creationId xmlns:a16="http://schemas.microsoft.com/office/drawing/2014/main" id="{31F29743-A11C-043B-5360-A783225CA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3274" y="5658689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344" name="Line 118">
            <a:extLst>
              <a:ext uri="{FF2B5EF4-FFF2-40B4-BE49-F238E27FC236}">
                <a16:creationId xmlns:a16="http://schemas.microsoft.com/office/drawing/2014/main" id="{713A1BE8-A368-B67F-83CD-C9CCAF87E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6740" y="6412002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5" name="Line 119">
            <a:extLst>
              <a:ext uri="{FF2B5EF4-FFF2-40B4-BE49-F238E27FC236}">
                <a16:creationId xmlns:a16="http://schemas.microsoft.com/office/drawing/2014/main" id="{B61346D3-1961-8964-0DBB-87BF05F5FF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9439" y="6505992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6" name="Rectangle 121">
            <a:extLst>
              <a:ext uri="{FF2B5EF4-FFF2-40B4-BE49-F238E27FC236}">
                <a16:creationId xmlns:a16="http://schemas.microsoft.com/office/drawing/2014/main" id="{FD24617C-3035-C4F4-8C55-DFF99179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0864" y="5469027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7" name="Line 122">
            <a:extLst>
              <a:ext uri="{FF2B5EF4-FFF2-40B4-BE49-F238E27FC236}">
                <a16:creationId xmlns:a16="http://schemas.microsoft.com/office/drawing/2014/main" id="{4B8A033D-902B-78D5-5FFA-E72127A53A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7862" y="5978614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8" name="Line 123">
            <a:extLst>
              <a:ext uri="{FF2B5EF4-FFF2-40B4-BE49-F238E27FC236}">
                <a16:creationId xmlns:a16="http://schemas.microsoft.com/office/drawing/2014/main" id="{507E38B9-2937-708A-585E-3990191292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3189" y="5913527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9" name="Rectangle 124">
            <a:extLst>
              <a:ext uri="{FF2B5EF4-FFF2-40B4-BE49-F238E27FC236}">
                <a16:creationId xmlns:a16="http://schemas.microsoft.com/office/drawing/2014/main" id="{B9BB3576-75A3-9AB3-B961-EFF2BB80C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283" y="591985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50" name="Line 125">
            <a:extLst>
              <a:ext uri="{FF2B5EF4-FFF2-40B4-BE49-F238E27FC236}">
                <a16:creationId xmlns:a16="http://schemas.microsoft.com/office/drawing/2014/main" id="{57B8AA9B-D2DE-6AA0-7461-9910E74EFA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1539" y="5243602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1" name="Rectangle 127">
            <a:extLst>
              <a:ext uri="{FF2B5EF4-FFF2-40B4-BE49-F238E27FC236}">
                <a16:creationId xmlns:a16="http://schemas.microsoft.com/office/drawing/2014/main" id="{7A30FF72-C767-A04C-0AD0-FD90FAB32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052" y="5470614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2" name="Rectangle 128">
            <a:extLst>
              <a:ext uri="{FF2B5EF4-FFF2-40B4-BE49-F238E27FC236}">
                <a16:creationId xmlns:a16="http://schemas.microsoft.com/office/drawing/2014/main" id="{CF6134FD-0261-CBFA-D16B-B017B6289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932" y="5801759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353" name="Line 130">
            <a:extLst>
              <a:ext uri="{FF2B5EF4-FFF2-40B4-BE49-F238E27FC236}">
                <a16:creationId xmlns:a16="http://schemas.microsoft.com/office/drawing/2014/main" id="{8EBFAFC2-32A9-3C65-859D-F0024679BE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33889" y="5983731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4" name="Rectangle 131">
            <a:extLst>
              <a:ext uri="{FF2B5EF4-FFF2-40B4-BE49-F238E27FC236}">
                <a16:creationId xmlns:a16="http://schemas.microsoft.com/office/drawing/2014/main" id="{CBB6CA55-FD98-C3F0-2DA7-EBDDEC314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140" y="572699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55" name="Rectangle 133">
            <a:extLst>
              <a:ext uri="{FF2B5EF4-FFF2-40B4-BE49-F238E27FC236}">
                <a16:creationId xmlns:a16="http://schemas.microsoft.com/office/drawing/2014/main" id="{62CE9167-7BFF-53C8-8836-E46E1689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1714" y="4972371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6" name="Line 122">
            <a:extLst>
              <a:ext uri="{FF2B5EF4-FFF2-40B4-BE49-F238E27FC236}">
                <a16:creationId xmlns:a16="http://schemas.microsoft.com/office/drawing/2014/main" id="{23A26D53-FAB7-7E7B-B228-DCF3F6CBE3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7038" y="6045289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7" name="Rectangle 117">
            <a:extLst>
              <a:ext uri="{FF2B5EF4-FFF2-40B4-BE49-F238E27FC236}">
                <a16:creationId xmlns:a16="http://schemas.microsoft.com/office/drawing/2014/main" id="{474A07A1-788B-52A2-57DA-353476F67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611" y="5746223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58" name="Group 57">
            <a:extLst>
              <a:ext uri="{FF2B5EF4-FFF2-40B4-BE49-F238E27FC236}">
                <a16:creationId xmlns:a16="http://schemas.microsoft.com/office/drawing/2014/main" id="{56942AF0-1916-F26A-F828-2A7DE30A53E3}"/>
              </a:ext>
            </a:extLst>
          </p:cNvPr>
          <p:cNvGrpSpPr>
            <a:grpSpLocks/>
          </p:cNvGrpSpPr>
          <p:nvPr/>
        </p:nvGrpSpPr>
        <p:grpSpPr bwMode="auto">
          <a:xfrm>
            <a:off x="8267320" y="5189531"/>
            <a:ext cx="311150" cy="1117600"/>
            <a:chOff x="3116" y="3032"/>
            <a:chExt cx="196" cy="704"/>
          </a:xfrm>
        </p:grpSpPr>
        <p:sp>
          <p:nvSpPr>
            <p:cNvPr id="359" name="Line 58">
              <a:extLst>
                <a:ext uri="{FF2B5EF4-FFF2-40B4-BE49-F238E27FC236}">
                  <a16:creationId xmlns:a16="http://schemas.microsoft.com/office/drawing/2014/main" id="{0A92DC14-BD39-933B-A974-72F45A70C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0" name="Line 59">
              <a:extLst>
                <a:ext uri="{FF2B5EF4-FFF2-40B4-BE49-F238E27FC236}">
                  <a16:creationId xmlns:a16="http://schemas.microsoft.com/office/drawing/2014/main" id="{2C38B0A0-C772-8FBA-BE13-D894BC42C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1" name="Line 60">
              <a:extLst>
                <a:ext uri="{FF2B5EF4-FFF2-40B4-BE49-F238E27FC236}">
                  <a16:creationId xmlns:a16="http://schemas.microsoft.com/office/drawing/2014/main" id="{CCE00BCB-5B43-EC83-8B4D-9393830598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2" name="Line 61">
              <a:extLst>
                <a:ext uri="{FF2B5EF4-FFF2-40B4-BE49-F238E27FC236}">
                  <a16:creationId xmlns:a16="http://schemas.microsoft.com/office/drawing/2014/main" id="{D54CE562-B859-F4B9-4C86-96CADE363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63" name="Line 89">
            <a:extLst>
              <a:ext uri="{FF2B5EF4-FFF2-40B4-BE49-F238E27FC236}">
                <a16:creationId xmlns:a16="http://schemas.microsoft.com/office/drawing/2014/main" id="{F4C90AAC-6490-18AB-0619-5CC4062DF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8470" y="5767381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4" name="Line 89">
            <a:extLst>
              <a:ext uri="{FF2B5EF4-FFF2-40B4-BE49-F238E27FC236}">
                <a16:creationId xmlns:a16="http://schemas.microsoft.com/office/drawing/2014/main" id="{25E1AFC2-1CFC-15AC-288A-19E57FED9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2302" y="414230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5" name="Line 89">
            <a:extLst>
              <a:ext uri="{FF2B5EF4-FFF2-40B4-BE49-F238E27FC236}">
                <a16:creationId xmlns:a16="http://schemas.microsoft.com/office/drawing/2014/main" id="{7FED3066-F35F-E287-43C3-8F2599AE0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2302" y="5478552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6" name="Rectangle 64">
            <a:extLst>
              <a:ext uri="{FF2B5EF4-FFF2-40B4-BE49-F238E27FC236}">
                <a16:creationId xmlns:a16="http://schemas.microsoft.com/office/drawing/2014/main" id="{473A9400-4C89-532E-2BCD-F5750FFCC3A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31229" y="563546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67" name="Line 19">
            <a:extLst>
              <a:ext uri="{FF2B5EF4-FFF2-40B4-BE49-F238E27FC236}">
                <a16:creationId xmlns:a16="http://schemas.microsoft.com/office/drawing/2014/main" id="{3970E497-CE6A-F34F-05AF-8DC342E5A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0763" y="4827046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8" name="Line 112">
            <a:extLst>
              <a:ext uri="{FF2B5EF4-FFF2-40B4-BE49-F238E27FC236}">
                <a16:creationId xmlns:a16="http://schemas.microsoft.com/office/drawing/2014/main" id="{585F584E-7966-33E6-9A08-446BE4C75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6582" y="5752481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9" name="Rectangle 113">
            <a:extLst>
              <a:ext uri="{FF2B5EF4-FFF2-40B4-BE49-F238E27FC236}">
                <a16:creationId xmlns:a16="http://schemas.microsoft.com/office/drawing/2014/main" id="{3536F493-BA32-EAF9-46A8-C73FB7AFE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364" y="5854998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70" name="Line 89">
            <a:extLst>
              <a:ext uri="{FF2B5EF4-FFF2-40B4-BE49-F238E27FC236}">
                <a16:creationId xmlns:a16="http://schemas.microsoft.com/office/drawing/2014/main" id="{44B2B256-7FA0-4549-7D42-C33241D83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7862" y="4593217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71" name="Group 65">
            <a:extLst>
              <a:ext uri="{FF2B5EF4-FFF2-40B4-BE49-F238E27FC236}">
                <a16:creationId xmlns:a16="http://schemas.microsoft.com/office/drawing/2014/main" id="{975EB63A-ABEA-D0C4-03EF-F2649BD6CD1E}"/>
              </a:ext>
            </a:extLst>
          </p:cNvPr>
          <p:cNvGrpSpPr>
            <a:grpSpLocks/>
          </p:cNvGrpSpPr>
          <p:nvPr/>
        </p:nvGrpSpPr>
        <p:grpSpPr bwMode="auto">
          <a:xfrm>
            <a:off x="3084544" y="2216958"/>
            <a:ext cx="2041526" cy="676275"/>
            <a:chOff x="917" y="1728"/>
            <a:chExt cx="1286" cy="426"/>
          </a:xfrm>
        </p:grpSpPr>
        <p:sp>
          <p:nvSpPr>
            <p:cNvPr id="372" name="Rectangle 67">
              <a:extLst>
                <a:ext uri="{FF2B5EF4-FFF2-40B4-BE49-F238E27FC236}">
                  <a16:creationId xmlns:a16="http://schemas.microsoft.com/office/drawing/2014/main" id="{07292469-9FA2-6CCE-0A3E-68CFCA908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373" name="Group 68">
              <a:extLst>
                <a:ext uri="{FF2B5EF4-FFF2-40B4-BE49-F238E27FC236}">
                  <a16:creationId xmlns:a16="http://schemas.microsoft.com/office/drawing/2014/main" id="{F8DECF86-3E5B-6668-D778-538061DE67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380" name="Line 69">
                <a:extLst>
                  <a:ext uri="{FF2B5EF4-FFF2-40B4-BE49-F238E27FC236}">
                    <a16:creationId xmlns:a16="http://schemas.microsoft.com/office/drawing/2014/main" id="{27A29E1D-2EA2-9477-0204-E6CD5027E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81" name="Line 70">
                <a:extLst>
                  <a:ext uri="{FF2B5EF4-FFF2-40B4-BE49-F238E27FC236}">
                    <a16:creationId xmlns:a16="http://schemas.microsoft.com/office/drawing/2014/main" id="{E3EFA512-26E0-5D36-724C-C9F1B3DE2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82" name="Line 71">
                <a:extLst>
                  <a:ext uri="{FF2B5EF4-FFF2-40B4-BE49-F238E27FC236}">
                    <a16:creationId xmlns:a16="http://schemas.microsoft.com/office/drawing/2014/main" id="{4FD9422A-7924-4EE4-2C95-6CCD7F372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83" name="Line 72">
                <a:extLst>
                  <a:ext uri="{FF2B5EF4-FFF2-40B4-BE49-F238E27FC236}">
                    <a16:creationId xmlns:a16="http://schemas.microsoft.com/office/drawing/2014/main" id="{4C17FDC4-740F-73CC-B8D2-C096FF492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74" name="Line 73">
              <a:extLst>
                <a:ext uri="{FF2B5EF4-FFF2-40B4-BE49-F238E27FC236}">
                  <a16:creationId xmlns:a16="http://schemas.microsoft.com/office/drawing/2014/main" id="{5B795199-37BA-1807-5042-0AC6499B1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5" name="Line 74">
              <a:extLst>
                <a:ext uri="{FF2B5EF4-FFF2-40B4-BE49-F238E27FC236}">
                  <a16:creationId xmlns:a16="http://schemas.microsoft.com/office/drawing/2014/main" id="{D7CC8924-8EE7-9E3A-2EB4-BD171D452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6" name="Rectangle 75">
              <a:extLst>
                <a:ext uri="{FF2B5EF4-FFF2-40B4-BE49-F238E27FC236}">
                  <a16:creationId xmlns:a16="http://schemas.microsoft.com/office/drawing/2014/main" id="{90D19FA5-19E7-FA6D-FCFF-1730F4943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377" name="Line 76">
              <a:extLst>
                <a:ext uri="{FF2B5EF4-FFF2-40B4-BE49-F238E27FC236}">
                  <a16:creationId xmlns:a16="http://schemas.microsoft.com/office/drawing/2014/main" id="{2B2E9B5F-0B07-3E12-384F-931D30502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5" y="2064"/>
              <a:ext cx="4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8" name="Rectangle 77">
              <a:extLst>
                <a:ext uri="{FF2B5EF4-FFF2-40B4-BE49-F238E27FC236}">
                  <a16:creationId xmlns:a16="http://schemas.microsoft.com/office/drawing/2014/main" id="{B2D72B07-53FD-0DBA-4F1C-C30DEC8CE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1862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9" name="Rectangle 78">
              <a:extLst>
                <a:ext uri="{FF2B5EF4-FFF2-40B4-BE49-F238E27FC236}">
                  <a16:creationId xmlns:a16="http://schemas.microsoft.com/office/drawing/2014/main" id="{5DE3EFBE-024D-8E4D-F825-7A8099F32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384" name="Rectangle 20">
            <a:extLst>
              <a:ext uri="{FF2B5EF4-FFF2-40B4-BE49-F238E27FC236}">
                <a16:creationId xmlns:a16="http://schemas.microsoft.com/office/drawing/2014/main" id="{4A1C6419-33E1-1BBC-4E6E-75E345767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9549" y="4484345"/>
            <a:ext cx="11886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MemtoReg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85" name="Line 116">
            <a:extLst>
              <a:ext uri="{FF2B5EF4-FFF2-40B4-BE49-F238E27FC236}">
                <a16:creationId xmlns:a16="http://schemas.microsoft.com/office/drawing/2014/main" id="{964385E7-B6BC-1CE7-82C0-2C24B51C4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68" y="1212511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86" name="Rectangle 117">
            <a:extLst>
              <a:ext uri="{FF2B5EF4-FFF2-40B4-BE49-F238E27FC236}">
                <a16:creationId xmlns:a16="http://schemas.microsoft.com/office/drawing/2014/main" id="{80F8FABA-4642-31DC-F9BE-8C97F38B9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041" y="1051506"/>
            <a:ext cx="1769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387" name="Line 124">
            <a:extLst>
              <a:ext uri="{FF2B5EF4-FFF2-40B4-BE49-F238E27FC236}">
                <a16:creationId xmlns:a16="http://schemas.microsoft.com/office/drawing/2014/main" id="{D2661078-C673-D700-F134-4D9012192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4496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88" name="Rectangle 125">
            <a:extLst>
              <a:ext uri="{FF2B5EF4-FFF2-40B4-BE49-F238E27FC236}">
                <a16:creationId xmlns:a16="http://schemas.microsoft.com/office/drawing/2014/main" id="{14DC0EBF-826A-232A-B395-F797E6E566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76505" y="1431886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89" name="Rectangle 126">
            <a:extLst>
              <a:ext uri="{FF2B5EF4-FFF2-40B4-BE49-F238E27FC236}">
                <a16:creationId xmlns:a16="http://schemas.microsoft.com/office/drawing/2014/main" id="{6EC7AEB6-E3B8-FB3E-95D7-52B7E4716A9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48811" y="1431886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90" name="Rectangle 127">
            <a:extLst>
              <a:ext uri="{FF2B5EF4-FFF2-40B4-BE49-F238E27FC236}">
                <a16:creationId xmlns:a16="http://schemas.microsoft.com/office/drawing/2014/main" id="{967931C6-2B9D-1C6C-E230-A41D6ED0808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28748" y="1431886"/>
            <a:ext cx="9208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91" name="Rectangle 128">
            <a:extLst>
              <a:ext uri="{FF2B5EF4-FFF2-40B4-BE49-F238E27FC236}">
                <a16:creationId xmlns:a16="http://schemas.microsoft.com/office/drawing/2014/main" id="{D3F6376D-A392-97CF-E352-5970A705550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05348" y="1381878"/>
            <a:ext cx="8223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92" name="Line 129">
            <a:extLst>
              <a:ext uri="{FF2B5EF4-FFF2-40B4-BE49-F238E27FC236}">
                <a16:creationId xmlns:a16="http://schemas.microsoft.com/office/drawing/2014/main" id="{1CB45BFB-0D01-9904-B7D6-384ECE771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801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3" name="Line 130">
            <a:extLst>
              <a:ext uri="{FF2B5EF4-FFF2-40B4-BE49-F238E27FC236}">
                <a16:creationId xmlns:a16="http://schemas.microsoft.com/office/drawing/2014/main" id="{54E45B23-4E0D-57DC-C377-BBE4DBAE7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9107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4" name="Line 131">
            <a:extLst>
              <a:ext uri="{FF2B5EF4-FFF2-40B4-BE49-F238E27FC236}">
                <a16:creationId xmlns:a16="http://schemas.microsoft.com/office/drawing/2014/main" id="{33F536B0-1238-A5E6-EB8F-561C1F329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413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5" name="Rectangle 132">
            <a:extLst>
              <a:ext uri="{FF2B5EF4-FFF2-40B4-BE49-F238E27FC236}">
                <a16:creationId xmlns:a16="http://schemas.microsoft.com/office/drawing/2014/main" id="{C88F2DF3-1163-1615-47A0-C3BADFE87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346" y="1943460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96" name="Rectangle 133">
            <a:extLst>
              <a:ext uri="{FF2B5EF4-FFF2-40B4-BE49-F238E27FC236}">
                <a16:creationId xmlns:a16="http://schemas.microsoft.com/office/drawing/2014/main" id="{1481B1A6-DAE4-4B85-26A1-F26EC8114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040" y="194346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97" name="Rectangle 134">
            <a:extLst>
              <a:ext uri="{FF2B5EF4-FFF2-40B4-BE49-F238E27FC236}">
                <a16:creationId xmlns:a16="http://schemas.microsoft.com/office/drawing/2014/main" id="{C188FE0D-F45E-BA45-2CC1-FD4895D83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9206" y="194346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98" name="Rectangle 135">
            <a:extLst>
              <a:ext uri="{FF2B5EF4-FFF2-40B4-BE49-F238E27FC236}">
                <a16:creationId xmlns:a16="http://schemas.microsoft.com/office/drawing/2014/main" id="{5E0DA4DD-7EFB-9326-0F88-497C54F3D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900" y="1943460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99" name="Group 189">
            <a:extLst>
              <a:ext uri="{FF2B5EF4-FFF2-40B4-BE49-F238E27FC236}">
                <a16:creationId xmlns:a16="http://schemas.microsoft.com/office/drawing/2014/main" id="{E1C954A1-9E6A-BF4D-0BBF-E43C30A2D4EF}"/>
              </a:ext>
            </a:extLst>
          </p:cNvPr>
          <p:cNvGrpSpPr>
            <a:grpSpLocks/>
          </p:cNvGrpSpPr>
          <p:nvPr/>
        </p:nvGrpSpPr>
        <p:grpSpPr bwMode="auto">
          <a:xfrm>
            <a:off x="2706579" y="1138010"/>
            <a:ext cx="975537" cy="857462"/>
            <a:chOff x="1258" y="523"/>
            <a:chExt cx="694" cy="610"/>
          </a:xfrm>
        </p:grpSpPr>
        <p:sp>
          <p:nvSpPr>
            <p:cNvPr id="400" name="Rectangle 190">
              <a:extLst>
                <a:ext uri="{FF2B5EF4-FFF2-40B4-BE49-F238E27FC236}">
                  <a16:creationId xmlns:a16="http://schemas.microsoft.com/office/drawing/2014/main" id="{80DD42A2-A6DA-51AD-D408-0D2B19A12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523"/>
              <a:ext cx="694" cy="56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01" name="Rectangle 191">
              <a:extLst>
                <a:ext uri="{FF2B5EF4-FFF2-40B4-BE49-F238E27FC236}">
                  <a16:creationId xmlns:a16="http://schemas.microsoft.com/office/drawing/2014/main" id="{0304F501-671A-1857-1E29-BB5B1AD22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02" name="Rectangle 192">
              <a:extLst>
                <a:ext uri="{FF2B5EF4-FFF2-40B4-BE49-F238E27FC236}">
                  <a16:creationId xmlns:a16="http://schemas.microsoft.com/office/drawing/2014/main" id="{60987137-5D86-6584-A0D5-C26567403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540"/>
              <a:ext cx="658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404" name="Oval 217">
            <a:extLst>
              <a:ext uri="{FF2B5EF4-FFF2-40B4-BE49-F238E27FC236}">
                <a16:creationId xmlns:a16="http://schemas.microsoft.com/office/drawing/2014/main" id="{F0F10FBE-F9C4-A370-B1B5-7370EAB37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860" y="1482400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5" name="Line 219">
            <a:extLst>
              <a:ext uri="{FF2B5EF4-FFF2-40B4-BE49-F238E27FC236}">
                <a16:creationId xmlns:a16="http://schemas.microsoft.com/office/drawing/2014/main" id="{E6058F48-C06E-B6F0-7ED4-1380FA60B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137" y="1212511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6" name="Line 220">
            <a:extLst>
              <a:ext uri="{FF2B5EF4-FFF2-40B4-BE49-F238E27FC236}">
                <a16:creationId xmlns:a16="http://schemas.microsoft.com/office/drawing/2014/main" id="{27933B51-789E-9A6D-B30D-41CC33052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137" y="1684817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7" name="Text Box 222">
            <a:extLst>
              <a:ext uri="{FF2B5EF4-FFF2-40B4-BE49-F238E27FC236}">
                <a16:creationId xmlns:a16="http://schemas.microsoft.com/office/drawing/2014/main" id="{75D9F0DC-C095-F7A1-83BE-F9D061CEE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918" y="1541706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8" name="Rectangle 27">
            <a:extLst>
              <a:ext uri="{FF2B5EF4-FFF2-40B4-BE49-F238E27FC236}">
                <a16:creationId xmlns:a16="http://schemas.microsoft.com/office/drawing/2014/main" id="{50B9806E-D584-E152-EA37-0841E1205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664" y="283600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409" name="Line 29">
            <a:extLst>
              <a:ext uri="{FF2B5EF4-FFF2-40B4-BE49-F238E27FC236}">
                <a16:creationId xmlns:a16="http://schemas.microsoft.com/office/drawing/2014/main" id="{A9C79F04-1398-8AF4-7D4C-2D984904F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47" y="3816815"/>
            <a:ext cx="70482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0" name="Rectangle 31">
            <a:extLst>
              <a:ext uri="{FF2B5EF4-FFF2-40B4-BE49-F238E27FC236}">
                <a16:creationId xmlns:a16="http://schemas.microsoft.com/office/drawing/2014/main" id="{5B453613-6DC4-E84F-14FC-2CEBF711C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481" y="3428893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1" name="Line 33">
            <a:extLst>
              <a:ext uri="{FF2B5EF4-FFF2-40B4-BE49-F238E27FC236}">
                <a16:creationId xmlns:a16="http://schemas.microsoft.com/office/drawing/2014/main" id="{A3471DE1-7836-E6D9-765F-ADDB4F1C9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965" y="4605858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2" name="Rectangle 34">
            <a:extLst>
              <a:ext uri="{FF2B5EF4-FFF2-40B4-BE49-F238E27FC236}">
                <a16:creationId xmlns:a16="http://schemas.microsoft.com/office/drawing/2014/main" id="{823E3EED-E07A-41E0-AB30-EC351AA683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1056" y="3833986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413" name="Rectangle 35">
            <a:extLst>
              <a:ext uri="{FF2B5EF4-FFF2-40B4-BE49-F238E27FC236}">
                <a16:creationId xmlns:a16="http://schemas.microsoft.com/office/drawing/2014/main" id="{4748025D-0F6B-7C0E-DA30-7F5FD61F2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395" y="510671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4" name="Line 49">
            <a:extLst>
              <a:ext uri="{FF2B5EF4-FFF2-40B4-BE49-F238E27FC236}">
                <a16:creationId xmlns:a16="http://schemas.microsoft.com/office/drawing/2014/main" id="{61E3305F-1105-7025-8E5F-308FB76C1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635" y="4193846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415" name="Group 50">
            <a:extLst>
              <a:ext uri="{FF2B5EF4-FFF2-40B4-BE49-F238E27FC236}">
                <a16:creationId xmlns:a16="http://schemas.microsoft.com/office/drawing/2014/main" id="{A2B83477-712A-8DAD-9EE1-98902B53FC36}"/>
              </a:ext>
            </a:extLst>
          </p:cNvPr>
          <p:cNvGrpSpPr>
            <a:grpSpLocks/>
          </p:cNvGrpSpPr>
          <p:nvPr/>
        </p:nvGrpSpPr>
        <p:grpSpPr bwMode="auto">
          <a:xfrm>
            <a:off x="1770414" y="3298497"/>
            <a:ext cx="347663" cy="1431926"/>
            <a:chOff x="1614" y="2226"/>
            <a:chExt cx="219" cy="902"/>
          </a:xfrm>
        </p:grpSpPr>
        <p:grpSp>
          <p:nvGrpSpPr>
            <p:cNvPr id="416" name="Group 51">
              <a:extLst>
                <a:ext uri="{FF2B5EF4-FFF2-40B4-BE49-F238E27FC236}">
                  <a16:creationId xmlns:a16="http://schemas.microsoft.com/office/drawing/2014/main" id="{D909E718-47A2-9402-86C9-CDF9EC6CC5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420" name="Line 52">
                <a:extLst>
                  <a:ext uri="{FF2B5EF4-FFF2-40B4-BE49-F238E27FC236}">
                    <a16:creationId xmlns:a16="http://schemas.microsoft.com/office/drawing/2014/main" id="{89533B28-9696-3F77-BA89-A30AF2C9F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21" name="Line 53">
                <a:extLst>
                  <a:ext uri="{FF2B5EF4-FFF2-40B4-BE49-F238E27FC236}">
                    <a16:creationId xmlns:a16="http://schemas.microsoft.com/office/drawing/2014/main" id="{FC520581-B42F-1C33-EF0D-EE7B01BEA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22" name="Line 54">
                <a:extLst>
                  <a:ext uri="{FF2B5EF4-FFF2-40B4-BE49-F238E27FC236}">
                    <a16:creationId xmlns:a16="http://schemas.microsoft.com/office/drawing/2014/main" id="{CB14FE14-18B8-0CDD-CB31-C0FECD2DB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23" name="Line 55">
                <a:extLst>
                  <a:ext uri="{FF2B5EF4-FFF2-40B4-BE49-F238E27FC236}">
                    <a16:creationId xmlns:a16="http://schemas.microsoft.com/office/drawing/2014/main" id="{8FA2156F-2BD7-5CDC-F87D-B0B5CCD80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417" name="Rectangle 56">
              <a:extLst>
                <a:ext uri="{FF2B5EF4-FFF2-40B4-BE49-F238E27FC236}">
                  <a16:creationId xmlns:a16="http://schemas.microsoft.com/office/drawing/2014/main" id="{5858AF1B-B4FF-A13B-BB1D-BC9FEB5111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418" name="Rectangle 57">
              <a:extLst>
                <a:ext uri="{FF2B5EF4-FFF2-40B4-BE49-F238E27FC236}">
                  <a16:creationId xmlns:a16="http://schemas.microsoft.com/office/drawing/2014/main" id="{D7A71895-DFB2-9D37-2D62-C0E1CE62E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19" name="Rectangle 58">
              <a:extLst>
                <a:ext uri="{FF2B5EF4-FFF2-40B4-BE49-F238E27FC236}">
                  <a16:creationId xmlns:a16="http://schemas.microsoft.com/office/drawing/2014/main" id="{18DC2203-71CF-224E-EC92-11CE38C3B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424" name="Line 59">
            <a:extLst>
              <a:ext uri="{FF2B5EF4-FFF2-40B4-BE49-F238E27FC236}">
                <a16:creationId xmlns:a16="http://schemas.microsoft.com/office/drawing/2014/main" id="{D695A1EA-A9B2-44E8-09FF-38EE10120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4118" y="3465183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5" name="Line 60">
            <a:extLst>
              <a:ext uri="{FF2B5EF4-FFF2-40B4-BE49-F238E27FC236}">
                <a16:creationId xmlns:a16="http://schemas.microsoft.com/office/drawing/2014/main" id="{1E0E50CA-3510-DE86-BC2A-B36C50345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2285" y="4620883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6" name="Rectangle 75">
            <a:extLst>
              <a:ext uri="{FF2B5EF4-FFF2-40B4-BE49-F238E27FC236}">
                <a16:creationId xmlns:a16="http://schemas.microsoft.com/office/drawing/2014/main" id="{09653436-0375-F6FA-D733-2AE226C52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647" y="4941913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7" name="Line 76">
            <a:extLst>
              <a:ext uri="{FF2B5EF4-FFF2-40B4-BE49-F238E27FC236}">
                <a16:creationId xmlns:a16="http://schemas.microsoft.com/office/drawing/2014/main" id="{EFF362D7-7DF9-36A2-DE75-44E6E394DB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5377" y="4625936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8" name="Line 119">
            <a:extLst>
              <a:ext uri="{FF2B5EF4-FFF2-40B4-BE49-F238E27FC236}">
                <a16:creationId xmlns:a16="http://schemas.microsoft.com/office/drawing/2014/main" id="{FFCC506E-FE67-870F-6E1B-421B43CF6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85" y="5078083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9" name="Freeform 120">
            <a:extLst>
              <a:ext uri="{FF2B5EF4-FFF2-40B4-BE49-F238E27FC236}">
                <a16:creationId xmlns:a16="http://schemas.microsoft.com/office/drawing/2014/main" id="{6BB7B2C6-1984-4D5B-002A-A27988377533}"/>
              </a:ext>
            </a:extLst>
          </p:cNvPr>
          <p:cNvSpPr>
            <a:spLocks/>
          </p:cNvSpPr>
          <p:nvPr/>
        </p:nvSpPr>
        <p:spPr bwMode="auto">
          <a:xfrm>
            <a:off x="3018343" y="1929406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0" name="Rectangle 121">
            <a:extLst>
              <a:ext uri="{FF2B5EF4-FFF2-40B4-BE49-F238E27FC236}">
                <a16:creationId xmlns:a16="http://schemas.microsoft.com/office/drawing/2014/main" id="{8CDE8E36-9E47-60D8-E575-C2BF1F0B1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32" y="2338599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431" name="Line 122">
            <a:extLst>
              <a:ext uri="{FF2B5EF4-FFF2-40B4-BE49-F238E27FC236}">
                <a16:creationId xmlns:a16="http://schemas.microsoft.com/office/drawing/2014/main" id="{CC4902BF-12DA-8302-DEF3-FB8927D7D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3720" y="4036683"/>
            <a:ext cx="1588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2" name="Freeform 123">
            <a:extLst>
              <a:ext uri="{FF2B5EF4-FFF2-40B4-BE49-F238E27FC236}">
                <a16:creationId xmlns:a16="http://schemas.microsoft.com/office/drawing/2014/main" id="{318F6874-8325-02D9-B2B1-076496765E92}"/>
              </a:ext>
            </a:extLst>
          </p:cNvPr>
          <p:cNvSpPr>
            <a:spLocks/>
          </p:cNvSpPr>
          <p:nvPr/>
        </p:nvSpPr>
        <p:spPr bwMode="auto">
          <a:xfrm>
            <a:off x="38447" y="2618771"/>
            <a:ext cx="3092332" cy="1197159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  <a:gd name="connsiteX0" fmla="*/ 9995 w 9995"/>
              <a:gd name="connsiteY0" fmla="*/ 0 h 9986"/>
              <a:gd name="connsiteX1" fmla="*/ 0 w 9995"/>
              <a:gd name="connsiteY1" fmla="*/ 0 h 9986"/>
              <a:gd name="connsiteX2" fmla="*/ 0 w 9995"/>
              <a:gd name="connsiteY2" fmla="*/ 9986 h 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95" h="9986">
                <a:moveTo>
                  <a:pt x="9995" y="0"/>
                </a:moveTo>
                <a:lnTo>
                  <a:pt x="0" y="0"/>
                </a:lnTo>
                <a:lnTo>
                  <a:pt x="0" y="998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3" name="Freeform 124">
            <a:extLst>
              <a:ext uri="{FF2B5EF4-FFF2-40B4-BE49-F238E27FC236}">
                <a16:creationId xmlns:a16="http://schemas.microsoft.com/office/drawing/2014/main" id="{5B7332A7-13A0-8F17-8B18-52DEC5FD9651}"/>
              </a:ext>
            </a:extLst>
          </p:cNvPr>
          <p:cNvSpPr>
            <a:spLocks/>
          </p:cNvSpPr>
          <p:nvPr/>
        </p:nvSpPr>
        <p:spPr bwMode="auto">
          <a:xfrm>
            <a:off x="546447" y="3465183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4" name="Rectangle 35">
            <a:extLst>
              <a:ext uri="{FF2B5EF4-FFF2-40B4-BE49-F238E27FC236}">
                <a16:creationId xmlns:a16="http://schemas.microsoft.com/office/drawing/2014/main" id="{2FF172CA-A7AA-2341-170D-3C0096AB2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93" y="352380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A9646171-91E0-F55A-D98F-BB46162D1374}"/>
              </a:ext>
            </a:extLst>
          </p:cNvPr>
          <p:cNvGrpSpPr/>
          <p:nvPr/>
        </p:nvGrpSpPr>
        <p:grpSpPr>
          <a:xfrm>
            <a:off x="724218" y="2748060"/>
            <a:ext cx="505337" cy="1193800"/>
            <a:chOff x="5799138" y="4889500"/>
            <a:chExt cx="505337" cy="1193800"/>
          </a:xfrm>
        </p:grpSpPr>
        <p:grpSp>
          <p:nvGrpSpPr>
            <p:cNvPr id="436" name="Group 4">
              <a:extLst>
                <a:ext uri="{FF2B5EF4-FFF2-40B4-BE49-F238E27FC236}">
                  <a16:creationId xmlns:a16="http://schemas.microsoft.com/office/drawing/2014/main" id="{09E16844-2F4F-7065-CA0C-AD3B38107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438" name="Line 5">
                <a:extLst>
                  <a:ext uri="{FF2B5EF4-FFF2-40B4-BE49-F238E27FC236}">
                    <a16:creationId xmlns:a16="http://schemas.microsoft.com/office/drawing/2014/main" id="{51A257AE-7C51-17F4-A792-16BBBDABA8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39" name="Line 6">
                <a:extLst>
                  <a:ext uri="{FF2B5EF4-FFF2-40B4-BE49-F238E27FC236}">
                    <a16:creationId xmlns:a16="http://schemas.microsoft.com/office/drawing/2014/main" id="{5114DE01-5054-4445-9A47-98AC144D1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0" name="Line 7">
                <a:extLst>
                  <a:ext uri="{FF2B5EF4-FFF2-40B4-BE49-F238E27FC236}">
                    <a16:creationId xmlns:a16="http://schemas.microsoft.com/office/drawing/2014/main" id="{05594ABF-597D-08F2-BA83-1D0A63A97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1" name="Line 8">
                <a:extLst>
                  <a:ext uri="{FF2B5EF4-FFF2-40B4-BE49-F238E27FC236}">
                    <a16:creationId xmlns:a16="http://schemas.microsoft.com/office/drawing/2014/main" id="{43EA5706-C594-072E-8870-B70AF91B9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2" name="Line 9">
                <a:extLst>
                  <a:ext uri="{FF2B5EF4-FFF2-40B4-BE49-F238E27FC236}">
                    <a16:creationId xmlns:a16="http://schemas.microsoft.com/office/drawing/2014/main" id="{7576FC30-9752-9AA7-17A9-5A05DA4256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3" name="Line 10">
                <a:extLst>
                  <a:ext uri="{FF2B5EF4-FFF2-40B4-BE49-F238E27FC236}">
                    <a16:creationId xmlns:a16="http://schemas.microsoft.com/office/drawing/2014/main" id="{0A7B2E0F-FEB4-3C52-ED2C-A58A8D17C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4" name="Line 11">
                <a:extLst>
                  <a:ext uri="{FF2B5EF4-FFF2-40B4-BE49-F238E27FC236}">
                    <a16:creationId xmlns:a16="http://schemas.microsoft.com/office/drawing/2014/main" id="{309F4A7E-3332-181B-3EB6-20F8338A4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5" name="Line 12">
                <a:extLst>
                  <a:ext uri="{FF2B5EF4-FFF2-40B4-BE49-F238E27FC236}">
                    <a16:creationId xmlns:a16="http://schemas.microsoft.com/office/drawing/2014/main" id="{2FF007D0-BA40-1824-A6F4-E465C7789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437" name="Rectangle 58">
              <a:extLst>
                <a:ext uri="{FF2B5EF4-FFF2-40B4-BE49-F238E27FC236}">
                  <a16:creationId xmlns:a16="http://schemas.microsoft.com/office/drawing/2014/main" id="{79EF4263-605A-7DC2-FB98-852DD1C34B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446" name="Rectangle 73">
            <a:extLst>
              <a:ext uri="{FF2B5EF4-FFF2-40B4-BE49-F238E27FC236}">
                <a16:creationId xmlns:a16="http://schemas.microsoft.com/office/drawing/2014/main" id="{87E428A3-1682-1D31-EA9E-538F3AE79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47" y="273969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447" name="Line 74">
            <a:extLst>
              <a:ext uri="{FF2B5EF4-FFF2-40B4-BE49-F238E27FC236}">
                <a16:creationId xmlns:a16="http://schemas.microsoft.com/office/drawing/2014/main" id="{56321623-52EA-0F95-A1DA-D0E66AE20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335" y="2934959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878DC475-6CAA-FA38-EB51-556CE2FCAEC6}"/>
              </a:ext>
            </a:extLst>
          </p:cNvPr>
          <p:cNvGrpSpPr/>
          <p:nvPr/>
        </p:nvGrpSpPr>
        <p:grpSpPr>
          <a:xfrm>
            <a:off x="1055703" y="4070717"/>
            <a:ext cx="505337" cy="1193800"/>
            <a:chOff x="5799138" y="4889500"/>
            <a:chExt cx="505337" cy="1193800"/>
          </a:xfrm>
        </p:grpSpPr>
        <p:grpSp>
          <p:nvGrpSpPr>
            <p:cNvPr id="449" name="Group 4">
              <a:extLst>
                <a:ext uri="{FF2B5EF4-FFF2-40B4-BE49-F238E27FC236}">
                  <a16:creationId xmlns:a16="http://schemas.microsoft.com/office/drawing/2014/main" id="{610DC2C1-EF88-BAEB-B0EA-26DDA3C72D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451" name="Line 5">
                <a:extLst>
                  <a:ext uri="{FF2B5EF4-FFF2-40B4-BE49-F238E27FC236}">
                    <a16:creationId xmlns:a16="http://schemas.microsoft.com/office/drawing/2014/main" id="{B9B7DC33-D08D-7016-E015-30EF60078E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2" name="Line 6">
                <a:extLst>
                  <a:ext uri="{FF2B5EF4-FFF2-40B4-BE49-F238E27FC236}">
                    <a16:creationId xmlns:a16="http://schemas.microsoft.com/office/drawing/2014/main" id="{BC71D228-A8AD-486D-F566-CC8C5E192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3" name="Line 7">
                <a:extLst>
                  <a:ext uri="{FF2B5EF4-FFF2-40B4-BE49-F238E27FC236}">
                    <a16:creationId xmlns:a16="http://schemas.microsoft.com/office/drawing/2014/main" id="{36E13168-4B9C-F801-23F1-BAEB8C455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4" name="Line 8">
                <a:extLst>
                  <a:ext uri="{FF2B5EF4-FFF2-40B4-BE49-F238E27FC236}">
                    <a16:creationId xmlns:a16="http://schemas.microsoft.com/office/drawing/2014/main" id="{4057B7F5-CCCB-5363-D41E-556C40F94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5" name="Line 9">
                <a:extLst>
                  <a:ext uri="{FF2B5EF4-FFF2-40B4-BE49-F238E27FC236}">
                    <a16:creationId xmlns:a16="http://schemas.microsoft.com/office/drawing/2014/main" id="{5323D0E6-E3E3-A278-F954-F32CF2166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6" name="Line 10">
                <a:extLst>
                  <a:ext uri="{FF2B5EF4-FFF2-40B4-BE49-F238E27FC236}">
                    <a16:creationId xmlns:a16="http://schemas.microsoft.com/office/drawing/2014/main" id="{0CA63A3B-6E5E-CC20-7F57-22599F832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7" name="Line 11">
                <a:extLst>
                  <a:ext uri="{FF2B5EF4-FFF2-40B4-BE49-F238E27FC236}">
                    <a16:creationId xmlns:a16="http://schemas.microsoft.com/office/drawing/2014/main" id="{6E006FD2-0859-7C03-A52F-E89C65B3CA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8" name="Line 12">
                <a:extLst>
                  <a:ext uri="{FF2B5EF4-FFF2-40B4-BE49-F238E27FC236}">
                    <a16:creationId xmlns:a16="http://schemas.microsoft.com/office/drawing/2014/main" id="{B2FA08C5-69B1-E8D0-A9CA-F32598B49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450" name="Rectangle 58">
              <a:extLst>
                <a:ext uri="{FF2B5EF4-FFF2-40B4-BE49-F238E27FC236}">
                  <a16:creationId xmlns:a16="http://schemas.microsoft.com/office/drawing/2014/main" id="{379E8E6E-A570-6794-3E1F-DFDF462113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grpSp>
        <p:nvGrpSpPr>
          <p:cNvPr id="459" name="组合 458">
            <a:extLst>
              <a:ext uri="{FF2B5EF4-FFF2-40B4-BE49-F238E27FC236}">
                <a16:creationId xmlns:a16="http://schemas.microsoft.com/office/drawing/2014/main" id="{B8764FB4-4DBA-46C9-9751-6B08759440D2}"/>
              </a:ext>
            </a:extLst>
          </p:cNvPr>
          <p:cNvGrpSpPr/>
          <p:nvPr/>
        </p:nvGrpSpPr>
        <p:grpSpPr>
          <a:xfrm>
            <a:off x="343248" y="4685229"/>
            <a:ext cx="384168" cy="797667"/>
            <a:chOff x="389548" y="4627354"/>
            <a:chExt cx="384168" cy="797667"/>
          </a:xfrm>
        </p:grpSpPr>
        <p:sp>
          <p:nvSpPr>
            <p:cNvPr id="460" name="椭圆 4">
              <a:extLst>
                <a:ext uri="{FF2B5EF4-FFF2-40B4-BE49-F238E27FC236}">
                  <a16:creationId xmlns:a16="http://schemas.microsoft.com/office/drawing/2014/main" id="{734A7966-32A9-150C-2153-29484637C7A8}"/>
                </a:ext>
              </a:extLst>
            </p:cNvPr>
            <p:cNvSpPr/>
            <p:nvPr/>
          </p:nvSpPr>
          <p:spPr bwMode="auto">
            <a:xfrm>
              <a:off x="389548" y="4627354"/>
              <a:ext cx="384168" cy="79766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61" name="Rectangle 96">
              <a:extLst>
                <a:ext uri="{FF2B5EF4-FFF2-40B4-BE49-F238E27FC236}">
                  <a16:creationId xmlns:a16="http://schemas.microsoft.com/office/drawing/2014/main" id="{A9FC2A3E-5A33-058E-6081-2F64EE1C23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6419" y="4847450"/>
              <a:ext cx="59471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&lt;&lt; 2</a:t>
              </a:r>
            </a:p>
          </p:txBody>
        </p:sp>
      </p:grpSp>
      <p:sp>
        <p:nvSpPr>
          <p:cNvPr id="462" name="Line 82">
            <a:extLst>
              <a:ext uri="{FF2B5EF4-FFF2-40B4-BE49-F238E27FC236}">
                <a16:creationId xmlns:a16="http://schemas.microsoft.com/office/drawing/2014/main" id="{4E7BD345-BE0E-216D-B4A9-77BD61066B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1853" y="5315135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3" name="Line 82">
            <a:extLst>
              <a:ext uri="{FF2B5EF4-FFF2-40B4-BE49-F238E27FC236}">
                <a16:creationId xmlns:a16="http://schemas.microsoft.com/office/drawing/2014/main" id="{B7F5D4B1-0026-97CC-401B-D4FC31E1B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447" y="6412002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4" name="Line 82">
            <a:extLst>
              <a:ext uri="{FF2B5EF4-FFF2-40B4-BE49-F238E27FC236}">
                <a16:creationId xmlns:a16="http://schemas.microsoft.com/office/drawing/2014/main" id="{4051D1AA-CEB7-8FBC-896F-6E51B23C4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447" y="5487848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5" name="Line 29">
            <a:extLst>
              <a:ext uri="{FF2B5EF4-FFF2-40B4-BE49-F238E27FC236}">
                <a16:creationId xmlns:a16="http://schemas.microsoft.com/office/drawing/2014/main" id="{B36B8F52-6625-70D9-4358-7BE4821096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5972" y="294195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6" name="Line 37">
            <a:extLst>
              <a:ext uri="{FF2B5EF4-FFF2-40B4-BE49-F238E27FC236}">
                <a16:creationId xmlns:a16="http://schemas.microsoft.com/office/drawing/2014/main" id="{A24F59B3-3099-1393-F8D5-81A0AE01A2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947" y="633542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7" name="Rectangle 38">
            <a:extLst>
              <a:ext uri="{FF2B5EF4-FFF2-40B4-BE49-F238E27FC236}">
                <a16:creationId xmlns:a16="http://schemas.microsoft.com/office/drawing/2014/main" id="{A2FCC8D0-806D-A52A-3AE1-0C051EF70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610" y="636668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468" name="Line 88">
            <a:extLst>
              <a:ext uri="{FF2B5EF4-FFF2-40B4-BE49-F238E27FC236}">
                <a16:creationId xmlns:a16="http://schemas.microsoft.com/office/drawing/2014/main" id="{8B0A1348-6EFD-BA08-4004-8B443F58B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0762" y="3937098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9" name="Rectangle 18">
            <a:extLst>
              <a:ext uri="{FF2B5EF4-FFF2-40B4-BE49-F238E27FC236}">
                <a16:creationId xmlns:a16="http://schemas.microsoft.com/office/drawing/2014/main" id="{502FEE98-AD75-60EA-7DAE-7F3CEEFD4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1534" y="3709608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470" name="组合 469">
            <a:extLst>
              <a:ext uri="{FF2B5EF4-FFF2-40B4-BE49-F238E27FC236}">
                <a16:creationId xmlns:a16="http://schemas.microsoft.com/office/drawing/2014/main" id="{AFA2BEDB-B39A-1EC2-8A72-3868B5F01E0B}"/>
              </a:ext>
            </a:extLst>
          </p:cNvPr>
          <p:cNvGrpSpPr/>
          <p:nvPr/>
        </p:nvGrpSpPr>
        <p:grpSpPr>
          <a:xfrm rot="16200000">
            <a:off x="1195244" y="1741345"/>
            <a:ext cx="384168" cy="797667"/>
            <a:chOff x="389548" y="4627354"/>
            <a:chExt cx="384168" cy="797667"/>
          </a:xfrm>
        </p:grpSpPr>
        <p:sp>
          <p:nvSpPr>
            <p:cNvPr id="471" name="椭圆 4">
              <a:extLst>
                <a:ext uri="{FF2B5EF4-FFF2-40B4-BE49-F238E27FC236}">
                  <a16:creationId xmlns:a16="http://schemas.microsoft.com/office/drawing/2014/main" id="{6A9A2B83-134C-8FF0-B9F4-BB1A8138A39B}"/>
                </a:ext>
              </a:extLst>
            </p:cNvPr>
            <p:cNvSpPr/>
            <p:nvPr/>
          </p:nvSpPr>
          <p:spPr bwMode="auto">
            <a:xfrm>
              <a:off x="389548" y="4627354"/>
              <a:ext cx="384168" cy="797667"/>
            </a:xfrm>
            <a:prstGeom prst="ellipse">
              <a:avLst/>
            </a:prstGeom>
            <a:noFill/>
            <a:ln w="25400">
              <a:solidFill>
                <a:srgbClr val="00B0F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72" name="Rectangle 96">
              <a:extLst>
                <a:ext uri="{FF2B5EF4-FFF2-40B4-BE49-F238E27FC236}">
                  <a16:creationId xmlns:a16="http://schemas.microsoft.com/office/drawing/2014/main" id="{EC1630A9-DE49-5B49-FABF-9B9CC141C3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6419" y="4859473"/>
              <a:ext cx="59471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solidFill>
                    <a:srgbClr val="00B0F0"/>
                  </a:solidFill>
                  <a:latin typeface="+mn-lt"/>
                  <a:ea typeface="SimHei" panose="02010609060101010101" pitchFamily="49" charset="-122"/>
                </a:rPr>
                <a:t>&lt;&lt; 2</a:t>
              </a:r>
            </a:p>
          </p:txBody>
        </p:sp>
      </p:grpSp>
      <p:sp>
        <p:nvSpPr>
          <p:cNvPr id="473" name="Line 82">
            <a:extLst>
              <a:ext uri="{FF2B5EF4-FFF2-40B4-BE49-F238E27FC236}">
                <a16:creationId xmlns:a16="http://schemas.microsoft.com/office/drawing/2014/main" id="{19D0DA4E-70BE-85EB-4C5F-93D222B8B4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9944" y="1208294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4" name="Line 89">
            <a:extLst>
              <a:ext uri="{FF2B5EF4-FFF2-40B4-BE49-F238E27FC236}">
                <a16:creationId xmlns:a16="http://schemas.microsoft.com/office/drawing/2014/main" id="{EBBABEDC-38A2-BCF2-1626-6F7E83633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8511" y="2126098"/>
            <a:ext cx="199638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5" name="Line 119">
            <a:extLst>
              <a:ext uri="{FF2B5EF4-FFF2-40B4-BE49-F238E27FC236}">
                <a16:creationId xmlns:a16="http://schemas.microsoft.com/office/drawing/2014/main" id="{1EAFC368-AF83-32BC-91EB-2DFCD4A2D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046" y="2347134"/>
            <a:ext cx="0" cy="56083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6" name="Line 122">
            <a:extLst>
              <a:ext uri="{FF2B5EF4-FFF2-40B4-BE49-F238E27FC236}">
                <a16:creationId xmlns:a16="http://schemas.microsoft.com/office/drawing/2014/main" id="{B3E7E7F4-6F53-E199-9CF4-D25F24F8B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2114" y="3886036"/>
            <a:ext cx="1588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7" name="Line 89">
            <a:extLst>
              <a:ext uri="{FF2B5EF4-FFF2-40B4-BE49-F238E27FC236}">
                <a16:creationId xmlns:a16="http://schemas.microsoft.com/office/drawing/2014/main" id="{6B0DB6C3-771F-9030-A6FB-1D1B954AF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328" y="2903091"/>
            <a:ext cx="8934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8" name="Rectangle 125">
            <a:extLst>
              <a:ext uri="{FF2B5EF4-FFF2-40B4-BE49-F238E27FC236}">
                <a16:creationId xmlns:a16="http://schemas.microsoft.com/office/drawing/2014/main" id="{E1AB25E6-29FD-0C42-1C6B-C4457C58E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987" y="1828332"/>
            <a:ext cx="8223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&lt;25:0&gt;</a:t>
            </a:r>
          </a:p>
        </p:txBody>
      </p:sp>
      <p:sp>
        <p:nvSpPr>
          <p:cNvPr id="479" name="Line 122">
            <a:extLst>
              <a:ext uri="{FF2B5EF4-FFF2-40B4-BE49-F238E27FC236}">
                <a16:creationId xmlns:a16="http://schemas.microsoft.com/office/drawing/2014/main" id="{3CE0C6E1-3123-E6FE-6E89-6CC950EFA75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47363" y="2899665"/>
            <a:ext cx="0" cy="56667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80" name="Rectangle 125">
            <a:extLst>
              <a:ext uri="{FF2B5EF4-FFF2-40B4-BE49-F238E27FC236}">
                <a16:creationId xmlns:a16="http://schemas.microsoft.com/office/drawing/2014/main" id="{A9C54107-FC65-2256-E734-1673A3229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981" y="2972586"/>
            <a:ext cx="755838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2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&lt;31:28&gt;</a:t>
            </a:r>
          </a:p>
        </p:txBody>
      </p:sp>
      <p:sp>
        <p:nvSpPr>
          <p:cNvPr id="481" name="Rectangle 96">
            <a:extLst>
              <a:ext uri="{FF2B5EF4-FFF2-40B4-BE49-F238E27FC236}">
                <a16:creationId xmlns:a16="http://schemas.microsoft.com/office/drawing/2014/main" id="{B3853B56-17DF-431F-60F7-57423B157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8393" y="2620605"/>
            <a:ext cx="96821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JumpPC</a:t>
            </a:r>
            <a:endParaRPr lang="en-US" altLang="en-US" sz="1600" dirty="0">
              <a:solidFill>
                <a:srgbClr val="00B0F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" name="Rectangle 216">
            <a:extLst>
              <a:ext uri="{FF2B5EF4-FFF2-40B4-BE49-F238E27FC236}">
                <a16:creationId xmlns:a16="http://schemas.microsoft.com/office/drawing/2014/main" id="{04DB4D8B-C99C-F0A8-02F0-AEF42D562C6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11823" y="1661239"/>
            <a:ext cx="138339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&gt;, etc.</a:t>
            </a:r>
          </a:p>
        </p:txBody>
      </p:sp>
    </p:spTree>
    <p:extLst>
      <p:ext uri="{BB962C8B-B14F-4D97-AF65-F5344CB8AC3E}">
        <p14:creationId xmlns:p14="http://schemas.microsoft.com/office/powerpoint/2010/main" val="29867995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9404F-6506-43D7-A872-B5C51E78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跳转指令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C9724-A0DD-4632-A901-545EFD14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806CE5-282B-4233-8654-09F35EA875E2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DA00E9AB-CFE7-9ABD-256C-C8E8658863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3535" y="4148658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4" name="Line 16">
            <a:extLst>
              <a:ext uri="{FF2B5EF4-FFF2-40B4-BE49-F238E27FC236}">
                <a16:creationId xmlns:a16="http://schemas.microsoft.com/office/drawing/2014/main" id="{9678E780-F213-9AC7-6721-BE6FEC4169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2063" y="407209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6" name="Rectangle 17">
            <a:extLst>
              <a:ext uri="{FF2B5EF4-FFF2-40B4-BE49-F238E27FC236}">
                <a16:creationId xmlns:a16="http://schemas.microsoft.com/office/drawing/2014/main" id="{C6A85195-7FE9-30B7-01C4-9D049C191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93" y="414865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1" name="Rectangle 18">
            <a:extLst>
              <a:ext uri="{FF2B5EF4-FFF2-40B4-BE49-F238E27FC236}">
                <a16:creationId xmlns:a16="http://schemas.microsoft.com/office/drawing/2014/main" id="{BC309A49-AE96-C35C-1363-DD8614D59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3501" y="3982616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273" name="Line 19">
            <a:extLst>
              <a:ext uri="{FF2B5EF4-FFF2-40B4-BE49-F238E27FC236}">
                <a16:creationId xmlns:a16="http://schemas.microsoft.com/office/drawing/2014/main" id="{FF858109-0F8F-5F9A-CBBC-E540E5D55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5180" y="3273949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0EB8A7FD-5F4D-0224-5F2D-CEA790CB3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178" y="3179106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22ABFB8C-501C-A25A-B225-F6D10DFD8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321" y="456352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231C44D6-1E5E-95DE-32E9-99611AE3C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790" y="3721991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670505E6-F90B-4B4B-2C7E-327D62E0D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30" y="3551758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8" name="Line 24">
            <a:extLst>
              <a:ext uri="{FF2B5EF4-FFF2-40B4-BE49-F238E27FC236}">
                <a16:creationId xmlns:a16="http://schemas.microsoft.com/office/drawing/2014/main" id="{9765F148-EE7D-A9F2-F73F-3855C08DD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2439" y="4517812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9" name="Line 25">
            <a:extLst>
              <a:ext uri="{FF2B5EF4-FFF2-40B4-BE49-F238E27FC236}">
                <a16:creationId xmlns:a16="http://schemas.microsoft.com/office/drawing/2014/main" id="{8B7FF1DA-2565-CAD8-9D9D-8884E2FE0B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9580" y="4629769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0" name="Rectangle 27">
            <a:extLst>
              <a:ext uri="{FF2B5EF4-FFF2-40B4-BE49-F238E27FC236}">
                <a16:creationId xmlns:a16="http://schemas.microsoft.com/office/drawing/2014/main" id="{B5F06B2D-F311-80F5-858B-03B8C3EBC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80" y="3004071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1" name="Line 28">
            <a:extLst>
              <a:ext uri="{FF2B5EF4-FFF2-40B4-BE49-F238E27FC236}">
                <a16:creationId xmlns:a16="http://schemas.microsoft.com/office/drawing/2014/main" id="{DEC7E1A5-3B53-B0EE-E0C0-5A9507E00A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3012" y="4072458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2" name="Line 29">
            <a:extLst>
              <a:ext uri="{FF2B5EF4-FFF2-40B4-BE49-F238E27FC236}">
                <a16:creationId xmlns:a16="http://schemas.microsoft.com/office/drawing/2014/main" id="{6CA76BAC-F77A-56BA-EED4-C5D665929C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6211" y="398966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3" name="Rectangle 30">
            <a:extLst>
              <a:ext uri="{FF2B5EF4-FFF2-40B4-BE49-F238E27FC236}">
                <a16:creationId xmlns:a16="http://schemas.microsoft.com/office/drawing/2014/main" id="{55BEF7FE-4D1A-B34D-B869-1160125AA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375" y="402925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84" name="Line 31">
            <a:extLst>
              <a:ext uri="{FF2B5EF4-FFF2-40B4-BE49-F238E27FC236}">
                <a16:creationId xmlns:a16="http://schemas.microsoft.com/office/drawing/2014/main" id="{46C9FCD4-D821-A129-F32E-9E4110DDA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55" y="3697868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5" name="Line 32">
            <a:extLst>
              <a:ext uri="{FF2B5EF4-FFF2-40B4-BE49-F238E27FC236}">
                <a16:creationId xmlns:a16="http://schemas.microsoft.com/office/drawing/2014/main" id="{19039D6B-23AF-FF32-F250-FD612E8252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0155" y="362160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6" name="Rectangle 33">
            <a:extLst>
              <a:ext uri="{FF2B5EF4-FFF2-40B4-BE49-F238E27FC236}">
                <a16:creationId xmlns:a16="http://schemas.microsoft.com/office/drawing/2014/main" id="{EE3235E1-27DA-DFB1-A710-C0E0EA2B3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418" y="376765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87" name="Rectangle 34">
            <a:extLst>
              <a:ext uri="{FF2B5EF4-FFF2-40B4-BE49-F238E27FC236}">
                <a16:creationId xmlns:a16="http://schemas.microsoft.com/office/drawing/2014/main" id="{AACF0B79-0ADA-EB54-1938-C9444DC24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618" y="3386658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8" name="Line 35">
            <a:extLst>
              <a:ext uri="{FF2B5EF4-FFF2-40B4-BE49-F238E27FC236}">
                <a16:creationId xmlns:a16="http://schemas.microsoft.com/office/drawing/2014/main" id="{E8CF86FA-C56D-6460-2D6F-A5F6F40E76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2455" y="329775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9" name="Line 36">
            <a:extLst>
              <a:ext uri="{FF2B5EF4-FFF2-40B4-BE49-F238E27FC236}">
                <a16:creationId xmlns:a16="http://schemas.microsoft.com/office/drawing/2014/main" id="{9AF09CEF-41A2-E1F4-55C6-BC005002F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55" y="4593218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0" name="Line 37">
            <a:extLst>
              <a:ext uri="{FF2B5EF4-FFF2-40B4-BE49-F238E27FC236}">
                <a16:creationId xmlns:a16="http://schemas.microsoft.com/office/drawing/2014/main" id="{E61A80FF-9413-CA03-653F-49BA784407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2955" y="453600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1" name="Rectangle 38">
            <a:extLst>
              <a:ext uri="{FF2B5EF4-FFF2-40B4-BE49-F238E27FC236}">
                <a16:creationId xmlns:a16="http://schemas.microsoft.com/office/drawing/2014/main" id="{B2DA3E85-5931-E14E-50AA-529F47399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618" y="456727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92" name="Rectangle 39">
            <a:extLst>
              <a:ext uri="{FF2B5EF4-FFF2-40B4-BE49-F238E27FC236}">
                <a16:creationId xmlns:a16="http://schemas.microsoft.com/office/drawing/2014/main" id="{49035CA6-C08D-BCDB-DE3F-D09C97BD4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610" y="425427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3" name="Line 40">
            <a:extLst>
              <a:ext uri="{FF2B5EF4-FFF2-40B4-BE49-F238E27FC236}">
                <a16:creationId xmlns:a16="http://schemas.microsoft.com/office/drawing/2014/main" id="{E9DAEC6F-C82C-FD6E-1761-4552D84F68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4007" y="4629765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4" name="Line 41">
            <a:extLst>
              <a:ext uri="{FF2B5EF4-FFF2-40B4-BE49-F238E27FC236}">
                <a16:creationId xmlns:a16="http://schemas.microsoft.com/office/drawing/2014/main" id="{B08ED199-1CAD-75DD-A384-1F3D44D39E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7255" y="2865958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6" name="Line 42">
            <a:extLst>
              <a:ext uri="{FF2B5EF4-FFF2-40B4-BE49-F238E27FC236}">
                <a16:creationId xmlns:a16="http://schemas.microsoft.com/office/drawing/2014/main" id="{132A5288-3A47-5825-521D-D8C284CC32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7405" y="322790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7" name="Rectangle 43">
            <a:extLst>
              <a:ext uri="{FF2B5EF4-FFF2-40B4-BE49-F238E27FC236}">
                <a16:creationId xmlns:a16="http://schemas.microsoft.com/office/drawing/2014/main" id="{534793B8-B6F7-ED62-2874-40CFFDB06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30818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98" name="Line 44">
            <a:extLst>
              <a:ext uri="{FF2B5EF4-FFF2-40B4-BE49-F238E27FC236}">
                <a16:creationId xmlns:a16="http://schemas.microsoft.com/office/drawing/2014/main" id="{371C8B95-509E-92A9-FF59-61974A5DB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8255" y="312789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9" name="Line 45">
            <a:extLst>
              <a:ext uri="{FF2B5EF4-FFF2-40B4-BE49-F238E27FC236}">
                <a16:creationId xmlns:a16="http://schemas.microsoft.com/office/drawing/2014/main" id="{76AA4D1F-1F83-EE27-EE73-5221284650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78405" y="322790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0" name="Rectangle 46">
            <a:extLst>
              <a:ext uri="{FF2B5EF4-FFF2-40B4-BE49-F238E27FC236}">
                <a16:creationId xmlns:a16="http://schemas.microsoft.com/office/drawing/2014/main" id="{8578425D-76EC-E4DA-DED1-C6F4A5FDD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368" y="30818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301" name="Line 47">
            <a:extLst>
              <a:ext uri="{FF2B5EF4-FFF2-40B4-BE49-F238E27FC236}">
                <a16:creationId xmlns:a16="http://schemas.microsoft.com/office/drawing/2014/main" id="{F7DB60CB-DDE5-A611-C0D7-C0007D2B8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5455" y="312789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2" name="Line 48">
            <a:extLst>
              <a:ext uri="{FF2B5EF4-FFF2-40B4-BE49-F238E27FC236}">
                <a16:creationId xmlns:a16="http://schemas.microsoft.com/office/drawing/2014/main" id="{6EBD7CF5-9941-7BBA-BBED-031504CB78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5605" y="322790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3" name="Rectangle 49">
            <a:extLst>
              <a:ext uri="{FF2B5EF4-FFF2-40B4-BE49-F238E27FC236}">
                <a16:creationId xmlns:a16="http://schemas.microsoft.com/office/drawing/2014/main" id="{C88EEA70-74E6-A863-44F1-58C9E1BAE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568" y="30818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304" name="Rectangle 50">
            <a:extLst>
              <a:ext uri="{FF2B5EF4-FFF2-40B4-BE49-F238E27FC236}">
                <a16:creationId xmlns:a16="http://schemas.microsoft.com/office/drawing/2014/main" id="{4E68C3C0-BF28-3D45-9C34-616B3B885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3539058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5" name="Rectangle 51">
            <a:extLst>
              <a:ext uri="{FF2B5EF4-FFF2-40B4-BE49-F238E27FC236}">
                <a16:creationId xmlns:a16="http://schemas.microsoft.com/office/drawing/2014/main" id="{0BB756EE-CB62-3F91-E0DD-45BC475D5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68" y="3539058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306" name="Rectangle 52">
            <a:extLst>
              <a:ext uri="{FF2B5EF4-FFF2-40B4-BE49-F238E27FC236}">
                <a16:creationId xmlns:a16="http://schemas.microsoft.com/office/drawing/2014/main" id="{D0FEF065-4595-B8FF-653F-6F2194C9E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568" y="3539058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307" name="Rectangle 53">
            <a:extLst>
              <a:ext uri="{FF2B5EF4-FFF2-40B4-BE49-F238E27FC236}">
                <a16:creationId xmlns:a16="http://schemas.microsoft.com/office/drawing/2014/main" id="{3C20069B-DC53-8853-ED64-BDC913884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3843858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308" name="Line 54">
            <a:extLst>
              <a:ext uri="{FF2B5EF4-FFF2-40B4-BE49-F238E27FC236}">
                <a16:creationId xmlns:a16="http://schemas.microsoft.com/office/drawing/2014/main" id="{801E8ECE-BA20-A24C-17E9-FD386A41FF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3011" y="6741492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9" name="Line 55">
            <a:extLst>
              <a:ext uri="{FF2B5EF4-FFF2-40B4-BE49-F238E27FC236}">
                <a16:creationId xmlns:a16="http://schemas.microsoft.com/office/drawing/2014/main" id="{D30052B7-8209-04DF-2728-664EBBA4E6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3012" y="4064102"/>
            <a:ext cx="0" cy="267738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0" name="Rectangle 56">
            <a:extLst>
              <a:ext uri="{FF2B5EF4-FFF2-40B4-BE49-F238E27FC236}">
                <a16:creationId xmlns:a16="http://schemas.microsoft.com/office/drawing/2014/main" id="{114E04BC-5DB2-F1D4-29E3-3195B65C5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268" y="2827858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311" name="Line 88">
            <a:extLst>
              <a:ext uri="{FF2B5EF4-FFF2-40B4-BE49-F238E27FC236}">
                <a16:creationId xmlns:a16="http://schemas.microsoft.com/office/drawing/2014/main" id="{B3ECEDB4-0C5B-EF0B-6C5C-BF6FCD283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0667" y="4605858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2" name="Line 89">
            <a:extLst>
              <a:ext uri="{FF2B5EF4-FFF2-40B4-BE49-F238E27FC236}">
                <a16:creationId xmlns:a16="http://schemas.microsoft.com/office/drawing/2014/main" id="{C7C886F8-1363-8689-253F-CFCBCF2E1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4487" y="5758239"/>
            <a:ext cx="0" cy="98325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13" name="组合 312">
            <a:extLst>
              <a:ext uri="{FF2B5EF4-FFF2-40B4-BE49-F238E27FC236}">
                <a16:creationId xmlns:a16="http://schemas.microsoft.com/office/drawing/2014/main" id="{3C7F4FEC-70DE-0113-21F7-C7242E77A956}"/>
              </a:ext>
            </a:extLst>
          </p:cNvPr>
          <p:cNvGrpSpPr/>
          <p:nvPr/>
        </p:nvGrpSpPr>
        <p:grpSpPr>
          <a:xfrm>
            <a:off x="6657212" y="3551758"/>
            <a:ext cx="505337" cy="1193800"/>
            <a:chOff x="5799138" y="4889500"/>
            <a:chExt cx="505337" cy="1193800"/>
          </a:xfrm>
        </p:grpSpPr>
        <p:grpSp>
          <p:nvGrpSpPr>
            <p:cNvPr id="314" name="Group 4">
              <a:extLst>
                <a:ext uri="{FF2B5EF4-FFF2-40B4-BE49-F238E27FC236}">
                  <a16:creationId xmlns:a16="http://schemas.microsoft.com/office/drawing/2014/main" id="{7F95C558-9FF2-2688-CF7F-0359E8419E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16" name="Line 5">
                <a:extLst>
                  <a:ext uri="{FF2B5EF4-FFF2-40B4-BE49-F238E27FC236}">
                    <a16:creationId xmlns:a16="http://schemas.microsoft.com/office/drawing/2014/main" id="{1DE75273-B294-D070-C2DA-0799CFCB5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7" name="Line 6">
                <a:extLst>
                  <a:ext uri="{FF2B5EF4-FFF2-40B4-BE49-F238E27FC236}">
                    <a16:creationId xmlns:a16="http://schemas.microsoft.com/office/drawing/2014/main" id="{2B04325C-36EE-B832-6269-063A9F51E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8" name="Line 7">
                <a:extLst>
                  <a:ext uri="{FF2B5EF4-FFF2-40B4-BE49-F238E27FC236}">
                    <a16:creationId xmlns:a16="http://schemas.microsoft.com/office/drawing/2014/main" id="{B6452424-86C0-64F4-CEEE-A5FA17BD0C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9" name="Line 8">
                <a:extLst>
                  <a:ext uri="{FF2B5EF4-FFF2-40B4-BE49-F238E27FC236}">
                    <a16:creationId xmlns:a16="http://schemas.microsoft.com/office/drawing/2014/main" id="{06F26C28-1687-485F-08DF-1ACAEA827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20" name="Line 9">
                <a:extLst>
                  <a:ext uri="{FF2B5EF4-FFF2-40B4-BE49-F238E27FC236}">
                    <a16:creationId xmlns:a16="http://schemas.microsoft.com/office/drawing/2014/main" id="{D8A740A1-27F0-0A3A-099C-9290C7109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21" name="Line 10">
                <a:extLst>
                  <a:ext uri="{FF2B5EF4-FFF2-40B4-BE49-F238E27FC236}">
                    <a16:creationId xmlns:a16="http://schemas.microsoft.com/office/drawing/2014/main" id="{B26E60DC-4986-C039-F12A-3394A490F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22" name="Line 11">
                <a:extLst>
                  <a:ext uri="{FF2B5EF4-FFF2-40B4-BE49-F238E27FC236}">
                    <a16:creationId xmlns:a16="http://schemas.microsoft.com/office/drawing/2014/main" id="{507B93F0-5041-3145-6CB0-DC6C0BA96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23" name="Line 12">
                <a:extLst>
                  <a:ext uri="{FF2B5EF4-FFF2-40B4-BE49-F238E27FC236}">
                    <a16:creationId xmlns:a16="http://schemas.microsoft.com/office/drawing/2014/main" id="{B725EBF2-5F65-1DDE-BAB0-8D9F5E59F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15" name="Rectangle 58">
              <a:extLst>
                <a:ext uri="{FF2B5EF4-FFF2-40B4-BE49-F238E27FC236}">
                  <a16:creationId xmlns:a16="http://schemas.microsoft.com/office/drawing/2014/main" id="{55826553-5B59-A728-4A8D-236487296E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324" name="Rectangle 62">
            <a:extLst>
              <a:ext uri="{FF2B5EF4-FFF2-40B4-BE49-F238E27FC236}">
                <a16:creationId xmlns:a16="http://schemas.microsoft.com/office/drawing/2014/main" id="{F0ADFFFB-0ADA-B4B9-CE71-148FF11C5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98" y="4935531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5" name="Rectangle 63">
            <a:extLst>
              <a:ext uri="{FF2B5EF4-FFF2-40B4-BE49-F238E27FC236}">
                <a16:creationId xmlns:a16="http://schemas.microsoft.com/office/drawing/2014/main" id="{2F7B4281-FF1D-02E7-455B-49B323DAC73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87637" y="5168380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6" name="Rectangle 64">
            <a:extLst>
              <a:ext uri="{FF2B5EF4-FFF2-40B4-BE49-F238E27FC236}">
                <a16:creationId xmlns:a16="http://schemas.microsoft.com/office/drawing/2014/main" id="{F8B13C47-46C5-0AEE-C757-03A8904101D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09499" y="4758525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27" name="Line 79">
            <a:extLst>
              <a:ext uri="{FF2B5EF4-FFF2-40B4-BE49-F238E27FC236}">
                <a16:creationId xmlns:a16="http://schemas.microsoft.com/office/drawing/2014/main" id="{434B2247-211B-46B8-2E9F-86437DC00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6098" y="5303831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8" name="Line 82">
            <a:extLst>
              <a:ext uri="{FF2B5EF4-FFF2-40B4-BE49-F238E27FC236}">
                <a16:creationId xmlns:a16="http://schemas.microsoft.com/office/drawing/2014/main" id="{E61627BE-B03B-5000-B31C-75217D706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969" y="5302244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9" name="Line 83">
            <a:extLst>
              <a:ext uri="{FF2B5EF4-FFF2-40B4-BE49-F238E27FC236}">
                <a16:creationId xmlns:a16="http://schemas.microsoft.com/office/drawing/2014/main" id="{7ABB6098-9392-E4D6-B9EE-CC2A965DAA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5346" y="523229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0" name="Rectangle 84">
            <a:extLst>
              <a:ext uri="{FF2B5EF4-FFF2-40B4-BE49-F238E27FC236}">
                <a16:creationId xmlns:a16="http://schemas.microsoft.com/office/drawing/2014/main" id="{CF8E731E-C4A8-4BAE-D6D7-79B047BE3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9168" y="538003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331" name="Rectangle 85">
            <a:extLst>
              <a:ext uri="{FF2B5EF4-FFF2-40B4-BE49-F238E27FC236}">
                <a16:creationId xmlns:a16="http://schemas.microsoft.com/office/drawing/2014/main" id="{68A50A8A-0C49-CAB3-4DC5-D8DBBD3DD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68" y="5227631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32" name="Line 86">
            <a:extLst>
              <a:ext uri="{FF2B5EF4-FFF2-40B4-BE49-F238E27FC236}">
                <a16:creationId xmlns:a16="http://schemas.microsoft.com/office/drawing/2014/main" id="{BEC060BE-0468-8416-2730-E12D1C99E3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8307" y="3263239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3" name="Rectangle 87">
            <a:extLst>
              <a:ext uri="{FF2B5EF4-FFF2-40B4-BE49-F238E27FC236}">
                <a16:creationId xmlns:a16="http://schemas.microsoft.com/office/drawing/2014/main" id="{2AFF7FA5-1836-E575-BDC4-AD144F8A9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752" y="2951713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34" name="Group 57">
            <a:extLst>
              <a:ext uri="{FF2B5EF4-FFF2-40B4-BE49-F238E27FC236}">
                <a16:creationId xmlns:a16="http://schemas.microsoft.com/office/drawing/2014/main" id="{50EB9155-ED60-4A7A-2B93-D38E9F365F95}"/>
              </a:ext>
            </a:extLst>
          </p:cNvPr>
          <p:cNvGrpSpPr>
            <a:grpSpLocks/>
          </p:cNvGrpSpPr>
          <p:nvPr/>
        </p:nvGrpSpPr>
        <p:grpSpPr bwMode="auto">
          <a:xfrm>
            <a:off x="6059517" y="4319046"/>
            <a:ext cx="311150" cy="1117600"/>
            <a:chOff x="3116" y="3032"/>
            <a:chExt cx="196" cy="704"/>
          </a:xfrm>
        </p:grpSpPr>
        <p:sp>
          <p:nvSpPr>
            <p:cNvPr id="335" name="Line 58">
              <a:extLst>
                <a:ext uri="{FF2B5EF4-FFF2-40B4-BE49-F238E27FC236}">
                  <a16:creationId xmlns:a16="http://schemas.microsoft.com/office/drawing/2014/main" id="{B82B7285-E53C-5D32-4B01-4F87E4A08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6" name="Line 59">
              <a:extLst>
                <a:ext uri="{FF2B5EF4-FFF2-40B4-BE49-F238E27FC236}">
                  <a16:creationId xmlns:a16="http://schemas.microsoft.com/office/drawing/2014/main" id="{CC1A5019-D05B-EF52-0480-E703629D2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7" name="Line 60">
              <a:extLst>
                <a:ext uri="{FF2B5EF4-FFF2-40B4-BE49-F238E27FC236}">
                  <a16:creationId xmlns:a16="http://schemas.microsoft.com/office/drawing/2014/main" id="{1248553C-E0D3-0AC5-AF1E-337E71719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8" name="Line 61">
              <a:extLst>
                <a:ext uri="{FF2B5EF4-FFF2-40B4-BE49-F238E27FC236}">
                  <a16:creationId xmlns:a16="http://schemas.microsoft.com/office/drawing/2014/main" id="{D7FF839A-E43D-3C20-585D-19E37D83B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39" name="Line 89">
            <a:extLst>
              <a:ext uri="{FF2B5EF4-FFF2-40B4-BE49-F238E27FC236}">
                <a16:creationId xmlns:a16="http://schemas.microsoft.com/office/drawing/2014/main" id="{FAF8FD7A-2AA2-26E6-421F-C56F49D41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2586" y="414230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0" name="Rectangle 114">
            <a:extLst>
              <a:ext uri="{FF2B5EF4-FFF2-40B4-BE49-F238E27FC236}">
                <a16:creationId xmlns:a16="http://schemas.microsoft.com/office/drawing/2014/main" id="{6E1FB31F-3DB0-2B18-8A6E-FFDE9A9B3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914" y="5484902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1" name="Line 115">
            <a:extLst>
              <a:ext uri="{FF2B5EF4-FFF2-40B4-BE49-F238E27FC236}">
                <a16:creationId xmlns:a16="http://schemas.microsoft.com/office/drawing/2014/main" id="{A3B08443-0A30-2F40-06BE-B6FB21D32A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1669" y="6505992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2" name="Rectangle 116">
            <a:extLst>
              <a:ext uri="{FF2B5EF4-FFF2-40B4-BE49-F238E27FC236}">
                <a16:creationId xmlns:a16="http://schemas.microsoft.com/office/drawing/2014/main" id="{CDFB9569-4647-7C2B-E64D-38B4CD19A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78" y="620000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3" name="Rectangle 117">
            <a:extLst>
              <a:ext uri="{FF2B5EF4-FFF2-40B4-BE49-F238E27FC236}">
                <a16:creationId xmlns:a16="http://schemas.microsoft.com/office/drawing/2014/main" id="{31F29743-A11C-043B-5360-A783225CA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3274" y="5658689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344" name="Line 118">
            <a:extLst>
              <a:ext uri="{FF2B5EF4-FFF2-40B4-BE49-F238E27FC236}">
                <a16:creationId xmlns:a16="http://schemas.microsoft.com/office/drawing/2014/main" id="{713A1BE8-A368-B67F-83CD-C9CCAF87E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6740" y="6412002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5" name="Line 119">
            <a:extLst>
              <a:ext uri="{FF2B5EF4-FFF2-40B4-BE49-F238E27FC236}">
                <a16:creationId xmlns:a16="http://schemas.microsoft.com/office/drawing/2014/main" id="{B61346D3-1961-8964-0DBB-87BF05F5FF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9439" y="6505992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6" name="Rectangle 121">
            <a:extLst>
              <a:ext uri="{FF2B5EF4-FFF2-40B4-BE49-F238E27FC236}">
                <a16:creationId xmlns:a16="http://schemas.microsoft.com/office/drawing/2014/main" id="{FD24617C-3035-C4F4-8C55-DFF99179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0864" y="5469027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7" name="Line 122">
            <a:extLst>
              <a:ext uri="{FF2B5EF4-FFF2-40B4-BE49-F238E27FC236}">
                <a16:creationId xmlns:a16="http://schemas.microsoft.com/office/drawing/2014/main" id="{4B8A033D-902B-78D5-5FFA-E72127A53A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7862" y="5978614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8" name="Line 123">
            <a:extLst>
              <a:ext uri="{FF2B5EF4-FFF2-40B4-BE49-F238E27FC236}">
                <a16:creationId xmlns:a16="http://schemas.microsoft.com/office/drawing/2014/main" id="{507E38B9-2937-708A-585E-3990191292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3189" y="5913527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9" name="Rectangle 124">
            <a:extLst>
              <a:ext uri="{FF2B5EF4-FFF2-40B4-BE49-F238E27FC236}">
                <a16:creationId xmlns:a16="http://schemas.microsoft.com/office/drawing/2014/main" id="{B9BB3576-75A3-9AB3-B961-EFF2BB80C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283" y="591985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50" name="Line 125">
            <a:extLst>
              <a:ext uri="{FF2B5EF4-FFF2-40B4-BE49-F238E27FC236}">
                <a16:creationId xmlns:a16="http://schemas.microsoft.com/office/drawing/2014/main" id="{57B8AA9B-D2DE-6AA0-7461-9910E74EFA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1539" y="5243602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1" name="Rectangle 127">
            <a:extLst>
              <a:ext uri="{FF2B5EF4-FFF2-40B4-BE49-F238E27FC236}">
                <a16:creationId xmlns:a16="http://schemas.microsoft.com/office/drawing/2014/main" id="{7A30FF72-C767-A04C-0AD0-FD90FAB32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052" y="5470614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2" name="Rectangle 128">
            <a:extLst>
              <a:ext uri="{FF2B5EF4-FFF2-40B4-BE49-F238E27FC236}">
                <a16:creationId xmlns:a16="http://schemas.microsoft.com/office/drawing/2014/main" id="{CF6134FD-0261-CBFA-D16B-B017B6289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932" y="5801759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353" name="Line 130">
            <a:extLst>
              <a:ext uri="{FF2B5EF4-FFF2-40B4-BE49-F238E27FC236}">
                <a16:creationId xmlns:a16="http://schemas.microsoft.com/office/drawing/2014/main" id="{8EBFAFC2-32A9-3C65-859D-F0024679BE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33889" y="5983731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4" name="Rectangle 131">
            <a:extLst>
              <a:ext uri="{FF2B5EF4-FFF2-40B4-BE49-F238E27FC236}">
                <a16:creationId xmlns:a16="http://schemas.microsoft.com/office/drawing/2014/main" id="{CBB6CA55-FD98-C3F0-2DA7-EBDDEC314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140" y="572699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55" name="Rectangle 133">
            <a:extLst>
              <a:ext uri="{FF2B5EF4-FFF2-40B4-BE49-F238E27FC236}">
                <a16:creationId xmlns:a16="http://schemas.microsoft.com/office/drawing/2014/main" id="{62CE9167-7BFF-53C8-8836-E46E1689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1714" y="4972371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6" name="Line 122">
            <a:extLst>
              <a:ext uri="{FF2B5EF4-FFF2-40B4-BE49-F238E27FC236}">
                <a16:creationId xmlns:a16="http://schemas.microsoft.com/office/drawing/2014/main" id="{23A26D53-FAB7-7E7B-B228-DCF3F6CBE3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7038" y="6045289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7" name="Rectangle 117">
            <a:extLst>
              <a:ext uri="{FF2B5EF4-FFF2-40B4-BE49-F238E27FC236}">
                <a16:creationId xmlns:a16="http://schemas.microsoft.com/office/drawing/2014/main" id="{474A07A1-788B-52A2-57DA-353476F67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611" y="5746223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58" name="Group 57">
            <a:extLst>
              <a:ext uri="{FF2B5EF4-FFF2-40B4-BE49-F238E27FC236}">
                <a16:creationId xmlns:a16="http://schemas.microsoft.com/office/drawing/2014/main" id="{56942AF0-1916-F26A-F828-2A7DE30A53E3}"/>
              </a:ext>
            </a:extLst>
          </p:cNvPr>
          <p:cNvGrpSpPr>
            <a:grpSpLocks/>
          </p:cNvGrpSpPr>
          <p:nvPr/>
        </p:nvGrpSpPr>
        <p:grpSpPr bwMode="auto">
          <a:xfrm>
            <a:off x="8267320" y="5189531"/>
            <a:ext cx="311150" cy="1117600"/>
            <a:chOff x="3116" y="3032"/>
            <a:chExt cx="196" cy="704"/>
          </a:xfrm>
        </p:grpSpPr>
        <p:sp>
          <p:nvSpPr>
            <p:cNvPr id="359" name="Line 58">
              <a:extLst>
                <a:ext uri="{FF2B5EF4-FFF2-40B4-BE49-F238E27FC236}">
                  <a16:creationId xmlns:a16="http://schemas.microsoft.com/office/drawing/2014/main" id="{0A92DC14-BD39-933B-A974-72F45A70C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0" name="Line 59">
              <a:extLst>
                <a:ext uri="{FF2B5EF4-FFF2-40B4-BE49-F238E27FC236}">
                  <a16:creationId xmlns:a16="http://schemas.microsoft.com/office/drawing/2014/main" id="{2C38B0A0-C772-8FBA-BE13-D894BC42C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1" name="Line 60">
              <a:extLst>
                <a:ext uri="{FF2B5EF4-FFF2-40B4-BE49-F238E27FC236}">
                  <a16:creationId xmlns:a16="http://schemas.microsoft.com/office/drawing/2014/main" id="{CCE00BCB-5B43-EC83-8B4D-9393830598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2" name="Line 61">
              <a:extLst>
                <a:ext uri="{FF2B5EF4-FFF2-40B4-BE49-F238E27FC236}">
                  <a16:creationId xmlns:a16="http://schemas.microsoft.com/office/drawing/2014/main" id="{D54CE562-B859-F4B9-4C86-96CADE363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63" name="Line 89">
            <a:extLst>
              <a:ext uri="{FF2B5EF4-FFF2-40B4-BE49-F238E27FC236}">
                <a16:creationId xmlns:a16="http://schemas.microsoft.com/office/drawing/2014/main" id="{F4C90AAC-6490-18AB-0619-5CC4062DF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8470" y="5767381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4" name="Line 89">
            <a:extLst>
              <a:ext uri="{FF2B5EF4-FFF2-40B4-BE49-F238E27FC236}">
                <a16:creationId xmlns:a16="http://schemas.microsoft.com/office/drawing/2014/main" id="{25E1AFC2-1CFC-15AC-288A-19E57FED9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2302" y="414230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5" name="Line 89">
            <a:extLst>
              <a:ext uri="{FF2B5EF4-FFF2-40B4-BE49-F238E27FC236}">
                <a16:creationId xmlns:a16="http://schemas.microsoft.com/office/drawing/2014/main" id="{7FED3066-F35F-E287-43C3-8F2599AE0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2302" y="5478552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6" name="Rectangle 64">
            <a:extLst>
              <a:ext uri="{FF2B5EF4-FFF2-40B4-BE49-F238E27FC236}">
                <a16:creationId xmlns:a16="http://schemas.microsoft.com/office/drawing/2014/main" id="{473A9400-4C89-532E-2BCD-F5750FFCC3A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31229" y="563546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67" name="Line 19">
            <a:extLst>
              <a:ext uri="{FF2B5EF4-FFF2-40B4-BE49-F238E27FC236}">
                <a16:creationId xmlns:a16="http://schemas.microsoft.com/office/drawing/2014/main" id="{3970E497-CE6A-F34F-05AF-8DC342E5A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0763" y="4827046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8" name="Line 112">
            <a:extLst>
              <a:ext uri="{FF2B5EF4-FFF2-40B4-BE49-F238E27FC236}">
                <a16:creationId xmlns:a16="http://schemas.microsoft.com/office/drawing/2014/main" id="{585F584E-7966-33E6-9A08-446BE4C75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6582" y="5752481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9" name="Rectangle 113">
            <a:extLst>
              <a:ext uri="{FF2B5EF4-FFF2-40B4-BE49-F238E27FC236}">
                <a16:creationId xmlns:a16="http://schemas.microsoft.com/office/drawing/2014/main" id="{3536F493-BA32-EAF9-46A8-C73FB7AFE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364" y="5854998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70" name="Line 89">
            <a:extLst>
              <a:ext uri="{FF2B5EF4-FFF2-40B4-BE49-F238E27FC236}">
                <a16:creationId xmlns:a16="http://schemas.microsoft.com/office/drawing/2014/main" id="{44B2B256-7FA0-4549-7D42-C33241D83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7862" y="4593217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71" name="Group 65">
            <a:extLst>
              <a:ext uri="{FF2B5EF4-FFF2-40B4-BE49-F238E27FC236}">
                <a16:creationId xmlns:a16="http://schemas.microsoft.com/office/drawing/2014/main" id="{975EB63A-ABEA-D0C4-03EF-F2649BD6CD1E}"/>
              </a:ext>
            </a:extLst>
          </p:cNvPr>
          <p:cNvGrpSpPr>
            <a:grpSpLocks/>
          </p:cNvGrpSpPr>
          <p:nvPr/>
        </p:nvGrpSpPr>
        <p:grpSpPr bwMode="auto">
          <a:xfrm>
            <a:off x="3084544" y="2216958"/>
            <a:ext cx="2041526" cy="676275"/>
            <a:chOff x="917" y="1728"/>
            <a:chExt cx="1286" cy="426"/>
          </a:xfrm>
        </p:grpSpPr>
        <p:sp>
          <p:nvSpPr>
            <p:cNvPr id="372" name="Rectangle 67">
              <a:extLst>
                <a:ext uri="{FF2B5EF4-FFF2-40B4-BE49-F238E27FC236}">
                  <a16:creationId xmlns:a16="http://schemas.microsoft.com/office/drawing/2014/main" id="{07292469-9FA2-6CCE-0A3E-68CFCA908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373" name="Group 68">
              <a:extLst>
                <a:ext uri="{FF2B5EF4-FFF2-40B4-BE49-F238E27FC236}">
                  <a16:creationId xmlns:a16="http://schemas.microsoft.com/office/drawing/2014/main" id="{F8DECF86-3E5B-6668-D778-538061DE67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380" name="Line 69">
                <a:extLst>
                  <a:ext uri="{FF2B5EF4-FFF2-40B4-BE49-F238E27FC236}">
                    <a16:creationId xmlns:a16="http://schemas.microsoft.com/office/drawing/2014/main" id="{27A29E1D-2EA2-9477-0204-E6CD5027E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81" name="Line 70">
                <a:extLst>
                  <a:ext uri="{FF2B5EF4-FFF2-40B4-BE49-F238E27FC236}">
                    <a16:creationId xmlns:a16="http://schemas.microsoft.com/office/drawing/2014/main" id="{E3EFA512-26E0-5D36-724C-C9F1B3DE2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82" name="Line 71">
                <a:extLst>
                  <a:ext uri="{FF2B5EF4-FFF2-40B4-BE49-F238E27FC236}">
                    <a16:creationId xmlns:a16="http://schemas.microsoft.com/office/drawing/2014/main" id="{4FD9422A-7924-4EE4-2C95-6CCD7F372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83" name="Line 72">
                <a:extLst>
                  <a:ext uri="{FF2B5EF4-FFF2-40B4-BE49-F238E27FC236}">
                    <a16:creationId xmlns:a16="http://schemas.microsoft.com/office/drawing/2014/main" id="{4C17FDC4-740F-73CC-B8D2-C096FF492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74" name="Line 73">
              <a:extLst>
                <a:ext uri="{FF2B5EF4-FFF2-40B4-BE49-F238E27FC236}">
                  <a16:creationId xmlns:a16="http://schemas.microsoft.com/office/drawing/2014/main" id="{5B795199-37BA-1807-5042-0AC6499B1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5" name="Line 74">
              <a:extLst>
                <a:ext uri="{FF2B5EF4-FFF2-40B4-BE49-F238E27FC236}">
                  <a16:creationId xmlns:a16="http://schemas.microsoft.com/office/drawing/2014/main" id="{D7CC8924-8EE7-9E3A-2EB4-BD171D452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6" name="Rectangle 75">
              <a:extLst>
                <a:ext uri="{FF2B5EF4-FFF2-40B4-BE49-F238E27FC236}">
                  <a16:creationId xmlns:a16="http://schemas.microsoft.com/office/drawing/2014/main" id="{90D19FA5-19E7-FA6D-FCFF-1730F4943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377" name="Line 76">
              <a:extLst>
                <a:ext uri="{FF2B5EF4-FFF2-40B4-BE49-F238E27FC236}">
                  <a16:creationId xmlns:a16="http://schemas.microsoft.com/office/drawing/2014/main" id="{2B2E9B5F-0B07-3E12-384F-931D30502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5" y="2064"/>
              <a:ext cx="4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8" name="Rectangle 77">
              <a:extLst>
                <a:ext uri="{FF2B5EF4-FFF2-40B4-BE49-F238E27FC236}">
                  <a16:creationId xmlns:a16="http://schemas.microsoft.com/office/drawing/2014/main" id="{B2D72B07-53FD-0DBA-4F1C-C30DEC8CE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1862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9" name="Rectangle 78">
              <a:extLst>
                <a:ext uri="{FF2B5EF4-FFF2-40B4-BE49-F238E27FC236}">
                  <a16:creationId xmlns:a16="http://schemas.microsoft.com/office/drawing/2014/main" id="{5DE3EFBE-024D-8E4D-F825-7A8099F32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384" name="Rectangle 20">
            <a:extLst>
              <a:ext uri="{FF2B5EF4-FFF2-40B4-BE49-F238E27FC236}">
                <a16:creationId xmlns:a16="http://schemas.microsoft.com/office/drawing/2014/main" id="{4A1C6419-33E1-1BBC-4E6E-75E345767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9549" y="4484345"/>
            <a:ext cx="11886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MemtoReg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85" name="Line 116">
            <a:extLst>
              <a:ext uri="{FF2B5EF4-FFF2-40B4-BE49-F238E27FC236}">
                <a16:creationId xmlns:a16="http://schemas.microsoft.com/office/drawing/2014/main" id="{964385E7-B6BC-1CE7-82C0-2C24B51C4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68" y="1212511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86" name="Rectangle 117">
            <a:extLst>
              <a:ext uri="{FF2B5EF4-FFF2-40B4-BE49-F238E27FC236}">
                <a16:creationId xmlns:a16="http://schemas.microsoft.com/office/drawing/2014/main" id="{80F8FABA-4642-31DC-F9BE-8C97F38B9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041" y="1051506"/>
            <a:ext cx="1769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387" name="Line 124">
            <a:extLst>
              <a:ext uri="{FF2B5EF4-FFF2-40B4-BE49-F238E27FC236}">
                <a16:creationId xmlns:a16="http://schemas.microsoft.com/office/drawing/2014/main" id="{D2661078-C673-D700-F134-4D9012192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4496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88" name="Rectangle 125">
            <a:extLst>
              <a:ext uri="{FF2B5EF4-FFF2-40B4-BE49-F238E27FC236}">
                <a16:creationId xmlns:a16="http://schemas.microsoft.com/office/drawing/2014/main" id="{14DC0EBF-826A-232A-B395-F797E6E566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76505" y="1431886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89" name="Rectangle 126">
            <a:extLst>
              <a:ext uri="{FF2B5EF4-FFF2-40B4-BE49-F238E27FC236}">
                <a16:creationId xmlns:a16="http://schemas.microsoft.com/office/drawing/2014/main" id="{6EC7AEB6-E3B8-FB3E-95D7-52B7E4716A9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48811" y="1431886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90" name="Rectangle 127">
            <a:extLst>
              <a:ext uri="{FF2B5EF4-FFF2-40B4-BE49-F238E27FC236}">
                <a16:creationId xmlns:a16="http://schemas.microsoft.com/office/drawing/2014/main" id="{967931C6-2B9D-1C6C-E230-A41D6ED0808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28748" y="1431886"/>
            <a:ext cx="9208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91" name="Rectangle 128">
            <a:extLst>
              <a:ext uri="{FF2B5EF4-FFF2-40B4-BE49-F238E27FC236}">
                <a16:creationId xmlns:a16="http://schemas.microsoft.com/office/drawing/2014/main" id="{D3F6376D-A392-97CF-E352-5970A705550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05348" y="1381878"/>
            <a:ext cx="8223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92" name="Line 129">
            <a:extLst>
              <a:ext uri="{FF2B5EF4-FFF2-40B4-BE49-F238E27FC236}">
                <a16:creationId xmlns:a16="http://schemas.microsoft.com/office/drawing/2014/main" id="{1CB45BFB-0D01-9904-B7D6-384ECE771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801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3" name="Line 130">
            <a:extLst>
              <a:ext uri="{FF2B5EF4-FFF2-40B4-BE49-F238E27FC236}">
                <a16:creationId xmlns:a16="http://schemas.microsoft.com/office/drawing/2014/main" id="{54E45B23-4E0D-57DC-C377-BBE4DBAE7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9107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4" name="Line 131">
            <a:extLst>
              <a:ext uri="{FF2B5EF4-FFF2-40B4-BE49-F238E27FC236}">
                <a16:creationId xmlns:a16="http://schemas.microsoft.com/office/drawing/2014/main" id="{33F536B0-1238-A5E6-EB8F-561C1F329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413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95" name="Rectangle 132">
            <a:extLst>
              <a:ext uri="{FF2B5EF4-FFF2-40B4-BE49-F238E27FC236}">
                <a16:creationId xmlns:a16="http://schemas.microsoft.com/office/drawing/2014/main" id="{C88F2DF3-1163-1615-47A0-C3BADFE87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346" y="1943460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96" name="Rectangle 133">
            <a:extLst>
              <a:ext uri="{FF2B5EF4-FFF2-40B4-BE49-F238E27FC236}">
                <a16:creationId xmlns:a16="http://schemas.microsoft.com/office/drawing/2014/main" id="{1481B1A6-DAE4-4B85-26A1-F26EC8114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040" y="194346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97" name="Rectangle 134">
            <a:extLst>
              <a:ext uri="{FF2B5EF4-FFF2-40B4-BE49-F238E27FC236}">
                <a16:creationId xmlns:a16="http://schemas.microsoft.com/office/drawing/2014/main" id="{C188FE0D-F45E-BA45-2CC1-FD4895D83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9206" y="194346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98" name="Rectangle 135">
            <a:extLst>
              <a:ext uri="{FF2B5EF4-FFF2-40B4-BE49-F238E27FC236}">
                <a16:creationId xmlns:a16="http://schemas.microsoft.com/office/drawing/2014/main" id="{5E0DA4DD-7EFB-9326-0F88-497C54F3D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900" y="1943460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99" name="Group 189">
            <a:extLst>
              <a:ext uri="{FF2B5EF4-FFF2-40B4-BE49-F238E27FC236}">
                <a16:creationId xmlns:a16="http://schemas.microsoft.com/office/drawing/2014/main" id="{E1C954A1-9E6A-BF4D-0BBF-E43C30A2D4EF}"/>
              </a:ext>
            </a:extLst>
          </p:cNvPr>
          <p:cNvGrpSpPr>
            <a:grpSpLocks/>
          </p:cNvGrpSpPr>
          <p:nvPr/>
        </p:nvGrpSpPr>
        <p:grpSpPr bwMode="auto">
          <a:xfrm>
            <a:off x="2706579" y="1138010"/>
            <a:ext cx="975537" cy="857462"/>
            <a:chOff x="1258" y="523"/>
            <a:chExt cx="694" cy="610"/>
          </a:xfrm>
        </p:grpSpPr>
        <p:sp>
          <p:nvSpPr>
            <p:cNvPr id="400" name="Rectangle 190">
              <a:extLst>
                <a:ext uri="{FF2B5EF4-FFF2-40B4-BE49-F238E27FC236}">
                  <a16:creationId xmlns:a16="http://schemas.microsoft.com/office/drawing/2014/main" id="{80DD42A2-A6DA-51AD-D408-0D2B19A12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523"/>
              <a:ext cx="694" cy="56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01" name="Rectangle 191">
              <a:extLst>
                <a:ext uri="{FF2B5EF4-FFF2-40B4-BE49-F238E27FC236}">
                  <a16:creationId xmlns:a16="http://schemas.microsoft.com/office/drawing/2014/main" id="{0304F501-671A-1857-1E29-BB5B1AD22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02" name="Rectangle 192">
              <a:extLst>
                <a:ext uri="{FF2B5EF4-FFF2-40B4-BE49-F238E27FC236}">
                  <a16:creationId xmlns:a16="http://schemas.microsoft.com/office/drawing/2014/main" id="{60987137-5D86-6584-A0D5-C26567403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540"/>
              <a:ext cx="658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404" name="Oval 217">
            <a:extLst>
              <a:ext uri="{FF2B5EF4-FFF2-40B4-BE49-F238E27FC236}">
                <a16:creationId xmlns:a16="http://schemas.microsoft.com/office/drawing/2014/main" id="{F0F10FBE-F9C4-A370-B1B5-7370EAB37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860" y="1482400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5" name="Line 219">
            <a:extLst>
              <a:ext uri="{FF2B5EF4-FFF2-40B4-BE49-F238E27FC236}">
                <a16:creationId xmlns:a16="http://schemas.microsoft.com/office/drawing/2014/main" id="{E6058F48-C06E-B6F0-7ED4-1380FA60B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137" y="1212511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6" name="Line 220">
            <a:extLst>
              <a:ext uri="{FF2B5EF4-FFF2-40B4-BE49-F238E27FC236}">
                <a16:creationId xmlns:a16="http://schemas.microsoft.com/office/drawing/2014/main" id="{27933B51-789E-9A6D-B30D-41CC33052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137" y="1684817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7" name="Text Box 222">
            <a:extLst>
              <a:ext uri="{FF2B5EF4-FFF2-40B4-BE49-F238E27FC236}">
                <a16:creationId xmlns:a16="http://schemas.microsoft.com/office/drawing/2014/main" id="{75D9F0DC-C095-F7A1-83BE-F9D061CEE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918" y="1541706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8" name="Rectangle 27">
            <a:extLst>
              <a:ext uri="{FF2B5EF4-FFF2-40B4-BE49-F238E27FC236}">
                <a16:creationId xmlns:a16="http://schemas.microsoft.com/office/drawing/2014/main" id="{50B9806E-D584-E152-EA37-0841E1205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664" y="283600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409" name="Line 29">
            <a:extLst>
              <a:ext uri="{FF2B5EF4-FFF2-40B4-BE49-F238E27FC236}">
                <a16:creationId xmlns:a16="http://schemas.microsoft.com/office/drawing/2014/main" id="{A9C79F04-1398-8AF4-7D4C-2D984904F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47" y="3816815"/>
            <a:ext cx="70482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0" name="Rectangle 31">
            <a:extLst>
              <a:ext uri="{FF2B5EF4-FFF2-40B4-BE49-F238E27FC236}">
                <a16:creationId xmlns:a16="http://schemas.microsoft.com/office/drawing/2014/main" id="{5B453613-6DC4-E84F-14FC-2CEBF711C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481" y="3428893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1" name="Line 33">
            <a:extLst>
              <a:ext uri="{FF2B5EF4-FFF2-40B4-BE49-F238E27FC236}">
                <a16:creationId xmlns:a16="http://schemas.microsoft.com/office/drawing/2014/main" id="{A3471DE1-7836-E6D9-765F-ADDB4F1C9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965" y="4605858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2" name="Rectangle 34">
            <a:extLst>
              <a:ext uri="{FF2B5EF4-FFF2-40B4-BE49-F238E27FC236}">
                <a16:creationId xmlns:a16="http://schemas.microsoft.com/office/drawing/2014/main" id="{823E3EED-E07A-41E0-AB30-EC351AA683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1056" y="3833986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413" name="Rectangle 35">
            <a:extLst>
              <a:ext uri="{FF2B5EF4-FFF2-40B4-BE49-F238E27FC236}">
                <a16:creationId xmlns:a16="http://schemas.microsoft.com/office/drawing/2014/main" id="{4748025D-0F6B-7C0E-DA30-7F5FD61F2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395" y="510671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14" name="Line 49">
            <a:extLst>
              <a:ext uri="{FF2B5EF4-FFF2-40B4-BE49-F238E27FC236}">
                <a16:creationId xmlns:a16="http://schemas.microsoft.com/office/drawing/2014/main" id="{61E3305F-1105-7025-8E5F-308FB76C1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635" y="4193846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415" name="Group 50">
            <a:extLst>
              <a:ext uri="{FF2B5EF4-FFF2-40B4-BE49-F238E27FC236}">
                <a16:creationId xmlns:a16="http://schemas.microsoft.com/office/drawing/2014/main" id="{A2B83477-712A-8DAD-9EE1-98902B53FC36}"/>
              </a:ext>
            </a:extLst>
          </p:cNvPr>
          <p:cNvGrpSpPr>
            <a:grpSpLocks/>
          </p:cNvGrpSpPr>
          <p:nvPr/>
        </p:nvGrpSpPr>
        <p:grpSpPr bwMode="auto">
          <a:xfrm>
            <a:off x="1770414" y="3298497"/>
            <a:ext cx="347663" cy="1431926"/>
            <a:chOff x="1614" y="2226"/>
            <a:chExt cx="219" cy="902"/>
          </a:xfrm>
        </p:grpSpPr>
        <p:grpSp>
          <p:nvGrpSpPr>
            <p:cNvPr id="416" name="Group 51">
              <a:extLst>
                <a:ext uri="{FF2B5EF4-FFF2-40B4-BE49-F238E27FC236}">
                  <a16:creationId xmlns:a16="http://schemas.microsoft.com/office/drawing/2014/main" id="{D909E718-47A2-9402-86C9-CDF9EC6CC5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420" name="Line 52">
                <a:extLst>
                  <a:ext uri="{FF2B5EF4-FFF2-40B4-BE49-F238E27FC236}">
                    <a16:creationId xmlns:a16="http://schemas.microsoft.com/office/drawing/2014/main" id="{89533B28-9696-3F77-BA89-A30AF2C9F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21" name="Line 53">
                <a:extLst>
                  <a:ext uri="{FF2B5EF4-FFF2-40B4-BE49-F238E27FC236}">
                    <a16:creationId xmlns:a16="http://schemas.microsoft.com/office/drawing/2014/main" id="{FC520581-B42F-1C33-EF0D-EE7B01BEA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22" name="Line 54">
                <a:extLst>
                  <a:ext uri="{FF2B5EF4-FFF2-40B4-BE49-F238E27FC236}">
                    <a16:creationId xmlns:a16="http://schemas.microsoft.com/office/drawing/2014/main" id="{CB14FE14-18B8-0CDD-CB31-C0FECD2DB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23" name="Line 55">
                <a:extLst>
                  <a:ext uri="{FF2B5EF4-FFF2-40B4-BE49-F238E27FC236}">
                    <a16:creationId xmlns:a16="http://schemas.microsoft.com/office/drawing/2014/main" id="{8FA2156F-2BD7-5CDC-F87D-B0B5CCD80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417" name="Rectangle 56">
              <a:extLst>
                <a:ext uri="{FF2B5EF4-FFF2-40B4-BE49-F238E27FC236}">
                  <a16:creationId xmlns:a16="http://schemas.microsoft.com/office/drawing/2014/main" id="{5858AF1B-B4FF-A13B-BB1D-BC9FEB5111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418" name="Rectangle 57">
              <a:extLst>
                <a:ext uri="{FF2B5EF4-FFF2-40B4-BE49-F238E27FC236}">
                  <a16:creationId xmlns:a16="http://schemas.microsoft.com/office/drawing/2014/main" id="{D7A71895-DFB2-9D37-2D62-C0E1CE62E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19" name="Rectangle 58">
              <a:extLst>
                <a:ext uri="{FF2B5EF4-FFF2-40B4-BE49-F238E27FC236}">
                  <a16:creationId xmlns:a16="http://schemas.microsoft.com/office/drawing/2014/main" id="{18DC2203-71CF-224E-EC92-11CE38C3B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424" name="Line 59">
            <a:extLst>
              <a:ext uri="{FF2B5EF4-FFF2-40B4-BE49-F238E27FC236}">
                <a16:creationId xmlns:a16="http://schemas.microsoft.com/office/drawing/2014/main" id="{D695A1EA-A9B2-44E8-09FF-38EE10120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4118" y="3465183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5" name="Line 60">
            <a:extLst>
              <a:ext uri="{FF2B5EF4-FFF2-40B4-BE49-F238E27FC236}">
                <a16:creationId xmlns:a16="http://schemas.microsoft.com/office/drawing/2014/main" id="{1E0E50CA-3510-DE86-BC2A-B36C50345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2285" y="4620883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6" name="Rectangle 75">
            <a:extLst>
              <a:ext uri="{FF2B5EF4-FFF2-40B4-BE49-F238E27FC236}">
                <a16:creationId xmlns:a16="http://schemas.microsoft.com/office/drawing/2014/main" id="{09653436-0375-F6FA-D733-2AE226C52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647" y="4941913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7" name="Line 76">
            <a:extLst>
              <a:ext uri="{FF2B5EF4-FFF2-40B4-BE49-F238E27FC236}">
                <a16:creationId xmlns:a16="http://schemas.microsoft.com/office/drawing/2014/main" id="{EFF362D7-7DF9-36A2-DE75-44E6E394DB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5377" y="4625936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8" name="Line 119">
            <a:extLst>
              <a:ext uri="{FF2B5EF4-FFF2-40B4-BE49-F238E27FC236}">
                <a16:creationId xmlns:a16="http://schemas.microsoft.com/office/drawing/2014/main" id="{FFCC506E-FE67-870F-6E1B-421B43CF6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85" y="5078083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29" name="Freeform 120">
            <a:extLst>
              <a:ext uri="{FF2B5EF4-FFF2-40B4-BE49-F238E27FC236}">
                <a16:creationId xmlns:a16="http://schemas.microsoft.com/office/drawing/2014/main" id="{6BB7B2C6-1984-4D5B-002A-A27988377533}"/>
              </a:ext>
            </a:extLst>
          </p:cNvPr>
          <p:cNvSpPr>
            <a:spLocks/>
          </p:cNvSpPr>
          <p:nvPr/>
        </p:nvSpPr>
        <p:spPr bwMode="auto">
          <a:xfrm>
            <a:off x="3018343" y="1929406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0" name="Rectangle 121">
            <a:extLst>
              <a:ext uri="{FF2B5EF4-FFF2-40B4-BE49-F238E27FC236}">
                <a16:creationId xmlns:a16="http://schemas.microsoft.com/office/drawing/2014/main" id="{8CDE8E36-9E47-60D8-E575-C2BF1F0B1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32" y="2338599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431" name="Line 122">
            <a:extLst>
              <a:ext uri="{FF2B5EF4-FFF2-40B4-BE49-F238E27FC236}">
                <a16:creationId xmlns:a16="http://schemas.microsoft.com/office/drawing/2014/main" id="{CC4902BF-12DA-8302-DEF3-FB8927D7D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3720" y="4036683"/>
            <a:ext cx="1588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2" name="Freeform 123">
            <a:extLst>
              <a:ext uri="{FF2B5EF4-FFF2-40B4-BE49-F238E27FC236}">
                <a16:creationId xmlns:a16="http://schemas.microsoft.com/office/drawing/2014/main" id="{318F6874-8325-02D9-B2B1-076496765E92}"/>
              </a:ext>
            </a:extLst>
          </p:cNvPr>
          <p:cNvSpPr>
            <a:spLocks/>
          </p:cNvSpPr>
          <p:nvPr/>
        </p:nvSpPr>
        <p:spPr bwMode="auto">
          <a:xfrm>
            <a:off x="38447" y="2618771"/>
            <a:ext cx="3092332" cy="1197159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  <a:gd name="connsiteX0" fmla="*/ 9995 w 9995"/>
              <a:gd name="connsiteY0" fmla="*/ 0 h 9986"/>
              <a:gd name="connsiteX1" fmla="*/ 0 w 9995"/>
              <a:gd name="connsiteY1" fmla="*/ 0 h 9986"/>
              <a:gd name="connsiteX2" fmla="*/ 0 w 9995"/>
              <a:gd name="connsiteY2" fmla="*/ 9986 h 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95" h="9986">
                <a:moveTo>
                  <a:pt x="9995" y="0"/>
                </a:moveTo>
                <a:lnTo>
                  <a:pt x="0" y="0"/>
                </a:lnTo>
                <a:lnTo>
                  <a:pt x="0" y="998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3" name="Freeform 124">
            <a:extLst>
              <a:ext uri="{FF2B5EF4-FFF2-40B4-BE49-F238E27FC236}">
                <a16:creationId xmlns:a16="http://schemas.microsoft.com/office/drawing/2014/main" id="{5B7332A7-13A0-8F17-8B18-52DEC5FD9651}"/>
              </a:ext>
            </a:extLst>
          </p:cNvPr>
          <p:cNvSpPr>
            <a:spLocks/>
          </p:cNvSpPr>
          <p:nvPr/>
        </p:nvSpPr>
        <p:spPr bwMode="auto">
          <a:xfrm>
            <a:off x="546447" y="3465183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34" name="Rectangle 35">
            <a:extLst>
              <a:ext uri="{FF2B5EF4-FFF2-40B4-BE49-F238E27FC236}">
                <a16:creationId xmlns:a16="http://schemas.microsoft.com/office/drawing/2014/main" id="{2FF172CA-A7AA-2341-170D-3C0096AB2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93" y="352380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A9646171-91E0-F55A-D98F-BB46162D1374}"/>
              </a:ext>
            </a:extLst>
          </p:cNvPr>
          <p:cNvGrpSpPr/>
          <p:nvPr/>
        </p:nvGrpSpPr>
        <p:grpSpPr>
          <a:xfrm>
            <a:off x="724218" y="2748060"/>
            <a:ext cx="505337" cy="1193800"/>
            <a:chOff x="5799138" y="4889500"/>
            <a:chExt cx="505337" cy="1193800"/>
          </a:xfrm>
        </p:grpSpPr>
        <p:grpSp>
          <p:nvGrpSpPr>
            <p:cNvPr id="436" name="Group 4">
              <a:extLst>
                <a:ext uri="{FF2B5EF4-FFF2-40B4-BE49-F238E27FC236}">
                  <a16:creationId xmlns:a16="http://schemas.microsoft.com/office/drawing/2014/main" id="{09E16844-2F4F-7065-CA0C-AD3B38107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438" name="Line 5">
                <a:extLst>
                  <a:ext uri="{FF2B5EF4-FFF2-40B4-BE49-F238E27FC236}">
                    <a16:creationId xmlns:a16="http://schemas.microsoft.com/office/drawing/2014/main" id="{51A257AE-7C51-17F4-A792-16BBBDABA8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39" name="Line 6">
                <a:extLst>
                  <a:ext uri="{FF2B5EF4-FFF2-40B4-BE49-F238E27FC236}">
                    <a16:creationId xmlns:a16="http://schemas.microsoft.com/office/drawing/2014/main" id="{5114DE01-5054-4445-9A47-98AC144D1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0" name="Line 7">
                <a:extLst>
                  <a:ext uri="{FF2B5EF4-FFF2-40B4-BE49-F238E27FC236}">
                    <a16:creationId xmlns:a16="http://schemas.microsoft.com/office/drawing/2014/main" id="{05594ABF-597D-08F2-BA83-1D0A63A97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1" name="Line 8">
                <a:extLst>
                  <a:ext uri="{FF2B5EF4-FFF2-40B4-BE49-F238E27FC236}">
                    <a16:creationId xmlns:a16="http://schemas.microsoft.com/office/drawing/2014/main" id="{43EA5706-C594-072E-8870-B70AF91B9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2" name="Line 9">
                <a:extLst>
                  <a:ext uri="{FF2B5EF4-FFF2-40B4-BE49-F238E27FC236}">
                    <a16:creationId xmlns:a16="http://schemas.microsoft.com/office/drawing/2014/main" id="{7576FC30-9752-9AA7-17A9-5A05DA4256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3" name="Line 10">
                <a:extLst>
                  <a:ext uri="{FF2B5EF4-FFF2-40B4-BE49-F238E27FC236}">
                    <a16:creationId xmlns:a16="http://schemas.microsoft.com/office/drawing/2014/main" id="{0A7B2E0F-FEB4-3C52-ED2C-A58A8D17C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4" name="Line 11">
                <a:extLst>
                  <a:ext uri="{FF2B5EF4-FFF2-40B4-BE49-F238E27FC236}">
                    <a16:creationId xmlns:a16="http://schemas.microsoft.com/office/drawing/2014/main" id="{309F4A7E-3332-181B-3EB6-20F8338A4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45" name="Line 12">
                <a:extLst>
                  <a:ext uri="{FF2B5EF4-FFF2-40B4-BE49-F238E27FC236}">
                    <a16:creationId xmlns:a16="http://schemas.microsoft.com/office/drawing/2014/main" id="{2FF007D0-BA40-1824-A6F4-E465C7789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437" name="Rectangle 58">
              <a:extLst>
                <a:ext uri="{FF2B5EF4-FFF2-40B4-BE49-F238E27FC236}">
                  <a16:creationId xmlns:a16="http://schemas.microsoft.com/office/drawing/2014/main" id="{79EF4263-605A-7DC2-FB98-852DD1C34B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446" name="Rectangle 73">
            <a:extLst>
              <a:ext uri="{FF2B5EF4-FFF2-40B4-BE49-F238E27FC236}">
                <a16:creationId xmlns:a16="http://schemas.microsoft.com/office/drawing/2014/main" id="{87E428A3-1682-1D31-EA9E-538F3AE79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47" y="273969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447" name="Line 74">
            <a:extLst>
              <a:ext uri="{FF2B5EF4-FFF2-40B4-BE49-F238E27FC236}">
                <a16:creationId xmlns:a16="http://schemas.microsoft.com/office/drawing/2014/main" id="{56321623-52EA-0F95-A1DA-D0E66AE20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335" y="2934959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878DC475-6CAA-FA38-EB51-556CE2FCAEC6}"/>
              </a:ext>
            </a:extLst>
          </p:cNvPr>
          <p:cNvGrpSpPr/>
          <p:nvPr/>
        </p:nvGrpSpPr>
        <p:grpSpPr>
          <a:xfrm>
            <a:off x="1055703" y="4070717"/>
            <a:ext cx="505337" cy="1193800"/>
            <a:chOff x="5799138" y="4889500"/>
            <a:chExt cx="505337" cy="1193800"/>
          </a:xfrm>
        </p:grpSpPr>
        <p:grpSp>
          <p:nvGrpSpPr>
            <p:cNvPr id="449" name="Group 4">
              <a:extLst>
                <a:ext uri="{FF2B5EF4-FFF2-40B4-BE49-F238E27FC236}">
                  <a16:creationId xmlns:a16="http://schemas.microsoft.com/office/drawing/2014/main" id="{610DC2C1-EF88-BAEB-B0EA-26DDA3C72D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451" name="Line 5">
                <a:extLst>
                  <a:ext uri="{FF2B5EF4-FFF2-40B4-BE49-F238E27FC236}">
                    <a16:creationId xmlns:a16="http://schemas.microsoft.com/office/drawing/2014/main" id="{B9B7DC33-D08D-7016-E015-30EF60078E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2" name="Line 6">
                <a:extLst>
                  <a:ext uri="{FF2B5EF4-FFF2-40B4-BE49-F238E27FC236}">
                    <a16:creationId xmlns:a16="http://schemas.microsoft.com/office/drawing/2014/main" id="{BC71D228-A8AD-486D-F566-CC8C5E192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3" name="Line 7">
                <a:extLst>
                  <a:ext uri="{FF2B5EF4-FFF2-40B4-BE49-F238E27FC236}">
                    <a16:creationId xmlns:a16="http://schemas.microsoft.com/office/drawing/2014/main" id="{36E13168-4B9C-F801-23F1-BAEB8C455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4" name="Line 8">
                <a:extLst>
                  <a:ext uri="{FF2B5EF4-FFF2-40B4-BE49-F238E27FC236}">
                    <a16:creationId xmlns:a16="http://schemas.microsoft.com/office/drawing/2014/main" id="{4057B7F5-CCCB-5363-D41E-556C40F94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5" name="Line 9">
                <a:extLst>
                  <a:ext uri="{FF2B5EF4-FFF2-40B4-BE49-F238E27FC236}">
                    <a16:creationId xmlns:a16="http://schemas.microsoft.com/office/drawing/2014/main" id="{5323D0E6-E3E3-A278-F954-F32CF2166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6" name="Line 10">
                <a:extLst>
                  <a:ext uri="{FF2B5EF4-FFF2-40B4-BE49-F238E27FC236}">
                    <a16:creationId xmlns:a16="http://schemas.microsoft.com/office/drawing/2014/main" id="{0CA63A3B-6E5E-CC20-7F57-22599F832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7" name="Line 11">
                <a:extLst>
                  <a:ext uri="{FF2B5EF4-FFF2-40B4-BE49-F238E27FC236}">
                    <a16:creationId xmlns:a16="http://schemas.microsoft.com/office/drawing/2014/main" id="{6E006FD2-0859-7C03-A52F-E89C65B3CA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458" name="Line 12">
                <a:extLst>
                  <a:ext uri="{FF2B5EF4-FFF2-40B4-BE49-F238E27FC236}">
                    <a16:creationId xmlns:a16="http://schemas.microsoft.com/office/drawing/2014/main" id="{B2FA08C5-69B1-E8D0-A9CA-F32598B49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450" name="Rectangle 58">
              <a:extLst>
                <a:ext uri="{FF2B5EF4-FFF2-40B4-BE49-F238E27FC236}">
                  <a16:creationId xmlns:a16="http://schemas.microsoft.com/office/drawing/2014/main" id="{379E8E6E-A570-6794-3E1F-DFDF462113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grpSp>
        <p:nvGrpSpPr>
          <p:cNvPr id="459" name="组合 458">
            <a:extLst>
              <a:ext uri="{FF2B5EF4-FFF2-40B4-BE49-F238E27FC236}">
                <a16:creationId xmlns:a16="http://schemas.microsoft.com/office/drawing/2014/main" id="{B8764FB4-4DBA-46C9-9751-6B08759440D2}"/>
              </a:ext>
            </a:extLst>
          </p:cNvPr>
          <p:cNvGrpSpPr/>
          <p:nvPr/>
        </p:nvGrpSpPr>
        <p:grpSpPr>
          <a:xfrm>
            <a:off x="343248" y="4685229"/>
            <a:ext cx="384168" cy="797667"/>
            <a:chOff x="389548" y="4627354"/>
            <a:chExt cx="384168" cy="797667"/>
          </a:xfrm>
        </p:grpSpPr>
        <p:sp>
          <p:nvSpPr>
            <p:cNvPr id="460" name="椭圆 4">
              <a:extLst>
                <a:ext uri="{FF2B5EF4-FFF2-40B4-BE49-F238E27FC236}">
                  <a16:creationId xmlns:a16="http://schemas.microsoft.com/office/drawing/2014/main" id="{734A7966-32A9-150C-2153-29484637C7A8}"/>
                </a:ext>
              </a:extLst>
            </p:cNvPr>
            <p:cNvSpPr/>
            <p:nvPr/>
          </p:nvSpPr>
          <p:spPr bwMode="auto">
            <a:xfrm>
              <a:off x="389548" y="4627354"/>
              <a:ext cx="384168" cy="79766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61" name="Rectangle 96">
              <a:extLst>
                <a:ext uri="{FF2B5EF4-FFF2-40B4-BE49-F238E27FC236}">
                  <a16:creationId xmlns:a16="http://schemas.microsoft.com/office/drawing/2014/main" id="{A9FC2A3E-5A33-058E-6081-2F64EE1C23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6419" y="4847450"/>
              <a:ext cx="59471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&lt;&lt; 2</a:t>
              </a:r>
            </a:p>
          </p:txBody>
        </p:sp>
      </p:grpSp>
      <p:sp>
        <p:nvSpPr>
          <p:cNvPr id="462" name="Line 82">
            <a:extLst>
              <a:ext uri="{FF2B5EF4-FFF2-40B4-BE49-F238E27FC236}">
                <a16:creationId xmlns:a16="http://schemas.microsoft.com/office/drawing/2014/main" id="{4E7BD345-BE0E-216D-B4A9-77BD61066B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1853" y="5315135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3" name="Line 82">
            <a:extLst>
              <a:ext uri="{FF2B5EF4-FFF2-40B4-BE49-F238E27FC236}">
                <a16:creationId xmlns:a16="http://schemas.microsoft.com/office/drawing/2014/main" id="{B7F5D4B1-0026-97CC-401B-D4FC31E1B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447" y="6412002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4" name="Line 82">
            <a:extLst>
              <a:ext uri="{FF2B5EF4-FFF2-40B4-BE49-F238E27FC236}">
                <a16:creationId xmlns:a16="http://schemas.microsoft.com/office/drawing/2014/main" id="{4051D1AA-CEB7-8FBC-896F-6E51B23C4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447" y="5487848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5" name="Line 29">
            <a:extLst>
              <a:ext uri="{FF2B5EF4-FFF2-40B4-BE49-F238E27FC236}">
                <a16:creationId xmlns:a16="http://schemas.microsoft.com/office/drawing/2014/main" id="{B36B8F52-6625-70D9-4358-7BE4821096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5972" y="294195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6" name="Line 37">
            <a:extLst>
              <a:ext uri="{FF2B5EF4-FFF2-40B4-BE49-F238E27FC236}">
                <a16:creationId xmlns:a16="http://schemas.microsoft.com/office/drawing/2014/main" id="{A24F59B3-3099-1393-F8D5-81A0AE01A2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947" y="633542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7" name="Rectangle 38">
            <a:extLst>
              <a:ext uri="{FF2B5EF4-FFF2-40B4-BE49-F238E27FC236}">
                <a16:creationId xmlns:a16="http://schemas.microsoft.com/office/drawing/2014/main" id="{A2FCC8D0-806D-A52A-3AE1-0C051EF70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610" y="636668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468" name="Line 88">
            <a:extLst>
              <a:ext uri="{FF2B5EF4-FFF2-40B4-BE49-F238E27FC236}">
                <a16:creationId xmlns:a16="http://schemas.microsoft.com/office/drawing/2014/main" id="{8B0A1348-6EFD-BA08-4004-8B443F58B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0762" y="3937098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9" name="Rectangle 18">
            <a:extLst>
              <a:ext uri="{FF2B5EF4-FFF2-40B4-BE49-F238E27FC236}">
                <a16:creationId xmlns:a16="http://schemas.microsoft.com/office/drawing/2014/main" id="{502FEE98-AD75-60EA-7DAE-7F3CEEFD4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1534" y="3709608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470" name="组合 469">
            <a:extLst>
              <a:ext uri="{FF2B5EF4-FFF2-40B4-BE49-F238E27FC236}">
                <a16:creationId xmlns:a16="http://schemas.microsoft.com/office/drawing/2014/main" id="{AFA2BEDB-B39A-1EC2-8A72-3868B5F01E0B}"/>
              </a:ext>
            </a:extLst>
          </p:cNvPr>
          <p:cNvGrpSpPr/>
          <p:nvPr/>
        </p:nvGrpSpPr>
        <p:grpSpPr>
          <a:xfrm rot="16200000">
            <a:off x="1195244" y="1741345"/>
            <a:ext cx="384168" cy="797667"/>
            <a:chOff x="389548" y="4627354"/>
            <a:chExt cx="384168" cy="797667"/>
          </a:xfrm>
        </p:grpSpPr>
        <p:sp>
          <p:nvSpPr>
            <p:cNvPr id="471" name="椭圆 4">
              <a:extLst>
                <a:ext uri="{FF2B5EF4-FFF2-40B4-BE49-F238E27FC236}">
                  <a16:creationId xmlns:a16="http://schemas.microsoft.com/office/drawing/2014/main" id="{6A9A2B83-134C-8FF0-B9F4-BB1A8138A39B}"/>
                </a:ext>
              </a:extLst>
            </p:cNvPr>
            <p:cNvSpPr/>
            <p:nvPr/>
          </p:nvSpPr>
          <p:spPr bwMode="auto">
            <a:xfrm>
              <a:off x="389548" y="4627354"/>
              <a:ext cx="384168" cy="797667"/>
            </a:xfrm>
            <a:prstGeom prst="ellipse">
              <a:avLst/>
            </a:prstGeom>
            <a:noFill/>
            <a:ln w="25400">
              <a:solidFill>
                <a:srgbClr val="00B0F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72" name="Rectangle 96">
              <a:extLst>
                <a:ext uri="{FF2B5EF4-FFF2-40B4-BE49-F238E27FC236}">
                  <a16:creationId xmlns:a16="http://schemas.microsoft.com/office/drawing/2014/main" id="{EC1630A9-DE49-5B49-FABF-9B9CC141C3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6419" y="4859473"/>
              <a:ext cx="59471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solidFill>
                    <a:srgbClr val="00B0F0"/>
                  </a:solidFill>
                  <a:latin typeface="+mn-lt"/>
                  <a:ea typeface="SimHei" panose="02010609060101010101" pitchFamily="49" charset="-122"/>
                </a:rPr>
                <a:t>&lt;&lt; 2</a:t>
              </a:r>
            </a:p>
          </p:txBody>
        </p:sp>
      </p:grpSp>
      <p:sp>
        <p:nvSpPr>
          <p:cNvPr id="473" name="Line 82">
            <a:extLst>
              <a:ext uri="{FF2B5EF4-FFF2-40B4-BE49-F238E27FC236}">
                <a16:creationId xmlns:a16="http://schemas.microsoft.com/office/drawing/2014/main" id="{19D0DA4E-70BE-85EB-4C5F-93D222B8B4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9944" y="1208294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4" name="Line 89">
            <a:extLst>
              <a:ext uri="{FF2B5EF4-FFF2-40B4-BE49-F238E27FC236}">
                <a16:creationId xmlns:a16="http://schemas.microsoft.com/office/drawing/2014/main" id="{EBBABEDC-38A2-BCF2-1626-6F7E83633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8511" y="2126098"/>
            <a:ext cx="199638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5" name="Line 119">
            <a:extLst>
              <a:ext uri="{FF2B5EF4-FFF2-40B4-BE49-F238E27FC236}">
                <a16:creationId xmlns:a16="http://schemas.microsoft.com/office/drawing/2014/main" id="{1EAFC368-AF83-32BC-91EB-2DFCD4A2D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046" y="2347134"/>
            <a:ext cx="0" cy="56083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6" name="Line 122">
            <a:extLst>
              <a:ext uri="{FF2B5EF4-FFF2-40B4-BE49-F238E27FC236}">
                <a16:creationId xmlns:a16="http://schemas.microsoft.com/office/drawing/2014/main" id="{B3E7E7F4-6F53-E199-9CF4-D25F24F8B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2114" y="3886036"/>
            <a:ext cx="1588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7" name="Line 89">
            <a:extLst>
              <a:ext uri="{FF2B5EF4-FFF2-40B4-BE49-F238E27FC236}">
                <a16:creationId xmlns:a16="http://schemas.microsoft.com/office/drawing/2014/main" id="{6B0DB6C3-771F-9030-A6FB-1D1B954AF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328" y="2903091"/>
            <a:ext cx="8934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78" name="Rectangle 125">
            <a:extLst>
              <a:ext uri="{FF2B5EF4-FFF2-40B4-BE49-F238E27FC236}">
                <a16:creationId xmlns:a16="http://schemas.microsoft.com/office/drawing/2014/main" id="{E1AB25E6-29FD-0C42-1C6B-C4457C58E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987" y="1828332"/>
            <a:ext cx="8223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&lt;25:0&gt;</a:t>
            </a:r>
          </a:p>
        </p:txBody>
      </p:sp>
      <p:sp>
        <p:nvSpPr>
          <p:cNvPr id="479" name="Line 122">
            <a:extLst>
              <a:ext uri="{FF2B5EF4-FFF2-40B4-BE49-F238E27FC236}">
                <a16:creationId xmlns:a16="http://schemas.microsoft.com/office/drawing/2014/main" id="{3CE0C6E1-3123-E6FE-6E89-6CC950EFA75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47363" y="2899665"/>
            <a:ext cx="0" cy="56667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80" name="Rectangle 125">
            <a:extLst>
              <a:ext uri="{FF2B5EF4-FFF2-40B4-BE49-F238E27FC236}">
                <a16:creationId xmlns:a16="http://schemas.microsoft.com/office/drawing/2014/main" id="{A9C54107-FC65-2256-E734-1673A3229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981" y="2972586"/>
            <a:ext cx="755838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200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rPr>
              <a:t>&lt;31:28&gt;</a:t>
            </a:r>
          </a:p>
        </p:txBody>
      </p:sp>
      <p:grpSp>
        <p:nvGrpSpPr>
          <p:cNvPr id="3" name="Group 50">
            <a:extLst>
              <a:ext uri="{FF2B5EF4-FFF2-40B4-BE49-F238E27FC236}">
                <a16:creationId xmlns:a16="http://schemas.microsoft.com/office/drawing/2014/main" id="{E616AF78-1558-07E1-A31C-3F8146467532}"/>
              </a:ext>
            </a:extLst>
          </p:cNvPr>
          <p:cNvGrpSpPr>
            <a:grpSpLocks/>
          </p:cNvGrpSpPr>
          <p:nvPr/>
        </p:nvGrpSpPr>
        <p:grpSpPr bwMode="auto">
          <a:xfrm>
            <a:off x="2230284" y="2767010"/>
            <a:ext cx="347663" cy="1431926"/>
            <a:chOff x="1614" y="2226"/>
            <a:chExt cx="219" cy="902"/>
          </a:xfrm>
        </p:grpSpPr>
        <p:grpSp>
          <p:nvGrpSpPr>
            <p:cNvPr id="5" name="Group 51">
              <a:extLst>
                <a:ext uri="{FF2B5EF4-FFF2-40B4-BE49-F238E27FC236}">
                  <a16:creationId xmlns:a16="http://schemas.microsoft.com/office/drawing/2014/main" id="{62941C62-45E9-E470-C603-61453BB211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10" name="Line 52">
                <a:extLst>
                  <a:ext uri="{FF2B5EF4-FFF2-40B4-BE49-F238E27FC236}">
                    <a16:creationId xmlns:a16="http://schemas.microsoft.com/office/drawing/2014/main" id="{896EB305-C683-CD12-8601-B4D8D0F33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B0F0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" name="Line 53">
                <a:extLst>
                  <a:ext uri="{FF2B5EF4-FFF2-40B4-BE49-F238E27FC236}">
                    <a16:creationId xmlns:a16="http://schemas.microsoft.com/office/drawing/2014/main" id="{81B26FC3-2300-F175-CA38-00694408F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B0F0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" name="Line 54">
                <a:extLst>
                  <a:ext uri="{FF2B5EF4-FFF2-40B4-BE49-F238E27FC236}">
                    <a16:creationId xmlns:a16="http://schemas.microsoft.com/office/drawing/2014/main" id="{6201C63D-3853-4221-F34D-D883140D2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B0F0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3" name="Line 55">
                <a:extLst>
                  <a:ext uri="{FF2B5EF4-FFF2-40B4-BE49-F238E27FC236}">
                    <a16:creationId xmlns:a16="http://schemas.microsoft.com/office/drawing/2014/main" id="{AFD24CF4-E532-7AB3-4F59-3FE073C72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00B0F0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7" name="Rectangle 56">
              <a:extLst>
                <a:ext uri="{FF2B5EF4-FFF2-40B4-BE49-F238E27FC236}">
                  <a16:creationId xmlns:a16="http://schemas.microsoft.com/office/drawing/2014/main" id="{0245794E-1022-3E05-32E7-A6910F82E7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solidFill>
                    <a:srgbClr val="00B0F0"/>
                  </a:solidFill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8" name="Rectangle 57">
              <a:extLst>
                <a:ext uri="{FF2B5EF4-FFF2-40B4-BE49-F238E27FC236}">
                  <a16:creationId xmlns:a16="http://schemas.microsoft.com/office/drawing/2014/main" id="{FC1BA882-3968-FACF-AD05-84F3C4F7A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" name="Rectangle 58">
              <a:extLst>
                <a:ext uri="{FF2B5EF4-FFF2-40B4-BE49-F238E27FC236}">
                  <a16:creationId xmlns:a16="http://schemas.microsoft.com/office/drawing/2014/main" id="{B0DF076C-2933-4A74-E8EA-B19B083F6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4" name="Line 76">
            <a:extLst>
              <a:ext uri="{FF2B5EF4-FFF2-40B4-BE49-F238E27FC236}">
                <a16:creationId xmlns:a16="http://schemas.microsoft.com/office/drawing/2014/main" id="{1D5CC075-7AA0-65BF-9166-74A912B6ED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4398" y="4096540"/>
            <a:ext cx="0" cy="13401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" name="Rectangle 75">
            <a:extLst>
              <a:ext uri="{FF2B5EF4-FFF2-40B4-BE49-F238E27FC236}">
                <a16:creationId xmlns:a16="http://schemas.microsoft.com/office/drawing/2014/main" id="{55E720C4-AD22-2616-865F-1F8424963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120" y="5404952"/>
            <a:ext cx="9105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1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PCSrc2</a:t>
            </a:r>
          </a:p>
        </p:txBody>
      </p:sp>
      <p:cxnSp>
        <p:nvCxnSpPr>
          <p:cNvPr id="16" name="连接符: 肘形 9">
            <a:extLst>
              <a:ext uri="{FF2B5EF4-FFF2-40B4-BE49-F238E27FC236}">
                <a16:creationId xmlns:a16="http://schemas.microsoft.com/office/drawing/2014/main" id="{22D19231-C4E7-F434-AE03-348983687DE6}"/>
              </a:ext>
            </a:extLst>
          </p:cNvPr>
          <p:cNvCxnSpPr>
            <a:cxnSpLocks/>
          </p:cNvCxnSpPr>
          <p:nvPr/>
        </p:nvCxnSpPr>
        <p:spPr>
          <a:xfrm rot="5400000">
            <a:off x="2143914" y="475509"/>
            <a:ext cx="927559" cy="2379077"/>
          </a:xfrm>
          <a:prstGeom prst="bentConnector2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8AEC0B3-1DF6-BFE7-9075-BE65B100A71A}"/>
              </a:ext>
            </a:extLst>
          </p:cNvPr>
          <p:cNvGrpSpPr/>
          <p:nvPr/>
        </p:nvGrpSpPr>
        <p:grpSpPr>
          <a:xfrm>
            <a:off x="1400755" y="2107957"/>
            <a:ext cx="862142" cy="794529"/>
            <a:chOff x="1586028" y="2441659"/>
            <a:chExt cx="893431" cy="560837"/>
          </a:xfrm>
        </p:grpSpPr>
        <p:sp>
          <p:nvSpPr>
            <p:cNvPr id="18" name="Line 119">
              <a:extLst>
                <a:ext uri="{FF2B5EF4-FFF2-40B4-BE49-F238E27FC236}">
                  <a16:creationId xmlns:a16="http://schemas.microsoft.com/office/drawing/2014/main" id="{3D6A8D2C-9E65-6716-D9FD-0887097A1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1746" y="2441659"/>
              <a:ext cx="0" cy="5608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9" name="Line 89">
              <a:extLst>
                <a:ext uri="{FF2B5EF4-FFF2-40B4-BE49-F238E27FC236}">
                  <a16:creationId xmlns:a16="http://schemas.microsoft.com/office/drawing/2014/main" id="{AF778A82-EE2C-896F-A246-B8352CE3A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028" y="2997616"/>
              <a:ext cx="89343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8AC99964-E678-08FF-4F90-0398F0879891}"/>
              </a:ext>
            </a:extLst>
          </p:cNvPr>
          <p:cNvSpPr txBox="1"/>
          <p:nvPr/>
        </p:nvSpPr>
        <p:spPr>
          <a:xfrm>
            <a:off x="1126612" y="3124396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(PC+4)</a:t>
            </a:r>
          </a:p>
        </p:txBody>
      </p:sp>
      <p:cxnSp>
        <p:nvCxnSpPr>
          <p:cNvPr id="21" name="直接箭头连接符 19">
            <a:extLst>
              <a:ext uri="{FF2B5EF4-FFF2-40B4-BE49-F238E27FC236}">
                <a16:creationId xmlns:a16="http://schemas.microsoft.com/office/drawing/2014/main" id="{E0F016F8-B19F-F5C9-33F7-126B683BB260}"/>
              </a:ext>
            </a:extLst>
          </p:cNvPr>
          <p:cNvCxnSpPr>
            <a:cxnSpLocks/>
          </p:cNvCxnSpPr>
          <p:nvPr/>
        </p:nvCxnSpPr>
        <p:spPr>
          <a:xfrm>
            <a:off x="2267850" y="2901598"/>
            <a:ext cx="301355" cy="9829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3">
            <a:extLst>
              <a:ext uri="{FF2B5EF4-FFF2-40B4-BE49-F238E27FC236}">
                <a16:creationId xmlns:a16="http://schemas.microsoft.com/office/drawing/2014/main" id="{64DD50AF-5CE8-4ACE-4FBC-F8A850D234C2}"/>
              </a:ext>
            </a:extLst>
          </p:cNvPr>
          <p:cNvCxnSpPr>
            <a:cxnSpLocks/>
          </p:cNvCxnSpPr>
          <p:nvPr/>
        </p:nvCxnSpPr>
        <p:spPr>
          <a:xfrm flipV="1">
            <a:off x="2833699" y="2005304"/>
            <a:ext cx="4808477" cy="3523969"/>
          </a:xfrm>
          <a:prstGeom prst="curvedConnector2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16">
            <a:extLst>
              <a:ext uri="{FF2B5EF4-FFF2-40B4-BE49-F238E27FC236}">
                <a16:creationId xmlns:a16="http://schemas.microsoft.com/office/drawing/2014/main" id="{72ABBDD1-CD6A-69C2-2A1D-68729EFA2DC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11823" y="1661239"/>
            <a:ext cx="138339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&gt;, etc.</a:t>
            </a:r>
          </a:p>
        </p:txBody>
      </p:sp>
    </p:spTree>
    <p:extLst>
      <p:ext uri="{BB962C8B-B14F-4D97-AF65-F5344CB8AC3E}">
        <p14:creationId xmlns:p14="http://schemas.microsoft.com/office/powerpoint/2010/main" val="13697949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/>
              <a:t>复习与回顾</a:t>
            </a:r>
            <a:endParaRPr lang="en-US" altLang="zh-CN" dirty="0"/>
          </a:p>
          <a:p>
            <a:pPr marL="342900" lvl="1" indent="-342900">
              <a:buFontTx/>
              <a:buChar char="•"/>
            </a:pPr>
            <a:r>
              <a:rPr lang="zh-CN" altLang="en-US" sz="3200" dirty="0">
                <a:solidFill>
                  <a:srgbClr val="3333FF"/>
                </a:solidFill>
                <a:cs typeface="+mn-cs"/>
              </a:rPr>
              <a:t>单周期数据通路设计流程</a:t>
            </a:r>
            <a:endParaRPr lang="en-US" altLang="zh-CN" sz="3200" dirty="0">
              <a:solidFill>
                <a:srgbClr val="3333FF"/>
              </a:solidFill>
              <a:cs typeface="+mn-cs"/>
            </a:endParaRPr>
          </a:p>
          <a:p>
            <a:pPr lvl="1"/>
            <a:r>
              <a:rPr lang="zh-CN" altLang="en-US" sz="2400" dirty="0"/>
              <a:t>指令集和设计需求分析</a:t>
            </a:r>
            <a:endParaRPr lang="en-US" altLang="zh-CN" sz="2400" dirty="0"/>
          </a:p>
          <a:p>
            <a:pPr lvl="1"/>
            <a:r>
              <a:rPr lang="zh-CN" altLang="en-US" sz="2400" dirty="0"/>
              <a:t>功能模块设计</a:t>
            </a:r>
            <a:endParaRPr lang="en-US" altLang="zh-CN" dirty="0"/>
          </a:p>
          <a:p>
            <a:pPr lvl="1"/>
            <a:r>
              <a:rPr lang="zh-CN" altLang="en-US" sz="2400" dirty="0"/>
              <a:t>数据通路模块组装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rgbClr val="3333FF"/>
                </a:solidFill>
              </a:rPr>
              <a:t>控制信号分析与逻辑设计</a:t>
            </a:r>
            <a:endParaRPr lang="en-US" altLang="zh-CN" sz="2400" dirty="0">
              <a:solidFill>
                <a:srgbClr val="3333FF"/>
              </a:solidFill>
            </a:endParaRPr>
          </a:p>
          <a:p>
            <a:r>
              <a:rPr lang="zh-CN" altLang="en-US" dirty="0"/>
              <a:t>单周期数据通路延时分析</a:t>
            </a:r>
            <a:endParaRPr lang="en-US" altLang="zh-CN" dirty="0"/>
          </a:p>
          <a:p>
            <a:r>
              <a:rPr lang="zh-CN" altLang="en-US" dirty="0"/>
              <a:t>多周期数据通路</a:t>
            </a:r>
            <a:endParaRPr lang="en-US" altLang="zh-CN" dirty="0"/>
          </a:p>
          <a:p>
            <a:r>
              <a:rPr lang="zh-CN" altLang="en-US" dirty="0"/>
              <a:t>异常与中断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76</a:t>
            </a:fld>
            <a:endParaRPr lang="en-US" altLang="zh-C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47CCDB8-F622-FF0E-A02E-33E17C5C260A}"/>
                  </a:ext>
                </a:extLst>
              </p14:cNvPr>
              <p14:cNvContentPartPr/>
              <p14:nvPr/>
            </p14:nvContentPartPr>
            <p14:xfrm>
              <a:off x="6676560" y="359244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47CCDB8-F622-FF0E-A02E-33E17C5C26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7200" y="35830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57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D26D2-687A-4AC3-920D-FC8BC41C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进一步精简的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MIPS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子集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581E9-9BE7-486C-A3FE-10A86561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</a:rPr>
              <a:pPr/>
              <a:t>77</a:t>
            </a:fld>
            <a:endParaRPr lang="en-US" altLang="zh-CN" dirty="0"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29E4E95-F588-4BEE-A62D-4DC462B09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607182"/>
            <a:ext cx="3124200" cy="4766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sz="2000" b="0" kern="0" dirty="0">
                <a:ea typeface="SimHei" panose="02010609060101010101" pitchFamily="49" charset="-122"/>
              </a:rPr>
              <a:t>ADD, SUB, AND, SLT</a:t>
            </a:r>
          </a:p>
          <a:p>
            <a:pPr lvl="1"/>
            <a:r>
              <a:rPr lang="en-US" altLang="en-US" sz="1800" b="0" kern="0" dirty="0">
                <a:ea typeface="SimHei" panose="02010609060101010101" pitchFamily="49" charset="-122"/>
              </a:rPr>
              <a:t>add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1800" b="0" kern="0" dirty="0">
                <a:ea typeface="SimHei" panose="02010609060101010101" pitchFamily="49" charset="-122"/>
              </a:rPr>
              <a:t>,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, rt</a:t>
            </a:r>
          </a:p>
          <a:p>
            <a:pPr lvl="1"/>
            <a:r>
              <a:rPr lang="en-US" altLang="en-US" sz="1800" b="0" kern="0" dirty="0">
                <a:ea typeface="SimHei" panose="02010609060101010101" pitchFamily="49" charset="-122"/>
              </a:rPr>
              <a:t>sub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1800" b="0" kern="0" dirty="0">
                <a:ea typeface="SimHei" panose="02010609060101010101" pitchFamily="49" charset="-122"/>
              </a:rPr>
              <a:t>,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, rt</a:t>
            </a:r>
          </a:p>
          <a:p>
            <a:pPr lvl="1"/>
            <a:r>
              <a:rPr lang="en-US" altLang="en-US" sz="1800" b="0" kern="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and  </a:t>
            </a:r>
            <a:r>
              <a:rPr lang="en-US" altLang="en-US" sz="1800" b="0" kern="0" dirty="0" err="1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rd</a:t>
            </a:r>
            <a:r>
              <a:rPr lang="en-US" altLang="en-US" sz="1800" b="0" kern="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, </a:t>
            </a:r>
            <a:r>
              <a:rPr lang="en-US" altLang="en-US" sz="1800" b="0" kern="0" dirty="0" err="1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, rt </a:t>
            </a:r>
          </a:p>
          <a:p>
            <a:pPr lvl="1"/>
            <a:r>
              <a:rPr lang="en-US" altLang="en-US" sz="1800" b="0" kern="0" dirty="0" err="1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slt</a:t>
            </a:r>
            <a:r>
              <a:rPr lang="en-US" altLang="en-US" sz="1800" b="0" kern="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  </a:t>
            </a:r>
            <a:r>
              <a:rPr lang="en-US" altLang="en-US" sz="1800" b="0" kern="0" dirty="0" err="1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rd</a:t>
            </a:r>
            <a:r>
              <a:rPr lang="en-US" altLang="en-US" sz="1800" b="0" kern="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, </a:t>
            </a:r>
            <a:r>
              <a:rPr lang="en-US" altLang="en-US" sz="1800" b="0" kern="0" dirty="0" err="1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, rt </a:t>
            </a:r>
          </a:p>
          <a:p>
            <a:r>
              <a:rPr lang="en-US" altLang="en-US" sz="2000" b="0" kern="0" dirty="0">
                <a:ea typeface="SimHei" panose="02010609060101010101" pitchFamily="49" charset="-122"/>
              </a:rPr>
              <a:t>OR Immediate:</a:t>
            </a:r>
          </a:p>
          <a:p>
            <a:pPr lvl="1"/>
            <a:r>
              <a:rPr lang="en-US" altLang="en-US" sz="1800" b="0" kern="0" dirty="0" err="1">
                <a:ea typeface="SimHei" panose="02010609060101010101" pitchFamily="49" charset="-122"/>
              </a:rPr>
              <a:t>ori</a:t>
            </a:r>
            <a:r>
              <a:rPr lang="en-US" altLang="en-US" sz="1800" b="0" kern="0" dirty="0">
                <a:ea typeface="SimHei" panose="02010609060101010101" pitchFamily="49" charset="-122"/>
              </a:rPr>
              <a:t>  rt, 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, imm16</a:t>
            </a:r>
          </a:p>
          <a:p>
            <a:r>
              <a:rPr lang="en-US" altLang="en-US" sz="2000" b="0" kern="0" dirty="0">
                <a:ea typeface="SimHei" panose="02010609060101010101" pitchFamily="49" charset="-122"/>
              </a:rPr>
              <a:t>LOAD and STORE Word</a:t>
            </a:r>
          </a:p>
          <a:p>
            <a:pPr lvl="1"/>
            <a:r>
              <a:rPr lang="en-US" altLang="en-US" sz="1800" b="0" kern="0" dirty="0" err="1">
                <a:ea typeface="SimHei" panose="02010609060101010101" pitchFamily="49" charset="-122"/>
              </a:rPr>
              <a:t>lw</a:t>
            </a:r>
            <a:r>
              <a:rPr lang="en-US" altLang="en-US" sz="1800" b="0" kern="0" dirty="0">
                <a:ea typeface="SimHei" panose="02010609060101010101" pitchFamily="49" charset="-122"/>
              </a:rPr>
              <a:t> rt, imm16(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)</a:t>
            </a:r>
          </a:p>
          <a:p>
            <a:pPr lvl="1"/>
            <a:r>
              <a:rPr lang="en-US" altLang="en-US" sz="1800" b="0" kern="0" dirty="0" err="1">
                <a:ea typeface="SimHei" panose="02010609060101010101" pitchFamily="49" charset="-122"/>
              </a:rPr>
              <a:t>sw</a:t>
            </a:r>
            <a:r>
              <a:rPr lang="en-US" altLang="en-US" sz="1800" b="0" kern="0" dirty="0">
                <a:ea typeface="SimHei" panose="02010609060101010101" pitchFamily="49" charset="-122"/>
              </a:rPr>
              <a:t> rt, imm16(</a:t>
            </a:r>
            <a:r>
              <a:rPr lang="en-US" altLang="en-US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800" b="0" kern="0" dirty="0">
                <a:ea typeface="SimHei" panose="02010609060101010101" pitchFamily="49" charset="-122"/>
              </a:rPr>
              <a:t>)</a:t>
            </a:r>
          </a:p>
          <a:p>
            <a:r>
              <a:rPr lang="en-US" altLang="en-US" sz="2000" b="0" kern="0" dirty="0">
                <a:ea typeface="SimHei" panose="02010609060101010101" pitchFamily="49" charset="-122"/>
              </a:rPr>
              <a:t>BRANCH and JUMP:</a:t>
            </a:r>
          </a:p>
          <a:p>
            <a:pPr lvl="1"/>
            <a:r>
              <a:rPr lang="en-US" altLang="en-US" sz="1800" b="0" kern="0" dirty="0" err="1">
                <a:ea typeface="SimHei" panose="02010609060101010101" pitchFamily="49" charset="-122"/>
              </a:rPr>
              <a:t>beq</a:t>
            </a:r>
            <a:r>
              <a:rPr lang="en-US" altLang="en-US" sz="1800" b="0" kern="0" dirty="0">
                <a:ea typeface="SimHei" panose="02010609060101010101" pitchFamily="49" charset="-122"/>
              </a:rPr>
              <a:t> </a:t>
            </a:r>
            <a:r>
              <a:rPr lang="en-US" altLang="zh-CN" sz="1800" b="0" kern="0" dirty="0" err="1">
                <a:ea typeface="SimHei" panose="02010609060101010101" pitchFamily="49" charset="-122"/>
              </a:rPr>
              <a:t>rs</a:t>
            </a:r>
            <a:r>
              <a:rPr lang="en-US" altLang="zh-CN" sz="1800" b="0" kern="0" dirty="0">
                <a:ea typeface="SimHei" panose="02010609060101010101" pitchFamily="49" charset="-122"/>
              </a:rPr>
              <a:t>, </a:t>
            </a:r>
            <a:r>
              <a:rPr lang="en-US" altLang="en-US" sz="1800" b="0" kern="0" dirty="0">
                <a:ea typeface="SimHei" panose="02010609060101010101" pitchFamily="49" charset="-122"/>
              </a:rPr>
              <a:t>rt, imm16</a:t>
            </a:r>
          </a:p>
          <a:p>
            <a:pPr lvl="1"/>
            <a:r>
              <a:rPr lang="en-US" altLang="en-US" sz="1800" b="0" kern="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j Lab</a:t>
            </a:r>
            <a:r>
              <a:rPr lang="en-US" altLang="zh-CN" sz="1800" b="0" kern="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e</a:t>
            </a:r>
            <a:r>
              <a:rPr lang="en-US" altLang="en-US" sz="1800" b="0" kern="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l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8E1CAF6-C5A8-48A1-98B0-069A0F6922BA}"/>
              </a:ext>
            </a:extLst>
          </p:cNvPr>
          <p:cNvGrpSpPr>
            <a:grpSpLocks/>
          </p:cNvGrpSpPr>
          <p:nvPr/>
        </p:nvGrpSpPr>
        <p:grpSpPr bwMode="auto">
          <a:xfrm>
            <a:off x="3092450" y="1417638"/>
            <a:ext cx="5964238" cy="946150"/>
            <a:chOff x="1918" y="672"/>
            <a:chExt cx="3757" cy="596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95F0804C-CD8D-4D31-8182-D01A3321B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57" cy="404"/>
              <a:chOff x="1918" y="672"/>
              <a:chExt cx="3757" cy="404"/>
            </a:xfrm>
          </p:grpSpPr>
          <p:grpSp>
            <p:nvGrpSpPr>
              <p:cNvPr id="14" name="Group 6">
                <a:extLst>
                  <a:ext uri="{FF2B5EF4-FFF2-40B4-BE49-F238E27FC236}">
                    <a16:creationId xmlns:a16="http://schemas.microsoft.com/office/drawing/2014/main" id="{355F9F0D-BCB6-4F31-86E5-90DA270062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12"/>
                <a:chOff x="1979" y="864"/>
                <a:chExt cx="3607" cy="212"/>
              </a:xfrm>
            </p:grpSpPr>
            <p:sp>
              <p:nvSpPr>
                <p:cNvPr id="22" name="Rectangle 7">
                  <a:extLst>
                    <a:ext uri="{FF2B5EF4-FFF2-40B4-BE49-F238E27FC236}">
                      <a16:creationId xmlns:a16="http://schemas.microsoft.com/office/drawing/2014/main" id="{FDC9609D-B2A5-4613-9B87-E9FA3A485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grpSp>
              <p:nvGrpSpPr>
                <p:cNvPr id="23" name="Group 8">
                  <a:extLst>
                    <a:ext uri="{FF2B5EF4-FFF2-40B4-BE49-F238E27FC236}">
                      <a16:creationId xmlns:a16="http://schemas.microsoft.com/office/drawing/2014/main" id="{67532209-3F50-4D98-A956-7BBB2BB1C9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12"/>
                  <a:chOff x="1979" y="864"/>
                  <a:chExt cx="3607" cy="212"/>
                </a:xfrm>
              </p:grpSpPr>
              <p:grpSp>
                <p:nvGrpSpPr>
                  <p:cNvPr id="24" name="Group 9">
                    <a:extLst>
                      <a:ext uri="{FF2B5EF4-FFF2-40B4-BE49-F238E27FC236}">
                        <a16:creationId xmlns:a16="http://schemas.microsoft.com/office/drawing/2014/main" id="{B1FC043B-71E5-4B32-9D08-C0A597CA7EF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12"/>
                    <a:chOff x="1979" y="864"/>
                    <a:chExt cx="624" cy="212"/>
                  </a:xfrm>
                </p:grpSpPr>
                <p:sp>
                  <p:nvSpPr>
                    <p:cNvPr id="40" name="Rectangle 10">
                      <a:extLst>
                        <a:ext uri="{FF2B5EF4-FFF2-40B4-BE49-F238E27FC236}">
                          <a16:creationId xmlns:a16="http://schemas.microsoft.com/office/drawing/2014/main" id="{E4FF3E9B-51DD-4292-9253-F34141C4EE7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41" name="Rectangle 11">
                      <a:extLst>
                        <a:ext uri="{FF2B5EF4-FFF2-40B4-BE49-F238E27FC236}">
                          <a16:creationId xmlns:a16="http://schemas.microsoft.com/office/drawing/2014/main" id="{BDA4F07F-9E32-4958-98EA-7CC8E4BBBCA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59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>
                          <a:latin typeface="+mn-lt"/>
                          <a:ea typeface="SimHei" panose="02010609060101010101" pitchFamily="49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25" name="Group 12">
                    <a:extLst>
                      <a:ext uri="{FF2B5EF4-FFF2-40B4-BE49-F238E27FC236}">
                        <a16:creationId xmlns:a16="http://schemas.microsoft.com/office/drawing/2014/main" id="{CE052DBB-B82E-455A-B544-9DAD6210BD1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12"/>
                    <a:chOff x="2611" y="864"/>
                    <a:chExt cx="580" cy="212"/>
                  </a:xfrm>
                </p:grpSpPr>
                <p:sp>
                  <p:nvSpPr>
                    <p:cNvPr id="38" name="Rectangle 13">
                      <a:extLst>
                        <a:ext uri="{FF2B5EF4-FFF2-40B4-BE49-F238E27FC236}">
                          <a16:creationId xmlns:a16="http://schemas.microsoft.com/office/drawing/2014/main" id="{692D2503-F225-4EA5-A34A-81DAF215545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39" name="Rectangle 14">
                      <a:extLst>
                        <a:ext uri="{FF2B5EF4-FFF2-40B4-BE49-F238E27FC236}">
                          <a16:creationId xmlns:a16="http://schemas.microsoft.com/office/drawing/2014/main" id="{02CD2BD5-7BE7-4141-BC86-3660E30A4A1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23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rs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6" name="Group 15">
                    <a:extLst>
                      <a:ext uri="{FF2B5EF4-FFF2-40B4-BE49-F238E27FC236}">
                        <a16:creationId xmlns:a16="http://schemas.microsoft.com/office/drawing/2014/main" id="{2FA25448-C5D3-4B6F-85BE-D403AC7AD69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12"/>
                    <a:chOff x="3199" y="864"/>
                    <a:chExt cx="579" cy="212"/>
                  </a:xfrm>
                </p:grpSpPr>
                <p:sp>
                  <p:nvSpPr>
                    <p:cNvPr id="36" name="Rectangle 16">
                      <a:extLst>
                        <a:ext uri="{FF2B5EF4-FFF2-40B4-BE49-F238E27FC236}">
                          <a16:creationId xmlns:a16="http://schemas.microsoft.com/office/drawing/2014/main" id="{394F8B49-9FD8-4B28-B4FA-BE24BB745B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37" name="Rectangle 17">
                      <a:extLst>
                        <a:ext uri="{FF2B5EF4-FFF2-40B4-BE49-F238E27FC236}">
                          <a16:creationId xmlns:a16="http://schemas.microsoft.com/office/drawing/2014/main" id="{EEE62FA4-8901-4285-8576-27D38F863F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195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>
                          <a:latin typeface="+mn-lt"/>
                          <a:ea typeface="SimHei" panose="02010609060101010101" pitchFamily="49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27" name="Group 18">
                    <a:extLst>
                      <a:ext uri="{FF2B5EF4-FFF2-40B4-BE49-F238E27FC236}">
                        <a16:creationId xmlns:a16="http://schemas.microsoft.com/office/drawing/2014/main" id="{375DEB37-4F87-48F4-A2C9-F88C7991614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12"/>
                    <a:chOff x="3786" y="864"/>
                    <a:chExt cx="579" cy="212"/>
                  </a:xfrm>
                </p:grpSpPr>
                <p:sp>
                  <p:nvSpPr>
                    <p:cNvPr id="34" name="Rectangle 19">
                      <a:extLst>
                        <a:ext uri="{FF2B5EF4-FFF2-40B4-BE49-F238E27FC236}">
                          <a16:creationId xmlns:a16="http://schemas.microsoft.com/office/drawing/2014/main" id="{7946AEAC-74AE-4F5C-A307-214FBF52694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35" name="Rectangle 20">
                      <a:extLst>
                        <a:ext uri="{FF2B5EF4-FFF2-40B4-BE49-F238E27FC236}">
                          <a16:creationId xmlns:a16="http://schemas.microsoft.com/office/drawing/2014/main" id="{745A6221-800B-40C1-8825-99C9C84F98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30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rd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8" name="Group 21">
                    <a:extLst>
                      <a:ext uri="{FF2B5EF4-FFF2-40B4-BE49-F238E27FC236}">
                        <a16:creationId xmlns:a16="http://schemas.microsoft.com/office/drawing/2014/main" id="{717A686A-4820-4DCB-80F0-839098ABFCD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580" cy="212"/>
                    <a:chOff x="4373" y="864"/>
                    <a:chExt cx="580" cy="212"/>
                  </a:xfrm>
                </p:grpSpPr>
                <p:sp>
                  <p:nvSpPr>
                    <p:cNvPr id="32" name="Rectangle 22">
                      <a:extLst>
                        <a:ext uri="{FF2B5EF4-FFF2-40B4-BE49-F238E27FC236}">
                          <a16:creationId xmlns:a16="http://schemas.microsoft.com/office/drawing/2014/main" id="{081B16DD-817C-452D-A306-24B4A9D686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33" name="Rectangle 23">
                      <a:extLst>
                        <a:ext uri="{FF2B5EF4-FFF2-40B4-BE49-F238E27FC236}">
                          <a16:creationId xmlns:a16="http://schemas.microsoft.com/office/drawing/2014/main" id="{F4BE156E-56A8-4BC8-BFDF-CAF16638875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468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shamt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9" name="Group 24">
                    <a:extLst>
                      <a:ext uri="{FF2B5EF4-FFF2-40B4-BE49-F238E27FC236}">
                        <a16:creationId xmlns:a16="http://schemas.microsoft.com/office/drawing/2014/main" id="{DFA03C9A-43F8-4E0B-80AF-0FC509CEB22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12"/>
                    <a:chOff x="4961" y="864"/>
                    <a:chExt cx="625" cy="212"/>
                  </a:xfrm>
                </p:grpSpPr>
                <p:sp>
                  <p:nvSpPr>
                    <p:cNvPr id="30" name="Rectangle 25">
                      <a:extLst>
                        <a:ext uri="{FF2B5EF4-FFF2-40B4-BE49-F238E27FC236}">
                          <a16:creationId xmlns:a16="http://schemas.microsoft.com/office/drawing/2014/main" id="{A30F8728-0FF1-4E3C-B89A-617692A4FDB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  <p:sp>
                  <p:nvSpPr>
                    <p:cNvPr id="31" name="Rectangle 26">
                      <a:extLst>
                        <a:ext uri="{FF2B5EF4-FFF2-40B4-BE49-F238E27FC236}">
                          <a16:creationId xmlns:a16="http://schemas.microsoft.com/office/drawing/2014/main" id="{AFF0FE2B-8335-4149-8F41-CAA47A0D107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396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 dirty="0" err="1">
                          <a:latin typeface="+mn-lt"/>
                          <a:ea typeface="SimHei" panose="02010609060101010101" pitchFamily="49" charset="-122"/>
                        </a:rPr>
                        <a:t>funct</a:t>
                      </a:r>
                      <a:endParaRPr lang="en-US" altLang="en-US" sz="1600" dirty="0">
                        <a:latin typeface="+mn-lt"/>
                        <a:ea typeface="SimHei" panose="02010609060101010101" pitchFamily="49" charset="-122"/>
                      </a:endParaRPr>
                    </a:p>
                  </p:txBody>
                </p:sp>
              </p:grpSp>
            </p:grpSp>
          </p:grpSp>
          <p:sp>
            <p:nvSpPr>
              <p:cNvPr id="15" name="Rectangle 27">
                <a:extLst>
                  <a:ext uri="{FF2B5EF4-FFF2-40B4-BE49-F238E27FC236}">
                    <a16:creationId xmlns:a16="http://schemas.microsoft.com/office/drawing/2014/main" id="{B4458D6F-D847-4557-8A2B-18743FE62D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0</a:t>
                </a:r>
              </a:p>
            </p:txBody>
          </p:sp>
          <p:sp>
            <p:nvSpPr>
              <p:cNvPr id="16" name="Rectangle 28">
                <a:extLst>
                  <a:ext uri="{FF2B5EF4-FFF2-40B4-BE49-F238E27FC236}">
                    <a16:creationId xmlns:a16="http://schemas.microsoft.com/office/drawing/2014/main" id="{D445C9C4-2B53-4853-A712-466B896AC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6</a:t>
                </a:r>
              </a:p>
            </p:txBody>
          </p:sp>
          <p:sp>
            <p:nvSpPr>
              <p:cNvPr id="17" name="Rectangle 29">
                <a:extLst>
                  <a:ext uri="{FF2B5EF4-FFF2-40B4-BE49-F238E27FC236}">
                    <a16:creationId xmlns:a16="http://schemas.microsoft.com/office/drawing/2014/main" id="{2BA224C2-E9C8-4FC9-8EBC-2CC68D985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4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11</a:t>
                </a:r>
              </a:p>
            </p:txBody>
          </p: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253283C6-7CEE-4407-A383-B43BDB241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672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16</a:t>
                </a:r>
              </a:p>
            </p:txBody>
          </p:sp>
          <p:sp>
            <p:nvSpPr>
              <p:cNvPr id="19" name="Rectangle 31">
                <a:extLst>
                  <a:ext uri="{FF2B5EF4-FFF2-40B4-BE49-F238E27FC236}">
                    <a16:creationId xmlns:a16="http://schemas.microsoft.com/office/drawing/2014/main" id="{36CEAC65-4B9A-4310-93AF-1C4FAF212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21</a:t>
                </a:r>
              </a:p>
            </p:txBody>
          </p:sp>
          <p:sp>
            <p:nvSpPr>
              <p:cNvPr id="20" name="Rectangle 32">
                <a:extLst>
                  <a:ext uri="{FF2B5EF4-FFF2-40B4-BE49-F238E27FC236}">
                    <a16:creationId xmlns:a16="http://schemas.microsoft.com/office/drawing/2014/main" id="{C4F89D1E-2383-4DB1-8495-364DA44B8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26</a:t>
                </a:r>
              </a:p>
            </p:txBody>
          </p:sp>
          <p:sp>
            <p:nvSpPr>
              <p:cNvPr id="21" name="Rectangle 33">
                <a:extLst>
                  <a:ext uri="{FF2B5EF4-FFF2-40B4-BE49-F238E27FC236}">
                    <a16:creationId xmlns:a16="http://schemas.microsoft.com/office/drawing/2014/main" id="{80BA265D-6BCE-466C-9767-41E7E0F02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31</a:t>
                </a:r>
              </a:p>
            </p:txBody>
          </p:sp>
        </p:grpSp>
        <p:sp>
          <p:nvSpPr>
            <p:cNvPr id="8" name="Rectangle 34">
              <a:extLst>
                <a:ext uri="{FF2B5EF4-FFF2-40B4-BE49-F238E27FC236}">
                  <a16:creationId xmlns:a16="http://schemas.microsoft.com/office/drawing/2014/main" id="{387B52FA-E731-40D7-9D88-72586676C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9" name="Rectangle 35">
              <a:extLst>
                <a:ext uri="{FF2B5EF4-FFF2-40B4-BE49-F238E27FC236}">
                  <a16:creationId xmlns:a16="http://schemas.microsoft.com/office/drawing/2014/main" id="{CCF0C11F-CF90-4176-8945-DAAB879C9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10" name="Rectangle 36">
              <a:extLst>
                <a:ext uri="{FF2B5EF4-FFF2-40B4-BE49-F238E27FC236}">
                  <a16:creationId xmlns:a16="http://schemas.microsoft.com/office/drawing/2014/main" id="{A2679165-C838-4249-964E-F37E19316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1" name="Rectangle 37">
              <a:extLst>
                <a:ext uri="{FF2B5EF4-FFF2-40B4-BE49-F238E27FC236}">
                  <a16:creationId xmlns:a16="http://schemas.microsoft.com/office/drawing/2014/main" id="{30514C19-F646-405B-8E47-415D03A50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2" name="Rectangle 38">
              <a:extLst>
                <a:ext uri="{FF2B5EF4-FFF2-40B4-BE49-F238E27FC236}">
                  <a16:creationId xmlns:a16="http://schemas.microsoft.com/office/drawing/2014/main" id="{24842365-E37A-42C0-91FF-00FF7CD52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056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3" name="Rectangle 39">
              <a:extLst>
                <a:ext uri="{FF2B5EF4-FFF2-40B4-BE49-F238E27FC236}">
                  <a16:creationId xmlns:a16="http://schemas.microsoft.com/office/drawing/2014/main" id="{EA608D46-524E-4969-B8CB-9CEC23DAB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grpSp>
        <p:nvGrpSpPr>
          <p:cNvPr id="42" name="Group 40">
            <a:extLst>
              <a:ext uri="{FF2B5EF4-FFF2-40B4-BE49-F238E27FC236}">
                <a16:creationId xmlns:a16="http://schemas.microsoft.com/office/drawing/2014/main" id="{FEECA014-45D6-449D-9258-5C90C4DCC2DE}"/>
              </a:ext>
            </a:extLst>
          </p:cNvPr>
          <p:cNvGrpSpPr>
            <a:grpSpLocks/>
          </p:cNvGrpSpPr>
          <p:nvPr/>
        </p:nvGrpSpPr>
        <p:grpSpPr bwMode="auto">
          <a:xfrm>
            <a:off x="3062389" y="3489325"/>
            <a:ext cx="5964238" cy="946150"/>
            <a:chOff x="1918" y="1392"/>
            <a:chExt cx="3757" cy="596"/>
          </a:xfrm>
        </p:grpSpPr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8EAB879D-3C76-40DB-9398-54F0E26B7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44" name="Group 42">
              <a:extLst>
                <a:ext uri="{FF2B5EF4-FFF2-40B4-BE49-F238E27FC236}">
                  <a16:creationId xmlns:a16="http://schemas.microsoft.com/office/drawing/2014/main" id="{45232F7B-5972-4F0F-9E29-7CA0B53D60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12"/>
              <a:chOff x="1979" y="1584"/>
              <a:chExt cx="624" cy="212"/>
            </a:xfrm>
          </p:grpSpPr>
          <p:sp>
            <p:nvSpPr>
              <p:cNvPr id="62" name="Rectangle 43">
                <a:extLst>
                  <a:ext uri="{FF2B5EF4-FFF2-40B4-BE49-F238E27FC236}">
                    <a16:creationId xmlns:a16="http://schemas.microsoft.com/office/drawing/2014/main" id="{68A32D30-941E-418E-B865-DAB389118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63" name="Rectangle 44">
                <a:extLst>
                  <a:ext uri="{FF2B5EF4-FFF2-40B4-BE49-F238E27FC236}">
                    <a16:creationId xmlns:a16="http://schemas.microsoft.com/office/drawing/2014/main" id="{3119DF21-014E-4D4D-B4EC-A0908F46A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45" name="Group 45">
              <a:extLst>
                <a:ext uri="{FF2B5EF4-FFF2-40B4-BE49-F238E27FC236}">
                  <a16:creationId xmlns:a16="http://schemas.microsoft.com/office/drawing/2014/main" id="{7C80E18D-1E97-44AD-9694-B5C7F8EF0F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12"/>
              <a:chOff x="2611" y="1584"/>
              <a:chExt cx="580" cy="212"/>
            </a:xfrm>
          </p:grpSpPr>
          <p:sp>
            <p:nvSpPr>
              <p:cNvPr id="60" name="Rectangle 46">
                <a:extLst>
                  <a:ext uri="{FF2B5EF4-FFF2-40B4-BE49-F238E27FC236}">
                    <a16:creationId xmlns:a16="http://schemas.microsoft.com/office/drawing/2014/main" id="{AAD129C9-6D69-455C-80EB-6E859A415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61" name="Rectangle 47">
                <a:extLst>
                  <a:ext uri="{FF2B5EF4-FFF2-40B4-BE49-F238E27FC236}">
                    <a16:creationId xmlns:a16="http://schemas.microsoft.com/office/drawing/2014/main" id="{7529EB2E-0646-4E15-B477-42CD72D6A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+mn-lt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46" name="Group 48">
              <a:extLst>
                <a:ext uri="{FF2B5EF4-FFF2-40B4-BE49-F238E27FC236}">
                  <a16:creationId xmlns:a16="http://schemas.microsoft.com/office/drawing/2014/main" id="{F9E982CA-56F2-481C-AE2D-3777CBD2E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12"/>
              <a:chOff x="3199" y="1584"/>
              <a:chExt cx="579" cy="212"/>
            </a:xfrm>
          </p:grpSpPr>
          <p:sp>
            <p:nvSpPr>
              <p:cNvPr id="58" name="Rectangle 49">
                <a:extLst>
                  <a:ext uri="{FF2B5EF4-FFF2-40B4-BE49-F238E27FC236}">
                    <a16:creationId xmlns:a16="http://schemas.microsoft.com/office/drawing/2014/main" id="{9300D0EE-8C6E-4462-9820-C32F4FC3E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59" name="Rectangle 50">
                <a:extLst>
                  <a:ext uri="{FF2B5EF4-FFF2-40B4-BE49-F238E27FC236}">
                    <a16:creationId xmlns:a16="http://schemas.microsoft.com/office/drawing/2014/main" id="{578B19E7-DD20-4BF6-94DD-20AABE260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47" name="Rectangle 51">
              <a:extLst>
                <a:ext uri="{FF2B5EF4-FFF2-40B4-BE49-F238E27FC236}">
                  <a16:creationId xmlns:a16="http://schemas.microsoft.com/office/drawing/2014/main" id="{A179C1DB-9B7F-4510-A3D3-066C8631F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8" name="Rectangle 52">
              <a:extLst>
                <a:ext uri="{FF2B5EF4-FFF2-40B4-BE49-F238E27FC236}">
                  <a16:creationId xmlns:a16="http://schemas.microsoft.com/office/drawing/2014/main" id="{F98FFA0B-4BD2-4538-AB26-A3B3F829D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7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49" name="Rectangle 53">
              <a:extLst>
                <a:ext uri="{FF2B5EF4-FFF2-40B4-BE49-F238E27FC236}">
                  <a16:creationId xmlns:a16="http://schemas.microsoft.com/office/drawing/2014/main" id="{BBB4A07F-8FEC-4608-AFED-080B4391F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50" name="Rectangle 54">
              <a:extLst>
                <a:ext uri="{FF2B5EF4-FFF2-40B4-BE49-F238E27FC236}">
                  <a16:creationId xmlns:a16="http://schemas.microsoft.com/office/drawing/2014/main" id="{857FEBFF-65ED-4930-B90C-3D5EA7AC0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51" name="Rectangle 55">
              <a:extLst>
                <a:ext uri="{FF2B5EF4-FFF2-40B4-BE49-F238E27FC236}">
                  <a16:creationId xmlns:a16="http://schemas.microsoft.com/office/drawing/2014/main" id="{B55E5CC4-2E31-4B25-9806-17EE0E0B5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52" name="Rectangle 56">
              <a:extLst>
                <a:ext uri="{FF2B5EF4-FFF2-40B4-BE49-F238E27FC236}">
                  <a16:creationId xmlns:a16="http://schemas.microsoft.com/office/drawing/2014/main" id="{2CEEC8C3-F7B3-4CD7-83A8-FB31F1034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53" name="Rectangle 57">
              <a:extLst>
                <a:ext uri="{FF2B5EF4-FFF2-40B4-BE49-F238E27FC236}">
                  <a16:creationId xmlns:a16="http://schemas.microsoft.com/office/drawing/2014/main" id="{09D43F58-830D-4F20-AD6F-CE5466B9E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54" name="Rectangle 58">
              <a:extLst>
                <a:ext uri="{FF2B5EF4-FFF2-40B4-BE49-F238E27FC236}">
                  <a16:creationId xmlns:a16="http://schemas.microsoft.com/office/drawing/2014/main" id="{52939C12-87EE-47DD-A9EC-ECE821E63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55" name="Rectangle 59">
              <a:extLst>
                <a:ext uri="{FF2B5EF4-FFF2-40B4-BE49-F238E27FC236}">
                  <a16:creationId xmlns:a16="http://schemas.microsoft.com/office/drawing/2014/main" id="{576D2EFF-2648-4ABC-B039-2BC304067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4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56" name="Rectangle 60">
              <a:extLst>
                <a:ext uri="{FF2B5EF4-FFF2-40B4-BE49-F238E27FC236}">
                  <a16:creationId xmlns:a16="http://schemas.microsoft.com/office/drawing/2014/main" id="{9FFEA3C7-BC96-41D0-BA8F-CF228D7BB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57" name="Rectangle 61">
              <a:extLst>
                <a:ext uri="{FF2B5EF4-FFF2-40B4-BE49-F238E27FC236}">
                  <a16:creationId xmlns:a16="http://schemas.microsoft.com/office/drawing/2014/main" id="{211FB8E4-4F12-4EEA-9C5C-B6BF18F15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grpSp>
        <p:nvGrpSpPr>
          <p:cNvPr id="64" name="Group 4">
            <a:extLst>
              <a:ext uri="{FF2B5EF4-FFF2-40B4-BE49-F238E27FC236}">
                <a16:creationId xmlns:a16="http://schemas.microsoft.com/office/drawing/2014/main" id="{EED11E5C-C19F-4489-94D0-4B8839BB1C0B}"/>
              </a:ext>
            </a:extLst>
          </p:cNvPr>
          <p:cNvGrpSpPr>
            <a:grpSpLocks/>
          </p:cNvGrpSpPr>
          <p:nvPr/>
        </p:nvGrpSpPr>
        <p:grpSpPr bwMode="auto">
          <a:xfrm>
            <a:off x="3033813" y="5149850"/>
            <a:ext cx="6133274" cy="946150"/>
            <a:chOff x="1575" y="1824"/>
            <a:chExt cx="3985" cy="596"/>
          </a:xfrm>
        </p:grpSpPr>
        <p:sp>
          <p:nvSpPr>
            <p:cNvPr id="65" name="Rectangle 5">
              <a:extLst>
                <a:ext uri="{FF2B5EF4-FFF2-40B4-BE49-F238E27FC236}">
                  <a16:creationId xmlns:a16="http://schemas.microsoft.com/office/drawing/2014/main" id="{A6D993C9-D6A8-4861-85B4-F633BD23F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" y="2024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66" name="Group 6">
              <a:extLst>
                <a:ext uri="{FF2B5EF4-FFF2-40B4-BE49-F238E27FC236}">
                  <a16:creationId xmlns:a16="http://schemas.microsoft.com/office/drawing/2014/main" id="{0F6BAB0C-D8FE-4B8B-B7D7-253827A2A3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6" y="2016"/>
              <a:ext cx="664" cy="212"/>
              <a:chOff x="1636" y="2016"/>
              <a:chExt cx="664" cy="212"/>
            </a:xfrm>
          </p:grpSpPr>
          <p:sp>
            <p:nvSpPr>
              <p:cNvPr id="74" name="Rectangle 7">
                <a:extLst>
                  <a:ext uri="{FF2B5EF4-FFF2-40B4-BE49-F238E27FC236}">
                    <a16:creationId xmlns:a16="http://schemas.microsoft.com/office/drawing/2014/main" id="{2EC0F6B3-8878-4347-BCFA-899AF1840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02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75" name="Rectangle 8">
                <a:extLst>
                  <a:ext uri="{FF2B5EF4-FFF2-40B4-BE49-F238E27FC236}">
                    <a16:creationId xmlns:a16="http://schemas.microsoft.com/office/drawing/2014/main" id="{497785D1-1FA3-4F17-ABB3-F474064517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3" y="2016"/>
                <a:ext cx="26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sp>
          <p:nvSpPr>
            <p:cNvPr id="67" name="Rectangle 9">
              <a:extLst>
                <a:ext uri="{FF2B5EF4-FFF2-40B4-BE49-F238E27FC236}">
                  <a16:creationId xmlns:a16="http://schemas.microsoft.com/office/drawing/2014/main" id="{3E94F65C-27D6-40FB-BF3F-D459B16DD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2020"/>
              <a:ext cx="316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8" name="Rectangle 10">
              <a:extLst>
                <a:ext uri="{FF2B5EF4-FFF2-40B4-BE49-F238E27FC236}">
                  <a16:creationId xmlns:a16="http://schemas.microsoft.com/office/drawing/2014/main" id="{8BED7BC7-42D0-4496-A30E-4CF1017EB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2016"/>
              <a:ext cx="9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target address</a:t>
              </a:r>
            </a:p>
          </p:txBody>
        </p:sp>
        <p:sp>
          <p:nvSpPr>
            <p:cNvPr id="69" name="Rectangle 11">
              <a:extLst>
                <a:ext uri="{FF2B5EF4-FFF2-40B4-BE49-F238E27FC236}">
                  <a16:creationId xmlns:a16="http://schemas.microsoft.com/office/drawing/2014/main" id="{E7BCDE8E-C401-4F78-8D4A-6CE3E8BFF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" y="1824"/>
              <a:ext cx="1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70" name="Rectangle 12">
              <a:extLst>
                <a:ext uri="{FF2B5EF4-FFF2-40B4-BE49-F238E27FC236}">
                  <a16:creationId xmlns:a16="http://schemas.microsoft.com/office/drawing/2014/main" id="{1D128374-0010-4300-9173-D1995D89F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824"/>
              <a:ext cx="26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E3442366-DF63-4D07-BA36-A23605362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824"/>
              <a:ext cx="26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72" name="Rectangle 14">
              <a:extLst>
                <a:ext uri="{FF2B5EF4-FFF2-40B4-BE49-F238E27FC236}">
                  <a16:creationId xmlns:a16="http://schemas.microsoft.com/office/drawing/2014/main" id="{D59AF5B6-9B31-4BB6-B0F0-6B954DD12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2208"/>
              <a:ext cx="4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73" name="Rectangle 15">
              <a:extLst>
                <a:ext uri="{FF2B5EF4-FFF2-40B4-BE49-F238E27FC236}">
                  <a16:creationId xmlns:a16="http://schemas.microsoft.com/office/drawing/2014/main" id="{488B5A5E-5A9A-4604-8317-6BB070667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208"/>
              <a:ext cx="5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 bits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62251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B5C6-33C6-4CF8-80A1-6DDB5816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精简</a:t>
            </a:r>
            <a:r>
              <a:rPr lang="en-US" altLang="zh-CN" dirty="0">
                <a:solidFill>
                  <a:schemeClr val="tx1"/>
                </a:solidFill>
              </a:rPr>
              <a:t>MIPS</a:t>
            </a:r>
            <a:r>
              <a:rPr lang="zh-CN" altLang="en-US" dirty="0">
                <a:solidFill>
                  <a:schemeClr val="tx1"/>
                </a:solidFill>
              </a:rPr>
              <a:t>子集的数据通路设计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F4B19-8434-44E4-A99E-5F7630BA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78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8D705D-0004-4B6B-9673-CDF46CB1BFF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16" y="1455738"/>
            <a:ext cx="8554167" cy="5343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62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B5C6-33C6-4CF8-80A1-6DDB5816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控制信号分析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F4B19-8434-44E4-A99E-5F7630BA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79</a:t>
            </a:fld>
            <a:endParaRPr lang="en-US" altLang="zh-CN" dirty="0"/>
          </a:p>
        </p:txBody>
      </p:sp>
      <p:sp>
        <p:nvSpPr>
          <p:cNvPr id="203" name="Rectangle 3">
            <a:extLst>
              <a:ext uri="{FF2B5EF4-FFF2-40B4-BE49-F238E27FC236}">
                <a16:creationId xmlns:a16="http://schemas.microsoft.com/office/drawing/2014/main" id="{4CADA954-7675-4B80-9307-A7A7CA493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614" y="1336104"/>
            <a:ext cx="4787900" cy="1467068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Tx/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zh-CN" sz="2000" kern="0" dirty="0" err="1">
                <a:solidFill>
                  <a:schemeClr val="accent2"/>
                </a:solidFill>
                <a:ea typeface="SimHei" panose="02010609060101010101" pitchFamily="49" charset="-122"/>
              </a:rPr>
              <a:t>PCSrc</a:t>
            </a:r>
            <a:r>
              <a:rPr lang="zh-CN" altLang="en-US" sz="2000" kern="0" dirty="0">
                <a:solidFill>
                  <a:schemeClr val="accent2"/>
                </a:solidFill>
                <a:ea typeface="SimHei" panose="02010609060101010101" pitchFamily="49" charset="-122"/>
              </a:rPr>
              <a:t>：     </a:t>
            </a:r>
            <a:r>
              <a:rPr lang="en-US" altLang="zh-CN" sz="2000" kern="0" dirty="0">
                <a:ea typeface="SimHei" panose="02010609060101010101" pitchFamily="49" charset="-122"/>
              </a:rPr>
              <a:t>0-</a:t>
            </a:r>
            <a:r>
              <a:rPr lang="zh-CN" altLang="en-US" sz="2000" kern="0" dirty="0">
                <a:ea typeface="SimHei" panose="02010609060101010101" pitchFamily="49" charset="-122"/>
              </a:rPr>
              <a:t>顺序，</a:t>
            </a:r>
            <a:r>
              <a:rPr lang="en-US" altLang="zh-CN" sz="2000" kern="0" dirty="0">
                <a:ea typeface="SimHei" panose="02010609060101010101" pitchFamily="49" charset="-122"/>
              </a:rPr>
              <a:t>1-</a:t>
            </a:r>
            <a:r>
              <a:rPr lang="zh-CN" altLang="en-US" sz="2000" kern="0" dirty="0">
                <a:ea typeface="SimHei" panose="02010609060101010101" pitchFamily="49" charset="-122"/>
              </a:rPr>
              <a:t>分支跳转</a:t>
            </a:r>
            <a:endParaRPr lang="en-US" altLang="en-US" sz="2000" kern="0" dirty="0">
              <a:ea typeface="SimHei" panose="02010609060101010101" pitchFamily="49" charset="-122"/>
            </a:endParaRPr>
          </a:p>
          <a:p>
            <a:pPr eaLnBrk="1" hangingPunct="1">
              <a:buClrTx/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en-US" sz="2000" kern="0" dirty="0" err="1">
                <a:solidFill>
                  <a:schemeClr val="accent2"/>
                </a:solidFill>
                <a:ea typeface="SimHei" panose="02010609060101010101" pitchFamily="49" charset="-122"/>
              </a:rPr>
              <a:t>ExtOp</a:t>
            </a:r>
            <a:r>
              <a:rPr lang="en-US" altLang="en-US" sz="2000" kern="0" dirty="0">
                <a:solidFill>
                  <a:schemeClr val="accent2"/>
                </a:solidFill>
                <a:ea typeface="SimHei" panose="02010609060101010101" pitchFamily="49" charset="-122"/>
              </a:rPr>
              <a:t>:</a:t>
            </a:r>
            <a:r>
              <a:rPr lang="en-US" altLang="en-US" sz="2000" kern="0" dirty="0">
                <a:ea typeface="SimHei" panose="02010609060101010101" pitchFamily="49" charset="-122"/>
              </a:rPr>
              <a:t>	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“</a:t>
            </a:r>
            <a:r>
              <a:rPr lang="en-US" altLang="en-US" sz="2000" kern="0" dirty="0">
                <a:ea typeface="SimHei" panose="02010609060101010101" pitchFamily="49" charset="-122"/>
              </a:rPr>
              <a:t>zero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”</a:t>
            </a:r>
            <a:r>
              <a:rPr lang="en-US" altLang="en-US" sz="2000" kern="0" dirty="0">
                <a:ea typeface="SimHei" panose="02010609060101010101" pitchFamily="49" charset="-122"/>
              </a:rPr>
              <a:t>, 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“</a:t>
            </a:r>
            <a:r>
              <a:rPr lang="en-US" altLang="en-US" sz="2000" kern="0" dirty="0">
                <a:ea typeface="SimHei" panose="02010609060101010101" pitchFamily="49" charset="-122"/>
              </a:rPr>
              <a:t>sign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”</a:t>
            </a:r>
            <a:endParaRPr lang="en-US" altLang="en-US" sz="2000" kern="0" dirty="0">
              <a:ea typeface="SimHei" panose="02010609060101010101" pitchFamily="49" charset="-122"/>
            </a:endParaRPr>
          </a:p>
          <a:p>
            <a:pPr eaLnBrk="1" hangingPunct="1">
              <a:buClrTx/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en-US" sz="2000" kern="0" dirty="0" err="1">
                <a:solidFill>
                  <a:schemeClr val="accent2"/>
                </a:solidFill>
                <a:ea typeface="SimHei" panose="02010609060101010101" pitchFamily="49" charset="-122"/>
              </a:rPr>
              <a:t>ALUsrc</a:t>
            </a:r>
            <a:r>
              <a:rPr lang="en-US" altLang="en-US" sz="2000" kern="0" dirty="0">
                <a:solidFill>
                  <a:schemeClr val="accent2"/>
                </a:solidFill>
                <a:ea typeface="SimHei" panose="02010609060101010101" pitchFamily="49" charset="-122"/>
              </a:rPr>
              <a:t>:</a:t>
            </a:r>
            <a:r>
              <a:rPr lang="en-US" altLang="en-US" sz="2000" kern="0" dirty="0">
                <a:ea typeface="SimHei" panose="02010609060101010101" pitchFamily="49" charset="-122"/>
              </a:rPr>
              <a:t>	0 </a:t>
            </a:r>
            <a:r>
              <a:rPr lang="en-US" altLang="en-US" sz="2000" kern="0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000" kern="0" dirty="0">
                <a:ea typeface="SimHei" panose="02010609060101010101" pitchFamily="49" charset="-122"/>
              </a:rPr>
              <a:t> </a:t>
            </a:r>
            <a:r>
              <a:rPr lang="en-US" altLang="en-US" sz="2000" kern="0" dirty="0" err="1">
                <a:ea typeface="SimHei" panose="02010609060101010101" pitchFamily="49" charset="-122"/>
              </a:rPr>
              <a:t>regB</a:t>
            </a:r>
            <a:r>
              <a:rPr lang="en-US" altLang="en-US" sz="2000" kern="0" dirty="0">
                <a:ea typeface="SimHei" panose="02010609060101010101" pitchFamily="49" charset="-122"/>
              </a:rPr>
              <a:t>; 1 </a:t>
            </a:r>
            <a:r>
              <a:rPr lang="en-US" altLang="en-US" sz="2000" kern="0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000" kern="0" dirty="0">
                <a:ea typeface="SimHei" panose="02010609060101010101" pitchFamily="49" charset="-122"/>
              </a:rPr>
              <a:t> imm32</a:t>
            </a:r>
          </a:p>
          <a:p>
            <a:pPr eaLnBrk="1" hangingPunct="1">
              <a:buClrTx/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en-US" sz="2000" kern="0" dirty="0" err="1">
                <a:solidFill>
                  <a:schemeClr val="accent2"/>
                </a:solidFill>
                <a:ea typeface="SimHei" panose="02010609060101010101" pitchFamily="49" charset="-122"/>
              </a:rPr>
              <a:t>ALUconf</a:t>
            </a:r>
            <a:r>
              <a:rPr lang="en-US" altLang="en-US" sz="2000" kern="0" dirty="0">
                <a:solidFill>
                  <a:schemeClr val="accent2"/>
                </a:solidFill>
                <a:ea typeface="SimHei" panose="02010609060101010101" pitchFamily="49" charset="-122"/>
              </a:rPr>
              <a:t>:</a:t>
            </a:r>
            <a:r>
              <a:rPr lang="en-US" altLang="en-US" sz="2000" kern="0" dirty="0">
                <a:ea typeface="SimHei" panose="02010609060101010101" pitchFamily="49" charset="-122"/>
              </a:rPr>
              <a:t>	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“</a:t>
            </a:r>
            <a:r>
              <a:rPr lang="en-US" altLang="en-US" sz="2000" kern="0" dirty="0">
                <a:ea typeface="SimHei" panose="02010609060101010101" pitchFamily="49" charset="-122"/>
              </a:rPr>
              <a:t>add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”</a:t>
            </a:r>
            <a:r>
              <a:rPr lang="en-US" altLang="en-US" sz="2000" kern="0" dirty="0">
                <a:ea typeface="SimHei" panose="02010609060101010101" pitchFamily="49" charset="-122"/>
              </a:rPr>
              <a:t>, 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“</a:t>
            </a:r>
            <a:r>
              <a:rPr lang="en-US" altLang="en-US" sz="2000" kern="0" dirty="0">
                <a:ea typeface="SimHei" panose="02010609060101010101" pitchFamily="49" charset="-122"/>
              </a:rPr>
              <a:t>sub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”</a:t>
            </a:r>
            <a:r>
              <a:rPr lang="en-US" altLang="en-US" sz="2000" kern="0" dirty="0">
                <a:ea typeface="SimHei" panose="02010609060101010101" pitchFamily="49" charset="-122"/>
              </a:rPr>
              <a:t>, 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“</a:t>
            </a:r>
            <a:r>
              <a:rPr lang="en-US" altLang="en-US" sz="2000" kern="0" dirty="0">
                <a:ea typeface="SimHei" panose="02010609060101010101" pitchFamily="49" charset="-122"/>
              </a:rPr>
              <a:t>or</a:t>
            </a:r>
            <a:r>
              <a:rPr lang="en-US" altLang="en-US" sz="2000" kern="0" dirty="0">
                <a:latin typeface="Arial" charset="0"/>
                <a:ea typeface="SimHei" panose="02010609060101010101" pitchFamily="49" charset="-122"/>
              </a:rPr>
              <a:t>”</a:t>
            </a:r>
            <a:endParaRPr lang="en-US" altLang="en-US" sz="2000" kern="0" dirty="0">
              <a:ea typeface="SimHei" panose="02010609060101010101" pitchFamily="49" charset="-122"/>
            </a:endParaRPr>
          </a:p>
        </p:txBody>
      </p:sp>
      <p:sp>
        <p:nvSpPr>
          <p:cNvPr id="204" name="Rectangle 3">
            <a:extLst>
              <a:ext uri="{FF2B5EF4-FFF2-40B4-BE49-F238E27FC236}">
                <a16:creationId xmlns:a16="http://schemas.microsoft.com/office/drawing/2014/main" id="{CBC89FC5-AFBE-4678-B306-D27D98F9D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144" y="1338541"/>
            <a:ext cx="4787900" cy="1467068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Tx/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zh-CN" sz="2000" kern="0" dirty="0" err="1">
                <a:solidFill>
                  <a:schemeClr val="accent2"/>
                </a:solidFill>
                <a:ea typeface="SimHei" panose="02010609060101010101" pitchFamily="49" charset="-122"/>
              </a:rPr>
              <a:t>MemWr</a:t>
            </a:r>
            <a:r>
              <a:rPr lang="zh-CN" altLang="en-US" sz="2000" kern="0" dirty="0">
                <a:solidFill>
                  <a:schemeClr val="accent2"/>
                </a:solidFill>
                <a:ea typeface="SimHei" panose="02010609060101010101" pitchFamily="49" charset="-122"/>
              </a:rPr>
              <a:t>：</a:t>
            </a:r>
            <a:r>
              <a:rPr lang="en-US" altLang="zh-CN" sz="2000" kern="0" dirty="0">
                <a:solidFill>
                  <a:schemeClr val="accent2"/>
                </a:solidFill>
                <a:ea typeface="SimHei" panose="02010609060101010101" pitchFamily="49" charset="-122"/>
              </a:rPr>
              <a:t>		</a:t>
            </a:r>
            <a:r>
              <a:rPr lang="en-US" altLang="zh-CN" sz="2000" kern="0" dirty="0">
                <a:ea typeface="SimHei" panose="02010609060101010101" pitchFamily="49" charset="-12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ea typeface="SimHei" panose="02010609060101010101" pitchFamily="49" charset="-122"/>
                <a:sym typeface="Symbol" pitchFamily="18" charset="2"/>
              </a:rPr>
              <a:t>   </a:t>
            </a:r>
            <a:r>
              <a:rPr lang="en-US" altLang="zh-CN" sz="2000" kern="0" dirty="0">
                <a:ea typeface="SimHei" panose="02010609060101010101" pitchFamily="49" charset="-122"/>
              </a:rPr>
              <a:t>write memory</a:t>
            </a:r>
            <a:endParaRPr lang="en-US" altLang="en-US" sz="2000" kern="0" dirty="0">
              <a:ea typeface="SimHei" panose="02010609060101010101" pitchFamily="49" charset="-122"/>
            </a:endParaRPr>
          </a:p>
          <a:p>
            <a:pPr eaLnBrk="1" hangingPunct="1">
              <a:buClrTx/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en-US" sz="2000" kern="0" dirty="0" err="1">
                <a:solidFill>
                  <a:schemeClr val="accent2"/>
                </a:solidFill>
                <a:ea typeface="SimHei" panose="02010609060101010101" pitchFamily="49" charset="-122"/>
              </a:rPr>
              <a:t>MemtoReg</a:t>
            </a:r>
            <a:r>
              <a:rPr lang="en-US" altLang="en-US" sz="2000" kern="0" dirty="0">
                <a:solidFill>
                  <a:schemeClr val="accent2"/>
                </a:solidFill>
                <a:ea typeface="SimHei" panose="02010609060101010101" pitchFamily="49" charset="-122"/>
              </a:rPr>
              <a:t>:	</a:t>
            </a:r>
            <a:r>
              <a:rPr lang="en-US" altLang="en-US" sz="2000" kern="0" dirty="0">
                <a:ea typeface="SimHei" panose="02010609060101010101" pitchFamily="49" charset="-122"/>
              </a:rPr>
              <a:t>0 </a:t>
            </a:r>
            <a:r>
              <a:rPr lang="en-US" altLang="en-US" sz="2000" kern="0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000" kern="0" dirty="0">
                <a:ea typeface="SimHei" panose="02010609060101010101" pitchFamily="49" charset="-122"/>
              </a:rPr>
              <a:t> ALU; 1 </a:t>
            </a:r>
            <a:r>
              <a:rPr lang="en-US" altLang="en-US" sz="2000" kern="0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000" kern="0" dirty="0">
                <a:ea typeface="SimHei" panose="02010609060101010101" pitchFamily="49" charset="-122"/>
              </a:rPr>
              <a:t> Mem</a:t>
            </a:r>
          </a:p>
          <a:p>
            <a:pPr eaLnBrk="1" hangingPunct="1">
              <a:buClrTx/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en-US" sz="2000" kern="0" dirty="0" err="1">
                <a:solidFill>
                  <a:schemeClr val="accent2"/>
                </a:solidFill>
                <a:ea typeface="SimHei" panose="02010609060101010101" pitchFamily="49" charset="-122"/>
              </a:rPr>
              <a:t>RegDst</a:t>
            </a:r>
            <a:r>
              <a:rPr lang="en-US" altLang="en-US" sz="2000" kern="0" dirty="0">
                <a:solidFill>
                  <a:schemeClr val="accent2"/>
                </a:solidFill>
                <a:ea typeface="SimHei" panose="02010609060101010101" pitchFamily="49" charset="-122"/>
              </a:rPr>
              <a:t>:</a:t>
            </a:r>
            <a:r>
              <a:rPr lang="en-US" altLang="en-US" sz="2000" kern="0" dirty="0">
                <a:ea typeface="SimHei" panose="02010609060101010101" pitchFamily="49" charset="-122"/>
              </a:rPr>
              <a:t>	  	0 </a:t>
            </a:r>
            <a:r>
              <a:rPr lang="en-US" altLang="en-US" sz="2000" kern="0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000" kern="0" dirty="0">
                <a:ea typeface="SimHei" panose="02010609060101010101" pitchFamily="49" charset="-122"/>
              </a:rPr>
              <a:t> “Rt”; 1 </a:t>
            </a:r>
            <a:r>
              <a:rPr lang="en-US" altLang="en-US" sz="2000" kern="0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000" kern="0" dirty="0">
                <a:ea typeface="SimHei" panose="02010609060101010101" pitchFamily="49" charset="-122"/>
              </a:rPr>
              <a:t> “Rd”</a:t>
            </a:r>
          </a:p>
          <a:p>
            <a:pPr eaLnBrk="1" hangingPunct="1">
              <a:buClrTx/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en-US" sz="2000" kern="0" dirty="0" err="1">
                <a:solidFill>
                  <a:schemeClr val="accent2"/>
                </a:solidFill>
                <a:ea typeface="SimHei" panose="02010609060101010101" pitchFamily="49" charset="-122"/>
              </a:rPr>
              <a:t>RegWr</a:t>
            </a:r>
            <a:r>
              <a:rPr lang="en-US" altLang="en-US" sz="2000" kern="0" dirty="0">
                <a:solidFill>
                  <a:schemeClr val="accent2"/>
                </a:solidFill>
                <a:ea typeface="SimHei" panose="02010609060101010101" pitchFamily="49" charset="-122"/>
              </a:rPr>
              <a:t>:</a:t>
            </a:r>
            <a:r>
              <a:rPr lang="en-US" altLang="en-US" sz="2000" kern="0" dirty="0">
                <a:ea typeface="SimHei" panose="02010609060101010101" pitchFamily="49" charset="-122"/>
              </a:rPr>
              <a:t>	</a:t>
            </a:r>
            <a:r>
              <a:rPr lang="en-US" altLang="zh-CN" sz="2000" kern="0" dirty="0">
                <a:ea typeface="SimHei" panose="02010609060101010101" pitchFamily="49" charset="-122"/>
              </a:rPr>
              <a:t>  	1</a:t>
            </a:r>
            <a:r>
              <a:rPr lang="en-US" altLang="en-US" sz="2000" kern="0" dirty="0">
                <a:ea typeface="SimHei" panose="02010609060101010101" pitchFamily="49" charset="-122"/>
                <a:sym typeface="Symbol" pitchFamily="18" charset="2"/>
              </a:rPr>
              <a:t>  </a:t>
            </a:r>
            <a:r>
              <a:rPr lang="en-US" altLang="zh-CN" sz="2000" kern="0" dirty="0">
                <a:ea typeface="SimHei" panose="02010609060101010101" pitchFamily="49" charset="-122"/>
              </a:rPr>
              <a:t>write registers</a:t>
            </a:r>
            <a:endParaRPr lang="en-US" altLang="en-US" sz="2000" kern="0" dirty="0">
              <a:ea typeface="SimHei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DF0FDC-33B4-4AD2-A9F5-04BDAA99C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033" y="2868487"/>
            <a:ext cx="6292967" cy="392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911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B5C6-33C6-4CF8-80A1-6DDB5816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控制信号分析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F4B19-8434-44E4-A99E-5F7630BA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80</a:t>
            </a:fld>
            <a:endParaRPr lang="en-US" altLang="zh-CN" dirty="0"/>
          </a:p>
        </p:txBody>
      </p:sp>
      <p:sp>
        <p:nvSpPr>
          <p:cNvPr id="185" name="Rectangle 3">
            <a:extLst>
              <a:ext uri="{FF2B5EF4-FFF2-40B4-BE49-F238E27FC236}">
                <a16:creationId xmlns:a16="http://schemas.microsoft.com/office/drawing/2014/main" id="{6E7A6BA8-9BF4-49C6-89BD-B77A2D511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562100"/>
            <a:ext cx="7772400" cy="468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b="0" kern="0" dirty="0">
                <a:solidFill>
                  <a:srgbClr val="0070C0"/>
                </a:solidFill>
                <a:ea typeface="SimHei" panose="02010609060101010101" pitchFamily="49" charset="-122"/>
              </a:rPr>
              <a:t>选择</a:t>
            </a:r>
            <a:endParaRPr lang="en-US" altLang="en-US" sz="2800" b="0" kern="0" dirty="0">
              <a:solidFill>
                <a:srgbClr val="0070C0"/>
              </a:solidFill>
              <a:ea typeface="SimHei" panose="02010609060101010101" pitchFamily="49" charset="-122"/>
            </a:endParaRPr>
          </a:p>
          <a:p>
            <a:pPr lvl="1"/>
            <a:r>
              <a:rPr lang="en-US" altLang="en-US" sz="2400" b="0" kern="0" dirty="0" err="1">
                <a:solidFill>
                  <a:srgbClr val="FF0000"/>
                </a:solidFill>
                <a:ea typeface="SimHei" panose="02010609060101010101" pitchFamily="49" charset="-122"/>
              </a:rPr>
              <a:t>PC</a:t>
            </a:r>
            <a:r>
              <a:rPr lang="en-US" altLang="zh-CN" sz="2400" b="0" kern="0" dirty="0" err="1">
                <a:solidFill>
                  <a:srgbClr val="FF0000"/>
                </a:solidFill>
                <a:ea typeface="SimHei" panose="02010609060101010101" pitchFamily="49" charset="-122"/>
              </a:rPr>
              <a:t>Src</a:t>
            </a:r>
            <a:r>
              <a:rPr lang="en-US" altLang="zh-CN" sz="2400" b="0" kern="0" dirty="0">
                <a:solidFill>
                  <a:srgbClr val="FF0000"/>
                </a:solidFill>
                <a:ea typeface="SimHei" panose="02010609060101010101" pitchFamily="49" charset="-122"/>
              </a:rPr>
              <a:t>(1/2)</a:t>
            </a:r>
            <a:r>
              <a:rPr lang="en-US" altLang="zh-CN" sz="2400" b="0" kern="0" dirty="0">
                <a:ea typeface="SimHei" panose="02010609060101010101" pitchFamily="49" charset="-122"/>
              </a:rPr>
              <a:t>       </a:t>
            </a:r>
            <a:r>
              <a:rPr lang="zh-CN" altLang="en-US" sz="2400" b="0" kern="0" dirty="0">
                <a:ea typeface="SimHei" panose="02010609060101010101" pitchFamily="49" charset="-122"/>
              </a:rPr>
              <a:t>程序计数方式控制</a:t>
            </a:r>
          </a:p>
          <a:p>
            <a:pPr lvl="1"/>
            <a:r>
              <a:rPr lang="en-US" altLang="en-US" sz="2400" b="0" kern="0" dirty="0">
                <a:solidFill>
                  <a:srgbClr val="FF0000"/>
                </a:solidFill>
                <a:ea typeface="SimHei" panose="02010609060101010101" pitchFamily="49" charset="-122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ALU</a:t>
            </a:r>
            <a:r>
              <a:rPr lang="en-US" altLang="zh-CN" sz="2400" b="0" kern="0" dirty="0">
                <a:solidFill>
                  <a:srgbClr val="FF0000"/>
                </a:solidFill>
                <a:ea typeface="SimHei" panose="02010609060101010101" pitchFamily="49" charset="-122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</a:t>
            </a:r>
            <a:r>
              <a:rPr lang="en-US" altLang="zh-CN" sz="2400" b="0" kern="0" dirty="0">
                <a:ea typeface="SimHei" panose="02010609060101010101" pitchFamily="49" charset="-122"/>
              </a:rPr>
              <a:t>          ALU</a:t>
            </a:r>
            <a:r>
              <a:rPr lang="zh-CN" altLang="en-US" sz="2400" b="0" kern="0" dirty="0">
                <a:ea typeface="SimHei" panose="02010609060101010101" pitchFamily="49" charset="-122"/>
              </a:rPr>
              <a:t>输入选择控制</a:t>
            </a:r>
          </a:p>
          <a:p>
            <a:pPr lvl="1"/>
            <a:r>
              <a:rPr lang="en-US" altLang="zh-CN" sz="2400" b="0" kern="0" dirty="0" err="1">
                <a:solidFill>
                  <a:srgbClr val="FF0000"/>
                </a:solidFill>
                <a:ea typeface="SimHei" panose="02010609060101010101" pitchFamily="49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ExtOp</a:t>
            </a:r>
            <a:r>
              <a:rPr lang="en-US" altLang="zh-CN" sz="2400" b="0" kern="0" dirty="0">
                <a:ea typeface="SimHei" panose="02010609060101010101" pitchFamily="49" charset="-122"/>
                <a:hlinkClick r:id="rId3" action="ppaction://hlinksldjump"/>
              </a:rPr>
              <a:t> </a:t>
            </a:r>
            <a:r>
              <a:rPr lang="en-US" altLang="zh-CN" sz="2400" b="0" kern="0" dirty="0">
                <a:ea typeface="SimHei" panose="02010609060101010101" pitchFamily="49" charset="-122"/>
              </a:rPr>
              <a:t>           </a:t>
            </a:r>
            <a:r>
              <a:rPr lang="zh-CN" altLang="en-US" sz="2400" b="0" kern="0" dirty="0">
                <a:ea typeface="SimHei" panose="02010609060101010101" pitchFamily="49" charset="-122"/>
              </a:rPr>
              <a:t>立即数扩展方式控制</a:t>
            </a:r>
          </a:p>
          <a:p>
            <a:pPr lvl="1"/>
            <a:r>
              <a:rPr lang="en-US" altLang="en-US" sz="2400" b="0" kern="0" dirty="0" err="1">
                <a:solidFill>
                  <a:srgbClr val="FF0000"/>
                </a:solidFill>
                <a:ea typeface="SimHei" panose="02010609060101010101" pitchFamily="49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ALU</a:t>
            </a:r>
            <a:r>
              <a:rPr lang="en-US" altLang="en-US" sz="2400" b="0" kern="0" dirty="0" err="1">
                <a:solidFill>
                  <a:srgbClr val="FF0000"/>
                </a:solidFill>
                <a:ea typeface="SimHei" panose="02010609060101010101" pitchFamily="49" charset="-122"/>
              </a:rPr>
              <a:t>conf</a:t>
            </a:r>
            <a:r>
              <a:rPr lang="en-US" altLang="en-US" sz="2400" b="0" kern="0" dirty="0">
                <a:solidFill>
                  <a:srgbClr val="FF0000"/>
                </a:solidFill>
                <a:ea typeface="SimHei" panose="02010609060101010101" pitchFamily="49" charset="-122"/>
              </a:rPr>
              <a:t>  </a:t>
            </a:r>
            <a:r>
              <a:rPr lang="en-US" altLang="zh-CN" sz="2400" b="0" kern="0" dirty="0">
                <a:solidFill>
                  <a:schemeClr val="folHlink"/>
                </a:solidFill>
                <a:ea typeface="SimHei" panose="02010609060101010101" pitchFamily="49" charset="-122"/>
              </a:rPr>
              <a:t>         </a:t>
            </a:r>
            <a:r>
              <a:rPr lang="en-US" altLang="zh-CN" sz="2400" b="0" kern="0" dirty="0">
                <a:ea typeface="SimHei" panose="02010609060101010101" pitchFamily="49" charset="-122"/>
              </a:rPr>
              <a:t>ALU</a:t>
            </a:r>
            <a:r>
              <a:rPr lang="zh-CN" altLang="en-US" sz="2400" b="0" kern="0" dirty="0">
                <a:ea typeface="SimHei" panose="02010609060101010101" pitchFamily="49" charset="-122"/>
              </a:rPr>
              <a:t>运算选择</a:t>
            </a:r>
            <a:endParaRPr lang="en-US" altLang="zh-CN" sz="2400" b="0" kern="0" dirty="0">
              <a:ea typeface="SimHei" panose="02010609060101010101" pitchFamily="49" charset="-122"/>
            </a:endParaRPr>
          </a:p>
          <a:p>
            <a:r>
              <a:rPr lang="zh-CN" altLang="en-US" sz="2800" b="0" kern="0" dirty="0">
                <a:solidFill>
                  <a:srgbClr val="0070C0"/>
                </a:solidFill>
                <a:ea typeface="SimHei" panose="02010609060101010101" pitchFamily="49" charset="-122"/>
              </a:rPr>
              <a:t>写入控制</a:t>
            </a:r>
            <a:endParaRPr lang="en-US" altLang="zh-CN" sz="2800" b="0" kern="0" dirty="0">
              <a:solidFill>
                <a:srgbClr val="0070C0"/>
              </a:solidFill>
              <a:ea typeface="SimHei" panose="02010609060101010101" pitchFamily="49" charset="-122"/>
            </a:endParaRPr>
          </a:p>
          <a:p>
            <a:pPr lvl="1"/>
            <a:r>
              <a:rPr lang="en-US" altLang="zh-CN" sz="2400" b="0" kern="0" dirty="0" err="1">
                <a:solidFill>
                  <a:srgbClr val="FF0000"/>
                </a:solidFill>
                <a:ea typeface="SimHei" panose="02010609060101010101" pitchFamily="49" charset="-122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RegWr</a:t>
            </a:r>
            <a:r>
              <a:rPr lang="en-US" altLang="zh-CN" sz="2400" b="0" kern="0" dirty="0">
                <a:ea typeface="SimHei" panose="02010609060101010101" pitchFamily="49" charset="-122"/>
              </a:rPr>
              <a:t>           </a:t>
            </a:r>
            <a:r>
              <a:rPr lang="zh-CN" altLang="en-US" sz="2400" b="0" kern="0" dirty="0">
                <a:ea typeface="SimHei" panose="02010609060101010101" pitchFamily="49" charset="-122"/>
              </a:rPr>
              <a:t>寄存器写入控制</a:t>
            </a:r>
          </a:p>
          <a:p>
            <a:pPr lvl="1"/>
            <a:r>
              <a:rPr lang="en-US" altLang="zh-CN" sz="2400" b="0" kern="0" dirty="0" err="1">
                <a:solidFill>
                  <a:srgbClr val="FF0000"/>
                </a:solidFill>
                <a:ea typeface="SimHei" panose="02010609060101010101" pitchFamily="49" charset="-122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RegDst</a:t>
            </a:r>
            <a:r>
              <a:rPr lang="en-US" altLang="zh-CN" sz="2400" b="0" kern="0" dirty="0">
                <a:ea typeface="SimHei" panose="02010609060101010101" pitchFamily="49" charset="-122"/>
              </a:rPr>
              <a:t>          </a:t>
            </a:r>
            <a:r>
              <a:rPr lang="zh-CN" altLang="en-US" sz="2400" b="0" kern="0" dirty="0">
                <a:ea typeface="SimHei" panose="02010609060101010101" pitchFamily="49" charset="-122"/>
              </a:rPr>
              <a:t>写入寄存器选择</a:t>
            </a:r>
          </a:p>
          <a:p>
            <a:pPr lvl="1"/>
            <a:r>
              <a:rPr lang="en-US" altLang="en-US" sz="2400" b="0" kern="0" dirty="0" err="1">
                <a:solidFill>
                  <a:srgbClr val="FF0000"/>
                </a:solidFill>
                <a:ea typeface="SimHei" panose="02010609060101010101" pitchFamily="49" charset="-122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MemWr</a:t>
            </a:r>
            <a:r>
              <a:rPr lang="en-US" altLang="zh-CN" sz="2400" b="0" kern="0" dirty="0">
                <a:solidFill>
                  <a:schemeClr val="folHlink"/>
                </a:solidFill>
                <a:latin typeface="Arial" charset="0"/>
                <a:ea typeface="SimHei" panose="02010609060101010101" pitchFamily="49" charset="-122"/>
              </a:rPr>
              <a:t>          </a:t>
            </a:r>
            <a:r>
              <a:rPr lang="zh-CN" altLang="en-US" sz="2400" b="0" kern="0" dirty="0">
                <a:ea typeface="SimHei" panose="02010609060101010101" pitchFamily="49" charset="-122"/>
              </a:rPr>
              <a:t>存储器写入控制</a:t>
            </a:r>
          </a:p>
          <a:p>
            <a:pPr lvl="1"/>
            <a:r>
              <a:rPr lang="en-US" altLang="en-US" sz="2400" b="0" kern="0" dirty="0" err="1">
                <a:solidFill>
                  <a:srgbClr val="FF0000"/>
                </a:solidFill>
                <a:ea typeface="SimHei" panose="02010609060101010101" pitchFamily="49" charset="-122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MemtoReg</a:t>
            </a:r>
            <a:r>
              <a:rPr lang="en-US" altLang="zh-CN" sz="2400" b="0" kern="0" dirty="0">
                <a:solidFill>
                  <a:schemeClr val="folHlink"/>
                </a:solidFill>
                <a:latin typeface="Arial" charset="0"/>
                <a:ea typeface="SimHei" panose="02010609060101010101" pitchFamily="49" charset="-122"/>
              </a:rPr>
              <a:t>     </a:t>
            </a:r>
            <a:r>
              <a:rPr lang="zh-CN" altLang="en-US" sz="2400" b="0" kern="0" dirty="0">
                <a:ea typeface="SimHei" panose="02010609060101010101" pitchFamily="49" charset="-122"/>
              </a:rPr>
              <a:t>寄存器数据写入端选择</a:t>
            </a:r>
          </a:p>
        </p:txBody>
      </p:sp>
    </p:spTree>
    <p:extLst>
      <p:ext uri="{BB962C8B-B14F-4D97-AF65-F5344CB8AC3E}">
        <p14:creationId xmlns:p14="http://schemas.microsoft.com/office/powerpoint/2010/main" val="23630478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762000" y="6583362"/>
            <a:ext cx="2514600" cy="2746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F3C0341-42E0-474E-B6EB-F2536D23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81</a:t>
            </a:fld>
            <a:endParaRPr lang="en-US" altLang="zh-CN" dirty="0"/>
          </a:p>
        </p:txBody>
      </p:sp>
      <p:sp>
        <p:nvSpPr>
          <p:cNvPr id="65541" name="Rectangle 3"/>
          <p:cNvSpPr>
            <a:spLocks noChangeArrowheads="1"/>
          </p:cNvSpPr>
          <p:nvPr/>
        </p:nvSpPr>
        <p:spPr bwMode="auto">
          <a:xfrm>
            <a:off x="4781777" y="4182810"/>
            <a:ext cx="86518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4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ALUconf</a:t>
            </a:r>
            <a:endParaRPr lang="en-US" altLang="en-US" sz="14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5542" name="Rectangle 4"/>
          <p:cNvSpPr>
            <a:spLocks noChangeArrowheads="1"/>
          </p:cNvSpPr>
          <p:nvPr/>
        </p:nvSpPr>
        <p:spPr bwMode="auto">
          <a:xfrm>
            <a:off x="2761924" y="4167422"/>
            <a:ext cx="86562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RegDst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5543" name="Rectangle 5"/>
          <p:cNvSpPr>
            <a:spLocks noChangeArrowheads="1"/>
          </p:cNvSpPr>
          <p:nvPr/>
        </p:nvSpPr>
        <p:spPr bwMode="auto">
          <a:xfrm>
            <a:off x="4047277" y="4167422"/>
            <a:ext cx="88806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5544" name="Rectangle 6"/>
          <p:cNvSpPr>
            <a:spLocks noChangeArrowheads="1"/>
          </p:cNvSpPr>
          <p:nvPr/>
        </p:nvSpPr>
        <p:spPr bwMode="auto">
          <a:xfrm>
            <a:off x="3451055" y="4167422"/>
            <a:ext cx="7534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5545" name="Rectangle 7"/>
          <p:cNvSpPr>
            <a:spLocks noChangeArrowheads="1"/>
          </p:cNvSpPr>
          <p:nvPr/>
        </p:nvSpPr>
        <p:spPr bwMode="auto">
          <a:xfrm>
            <a:off x="6337715" y="4167422"/>
            <a:ext cx="118622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MemtoReg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5546" name="Rectangle 8"/>
          <p:cNvSpPr>
            <a:spLocks noChangeArrowheads="1"/>
          </p:cNvSpPr>
          <p:nvPr/>
        </p:nvSpPr>
        <p:spPr bwMode="auto">
          <a:xfrm>
            <a:off x="5537870" y="4167422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5547" name="Rectangle 9"/>
          <p:cNvSpPr>
            <a:spLocks noChangeArrowheads="1"/>
          </p:cNvSpPr>
          <p:nvPr/>
        </p:nvSpPr>
        <p:spPr bwMode="auto">
          <a:xfrm>
            <a:off x="7846056" y="4167422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65548" name="Line 10"/>
          <p:cNvSpPr>
            <a:spLocks noChangeShapeType="1"/>
          </p:cNvSpPr>
          <p:nvPr/>
        </p:nvSpPr>
        <p:spPr bwMode="auto">
          <a:xfrm flipV="1">
            <a:off x="2298700" y="1803353"/>
            <a:ext cx="335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49" name="Rectangle 11"/>
          <p:cNvSpPr>
            <a:spLocks noChangeArrowheads="1"/>
          </p:cNvSpPr>
          <p:nvPr/>
        </p:nvSpPr>
        <p:spPr bwMode="auto">
          <a:xfrm>
            <a:off x="2770188" y="1469123"/>
            <a:ext cx="1769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65550" name="Line 12"/>
          <p:cNvSpPr>
            <a:spLocks noChangeShapeType="1"/>
          </p:cNvSpPr>
          <p:nvPr/>
        </p:nvSpPr>
        <p:spPr bwMode="auto">
          <a:xfrm>
            <a:off x="4057650" y="1816053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51" name="Rectangle 13"/>
          <p:cNvSpPr>
            <a:spLocks noChangeArrowheads="1"/>
          </p:cNvSpPr>
          <p:nvPr/>
        </p:nvSpPr>
        <p:spPr bwMode="auto">
          <a:xfrm rot="5400000">
            <a:off x="3781660" y="2029059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65552" name="Rectangle 14"/>
          <p:cNvSpPr>
            <a:spLocks noChangeArrowheads="1"/>
          </p:cNvSpPr>
          <p:nvPr/>
        </p:nvSpPr>
        <p:spPr bwMode="auto">
          <a:xfrm rot="5400000">
            <a:off x="4315060" y="2029059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65553" name="Rectangle 15"/>
          <p:cNvSpPr>
            <a:spLocks noChangeArrowheads="1"/>
          </p:cNvSpPr>
          <p:nvPr/>
        </p:nvSpPr>
        <p:spPr bwMode="auto">
          <a:xfrm rot="5400000">
            <a:off x="4856091" y="2029059"/>
            <a:ext cx="9208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65554" name="Rectangle 16"/>
          <p:cNvSpPr>
            <a:spLocks noChangeArrowheads="1"/>
          </p:cNvSpPr>
          <p:nvPr/>
        </p:nvSpPr>
        <p:spPr bwMode="auto">
          <a:xfrm rot="5400000">
            <a:off x="5387967" y="2029059"/>
            <a:ext cx="8223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65555" name="Line 17"/>
          <p:cNvSpPr>
            <a:spLocks noChangeShapeType="1"/>
          </p:cNvSpPr>
          <p:nvPr/>
        </p:nvSpPr>
        <p:spPr bwMode="auto">
          <a:xfrm>
            <a:off x="4591050" y="1816053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56" name="Line 18"/>
          <p:cNvSpPr>
            <a:spLocks noChangeShapeType="1"/>
          </p:cNvSpPr>
          <p:nvPr/>
        </p:nvSpPr>
        <p:spPr bwMode="auto">
          <a:xfrm>
            <a:off x="5124450" y="1816053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57" name="Line 19"/>
          <p:cNvSpPr>
            <a:spLocks noChangeShapeType="1"/>
          </p:cNvSpPr>
          <p:nvPr/>
        </p:nvSpPr>
        <p:spPr bwMode="auto">
          <a:xfrm>
            <a:off x="5657850" y="1816053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58" name="Rectangle 20"/>
          <p:cNvSpPr>
            <a:spLocks noChangeArrowheads="1"/>
          </p:cNvSpPr>
          <p:nvPr/>
        </p:nvSpPr>
        <p:spPr bwMode="auto">
          <a:xfrm>
            <a:off x="5414963" y="2641553"/>
            <a:ext cx="8111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65559" name="Rectangle 21"/>
          <p:cNvSpPr>
            <a:spLocks noChangeArrowheads="1"/>
          </p:cNvSpPr>
          <p:nvPr/>
        </p:nvSpPr>
        <p:spPr bwMode="auto">
          <a:xfrm>
            <a:off x="4881563" y="2641553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65560" name="Rectangle 22"/>
          <p:cNvSpPr>
            <a:spLocks noChangeArrowheads="1"/>
          </p:cNvSpPr>
          <p:nvPr/>
        </p:nvSpPr>
        <p:spPr bwMode="auto">
          <a:xfrm>
            <a:off x="4424363" y="264155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65561" name="Rectangle 23"/>
          <p:cNvSpPr>
            <a:spLocks noChangeArrowheads="1"/>
          </p:cNvSpPr>
          <p:nvPr/>
        </p:nvSpPr>
        <p:spPr bwMode="auto">
          <a:xfrm>
            <a:off x="3890963" y="26415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65562" name="Rectangle 24"/>
          <p:cNvSpPr>
            <a:spLocks noChangeArrowheads="1"/>
          </p:cNvSpPr>
          <p:nvPr/>
        </p:nvSpPr>
        <p:spPr bwMode="auto">
          <a:xfrm>
            <a:off x="1333175" y="4167422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PCSrc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5563" name="Rectangle 25"/>
          <p:cNvSpPr>
            <a:spLocks noChangeArrowheads="1"/>
          </p:cNvSpPr>
          <p:nvPr/>
        </p:nvSpPr>
        <p:spPr bwMode="auto">
          <a:xfrm>
            <a:off x="1200150" y="1600153"/>
            <a:ext cx="1101725" cy="1000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64" name="Rectangle 26"/>
          <p:cNvSpPr>
            <a:spLocks noChangeArrowheads="1"/>
          </p:cNvSpPr>
          <p:nvPr/>
        </p:nvSpPr>
        <p:spPr bwMode="auto">
          <a:xfrm>
            <a:off x="1690688" y="2331991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5565" name="Rectangle 27"/>
          <p:cNvSpPr>
            <a:spLocks noChangeArrowheads="1"/>
          </p:cNvSpPr>
          <p:nvPr/>
        </p:nvSpPr>
        <p:spPr bwMode="auto">
          <a:xfrm>
            <a:off x="1271083" y="1760491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Inst</a:t>
            </a:r>
          </a:p>
          <a:p>
            <a:pPr algn="ctr"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65566" name="Rectangle 28"/>
          <p:cNvSpPr>
            <a:spLocks noChangeArrowheads="1"/>
          </p:cNvSpPr>
          <p:nvPr/>
        </p:nvSpPr>
        <p:spPr bwMode="auto">
          <a:xfrm>
            <a:off x="1641475" y="5035503"/>
            <a:ext cx="6457950" cy="120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67" name="Rectangle 29"/>
          <p:cNvSpPr>
            <a:spLocks noChangeArrowheads="1"/>
          </p:cNvSpPr>
          <p:nvPr/>
        </p:nvSpPr>
        <p:spPr bwMode="auto">
          <a:xfrm>
            <a:off x="3862388" y="5384753"/>
            <a:ext cx="125810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DATA PATH</a:t>
            </a:r>
          </a:p>
        </p:txBody>
      </p:sp>
      <p:sp>
        <p:nvSpPr>
          <p:cNvPr id="65568" name="Line 30"/>
          <p:cNvSpPr>
            <a:spLocks noChangeShapeType="1"/>
          </p:cNvSpPr>
          <p:nvPr/>
        </p:nvSpPr>
        <p:spPr bwMode="auto">
          <a:xfrm>
            <a:off x="1806575" y="4569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69" name="Line 31"/>
          <p:cNvSpPr>
            <a:spLocks noChangeShapeType="1"/>
          </p:cNvSpPr>
          <p:nvPr/>
        </p:nvSpPr>
        <p:spPr bwMode="auto">
          <a:xfrm>
            <a:off x="3051175" y="4569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70" name="Line 32"/>
          <p:cNvSpPr>
            <a:spLocks noChangeShapeType="1"/>
          </p:cNvSpPr>
          <p:nvPr/>
        </p:nvSpPr>
        <p:spPr bwMode="auto">
          <a:xfrm>
            <a:off x="3736975" y="4569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71" name="Line 33"/>
          <p:cNvSpPr>
            <a:spLocks noChangeShapeType="1"/>
          </p:cNvSpPr>
          <p:nvPr/>
        </p:nvSpPr>
        <p:spPr bwMode="auto">
          <a:xfrm>
            <a:off x="4397375" y="4569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72" name="Line 34"/>
          <p:cNvSpPr>
            <a:spLocks noChangeShapeType="1"/>
          </p:cNvSpPr>
          <p:nvPr/>
        </p:nvSpPr>
        <p:spPr bwMode="auto">
          <a:xfrm>
            <a:off x="4968875" y="4569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73" name="Line 35"/>
          <p:cNvSpPr>
            <a:spLocks noChangeShapeType="1"/>
          </p:cNvSpPr>
          <p:nvPr/>
        </p:nvSpPr>
        <p:spPr bwMode="auto">
          <a:xfrm>
            <a:off x="5730875" y="4569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74" name="Line 36"/>
          <p:cNvSpPr>
            <a:spLocks noChangeShapeType="1"/>
          </p:cNvSpPr>
          <p:nvPr/>
        </p:nvSpPr>
        <p:spPr bwMode="auto">
          <a:xfrm>
            <a:off x="6861175" y="4569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75" name="Line 37"/>
          <p:cNvSpPr>
            <a:spLocks noChangeShapeType="1"/>
          </p:cNvSpPr>
          <p:nvPr/>
        </p:nvSpPr>
        <p:spPr bwMode="auto">
          <a:xfrm>
            <a:off x="7762875" y="4248103"/>
            <a:ext cx="0" cy="749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76" name="AutoShape 38" descr="Wide downward diagonal"/>
          <p:cNvSpPr>
            <a:spLocks noChangeArrowheads="1"/>
          </p:cNvSpPr>
          <p:nvPr/>
        </p:nvSpPr>
        <p:spPr bwMode="auto">
          <a:xfrm>
            <a:off x="1295400" y="2935241"/>
            <a:ext cx="6908800" cy="1231900"/>
          </a:xfrm>
          <a:prstGeom prst="roundRect">
            <a:avLst>
              <a:gd name="adj" fmla="val 12495"/>
            </a:avLst>
          </a:prstGeom>
          <a:pattFill prst="wdDnDiag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77" name="Rectangle 39"/>
          <p:cNvSpPr>
            <a:spLocks noChangeArrowheads="1"/>
          </p:cNvSpPr>
          <p:nvPr/>
        </p:nvSpPr>
        <p:spPr bwMode="auto">
          <a:xfrm>
            <a:off x="3951288" y="3340053"/>
            <a:ext cx="1176605" cy="459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Control</a:t>
            </a:r>
          </a:p>
        </p:txBody>
      </p:sp>
      <p:sp>
        <p:nvSpPr>
          <p:cNvPr id="65578" name="Line 40"/>
          <p:cNvSpPr>
            <a:spLocks noChangeShapeType="1"/>
          </p:cNvSpPr>
          <p:nvPr/>
        </p:nvSpPr>
        <p:spPr bwMode="auto">
          <a:xfrm>
            <a:off x="2565400" y="1801766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79" name="Rectangle 41"/>
          <p:cNvSpPr>
            <a:spLocks noChangeArrowheads="1"/>
          </p:cNvSpPr>
          <p:nvPr/>
        </p:nvSpPr>
        <p:spPr bwMode="auto">
          <a:xfrm>
            <a:off x="2398713" y="2627266"/>
            <a:ext cx="45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Op</a:t>
            </a:r>
          </a:p>
        </p:txBody>
      </p:sp>
      <p:sp>
        <p:nvSpPr>
          <p:cNvPr id="65580" name="Line 42"/>
          <p:cNvSpPr>
            <a:spLocks noChangeShapeType="1"/>
          </p:cNvSpPr>
          <p:nvPr/>
        </p:nvSpPr>
        <p:spPr bwMode="auto">
          <a:xfrm>
            <a:off x="3035300" y="1801766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81" name="Rectangle 43"/>
          <p:cNvSpPr>
            <a:spLocks noChangeArrowheads="1"/>
          </p:cNvSpPr>
          <p:nvPr/>
        </p:nvSpPr>
        <p:spPr bwMode="auto">
          <a:xfrm rot="5400000">
            <a:off x="2875528" y="1913171"/>
            <a:ext cx="7037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:</a:t>
            </a:r>
            <a:r>
              <a:rPr lang="en-US" altLang="zh-CN" sz="1600" dirty="0">
                <a:latin typeface="Arial" panose="020B0604020202020204" pitchFamily="34" charset="0"/>
                <a:ea typeface="SimHei" panose="02010609060101010101" pitchFamily="49" charset="-122"/>
              </a:rPr>
              <a:t>5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&gt;</a:t>
            </a:r>
          </a:p>
        </p:txBody>
      </p:sp>
      <p:sp>
        <p:nvSpPr>
          <p:cNvPr id="65582" name="Rectangle 44"/>
          <p:cNvSpPr>
            <a:spLocks noChangeArrowheads="1"/>
          </p:cNvSpPr>
          <p:nvPr/>
        </p:nvSpPr>
        <p:spPr bwMode="auto">
          <a:xfrm>
            <a:off x="2868613" y="2627266"/>
            <a:ext cx="53540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Fun</a:t>
            </a:r>
          </a:p>
        </p:txBody>
      </p:sp>
      <p:sp>
        <p:nvSpPr>
          <p:cNvPr id="65583" name="Rectangle 45"/>
          <p:cNvSpPr>
            <a:spLocks noChangeArrowheads="1"/>
          </p:cNvSpPr>
          <p:nvPr/>
        </p:nvSpPr>
        <p:spPr bwMode="auto">
          <a:xfrm>
            <a:off x="2147365" y="4167422"/>
            <a:ext cx="81702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5584" name="Line 46"/>
          <p:cNvSpPr>
            <a:spLocks noChangeShapeType="1"/>
          </p:cNvSpPr>
          <p:nvPr/>
        </p:nvSpPr>
        <p:spPr bwMode="auto">
          <a:xfrm>
            <a:off x="2530475" y="456951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85" name="Rectangle 49"/>
          <p:cNvSpPr>
            <a:spLocks noChangeArrowheads="1"/>
          </p:cNvSpPr>
          <p:nvPr/>
        </p:nvSpPr>
        <p:spPr bwMode="auto">
          <a:xfrm rot="5400000">
            <a:off x="2212440" y="2025884"/>
            <a:ext cx="9313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&lt;2</a:t>
            </a:r>
            <a:r>
              <a:rPr lang="en-US" altLang="zh-CN" sz="1600" dirty="0">
                <a:latin typeface="Arial" panose="020B0604020202020204" pitchFamily="34" charset="0"/>
                <a:ea typeface="SimHei" panose="02010609060101010101" pitchFamily="49" charset="-122"/>
              </a:rPr>
              <a:t>6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:</a:t>
            </a:r>
            <a:r>
              <a:rPr lang="en-US" altLang="zh-CN" sz="1600" dirty="0">
                <a:latin typeface="Arial" panose="020B0604020202020204" pitchFamily="34" charset="0"/>
                <a:ea typeface="SimHei" panose="02010609060101010101" pitchFamily="49" charset="-122"/>
              </a:rPr>
              <a:t>31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&gt;</a:t>
            </a:r>
          </a:p>
        </p:txBody>
      </p:sp>
      <p:sp>
        <p:nvSpPr>
          <p:cNvPr id="65586" name="Rectangle 50"/>
          <p:cNvSpPr>
            <a:spLocks noChangeArrowheads="1"/>
          </p:cNvSpPr>
          <p:nvPr/>
        </p:nvSpPr>
        <p:spPr bwMode="auto">
          <a:xfrm rot="5400000">
            <a:off x="3315510" y="1997309"/>
            <a:ext cx="8175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Arial" panose="020B0604020202020204" pitchFamily="34" charset="0"/>
                <a:ea typeface="SimHei" panose="02010609060101010101" pitchFamily="49" charset="-122"/>
              </a:rPr>
              <a:t>6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:1</a:t>
            </a:r>
            <a:r>
              <a:rPr lang="en-US" altLang="zh-CN" sz="1600" dirty="0"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&gt;</a:t>
            </a:r>
          </a:p>
        </p:txBody>
      </p:sp>
      <p:sp>
        <p:nvSpPr>
          <p:cNvPr id="65587" name="Line 51"/>
          <p:cNvSpPr>
            <a:spLocks noChangeShapeType="1"/>
          </p:cNvSpPr>
          <p:nvPr/>
        </p:nvSpPr>
        <p:spPr bwMode="auto">
          <a:xfrm>
            <a:off x="3536950" y="1793828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5588" name="Rectangle 52"/>
          <p:cNvSpPr>
            <a:spLocks noChangeArrowheads="1"/>
          </p:cNvSpPr>
          <p:nvPr/>
        </p:nvSpPr>
        <p:spPr bwMode="auto">
          <a:xfrm>
            <a:off x="3289300" y="2622503"/>
            <a:ext cx="71814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Arial" panose="020B0604020202020204" pitchFamily="34" charset="0"/>
                <a:ea typeface="SimHei" panose="02010609060101010101" pitchFamily="49" charset="-122"/>
              </a:rPr>
              <a:t>Sham</a:t>
            </a:r>
            <a:endParaRPr lang="en-US" altLang="en-US" sz="1600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5E96AB7-14BE-1AF5-ACFB-32EFC82B4094}"/>
              </a:ext>
            </a:extLst>
          </p:cNvPr>
          <p:cNvGrpSpPr/>
          <p:nvPr/>
        </p:nvGrpSpPr>
        <p:grpSpPr>
          <a:xfrm>
            <a:off x="1796587" y="3919040"/>
            <a:ext cx="5966285" cy="1155527"/>
            <a:chOff x="2964386" y="3799153"/>
            <a:chExt cx="5486004" cy="1155527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9174418-D0F3-C9E2-2540-C9A429648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0390" y="3840120"/>
              <a:ext cx="0" cy="111456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D2B469A-7B4A-3A66-589C-A5EE9568AC1F}"/>
                </a:ext>
              </a:extLst>
            </p:cNvPr>
            <p:cNvCxnSpPr/>
            <p:nvPr/>
          </p:nvCxnSpPr>
          <p:spPr>
            <a:xfrm flipH="1" flipV="1">
              <a:off x="2964386" y="3799153"/>
              <a:ext cx="5486004" cy="4096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80969F3B-44CF-8DEE-7994-8B3406E0C522}"/>
                </a:ext>
              </a:extLst>
            </p:cNvPr>
            <p:cNvCxnSpPr/>
            <p:nvPr/>
          </p:nvCxnSpPr>
          <p:spPr>
            <a:xfrm>
              <a:off x="2964386" y="3799153"/>
              <a:ext cx="0" cy="101138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C1B03E88-1698-7041-E373-33254980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控制信号和</a:t>
            </a:r>
            <a:r>
              <a:rPr lang="en-US" altLang="zh-CN" dirty="0"/>
              <a:t>Datapath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7585215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Rectangle 3"/>
          <p:cNvSpPr>
            <a:spLocks noGrp="1" noChangeArrowheads="1"/>
          </p:cNvSpPr>
          <p:nvPr>
            <p:ph idx="1"/>
          </p:nvPr>
        </p:nvSpPr>
        <p:spPr>
          <a:xfrm>
            <a:off x="309796" y="1560600"/>
            <a:ext cx="5465308" cy="1368580"/>
          </a:xfrm>
          <a:noFill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/>
          <a:p>
            <a:pPr eaLnBrk="1" hangingPunct="1"/>
            <a:r>
              <a:rPr lang="zh-CN" altLang="en-US" sz="2800" dirty="0">
                <a:latin typeface="Arial" panose="020B0604020202020204" pitchFamily="34" charset="0"/>
              </a:rPr>
              <a:t>从指令存储器中取指令</a:t>
            </a:r>
            <a:r>
              <a:rPr lang="en-US" altLang="en-US" sz="2800" dirty="0">
                <a:latin typeface="Arial" panose="020B0604020202020204" pitchFamily="34" charset="0"/>
              </a:rPr>
              <a:t>:</a:t>
            </a:r>
          </a:p>
          <a:p>
            <a:pPr lvl="1"/>
            <a:r>
              <a:rPr lang="en-US" altLang="en-US" sz="2400" dirty="0">
                <a:latin typeface="Arial" panose="020B0604020202020204" pitchFamily="34" charset="0"/>
              </a:rPr>
              <a:t>Instruction  &lt;=  </a:t>
            </a:r>
            <a:r>
              <a:rPr lang="en-US" altLang="en-US" sz="2400" dirty="0" err="1">
                <a:latin typeface="Arial" panose="020B0604020202020204" pitchFamily="34" charset="0"/>
              </a:rPr>
              <a:t>Inst_mem</a:t>
            </a:r>
            <a:r>
              <a:rPr lang="en-US" altLang="en-US" sz="2400" dirty="0">
                <a:latin typeface="Arial" panose="020B0604020202020204" pitchFamily="34" charset="0"/>
              </a:rPr>
              <a:t>[PC]</a:t>
            </a:r>
          </a:p>
          <a:p>
            <a:pPr lvl="1"/>
            <a:r>
              <a:rPr lang="zh-CN" altLang="en-US" sz="2400" dirty="0">
                <a:latin typeface="+mn-ea"/>
                <a:ea typeface="+mn-ea"/>
              </a:rPr>
              <a:t>对所有指令相同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3273936-1AF1-4290-9632-2566705A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82</a:t>
            </a:fld>
            <a:endParaRPr lang="en-US" altLang="zh-CN" dirty="0"/>
          </a:p>
        </p:txBody>
      </p:sp>
      <p:grpSp>
        <p:nvGrpSpPr>
          <p:cNvPr id="59399" name="Group 5"/>
          <p:cNvGrpSpPr>
            <a:grpSpLocks/>
          </p:cNvGrpSpPr>
          <p:nvPr/>
        </p:nvGrpSpPr>
        <p:grpSpPr bwMode="auto">
          <a:xfrm>
            <a:off x="6232871" y="1661666"/>
            <a:ext cx="1101725" cy="1042912"/>
            <a:chOff x="2474" y="1011"/>
            <a:chExt cx="694" cy="673"/>
          </a:xfrm>
        </p:grpSpPr>
        <p:sp>
          <p:nvSpPr>
            <p:cNvPr id="59456" name="Rectangle 6"/>
            <p:cNvSpPr>
              <a:spLocks noChangeArrowheads="1"/>
            </p:cNvSpPr>
            <p:nvPr/>
          </p:nvSpPr>
          <p:spPr bwMode="auto">
            <a:xfrm>
              <a:off x="2474" y="1011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9457" name="Rectangle 7"/>
            <p:cNvSpPr>
              <a:spLocks noChangeArrowheads="1"/>
            </p:cNvSpPr>
            <p:nvPr/>
          </p:nvSpPr>
          <p:spPr bwMode="auto">
            <a:xfrm>
              <a:off x="2663" y="1467"/>
              <a:ext cx="388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9458" name="Rectangle 8"/>
            <p:cNvSpPr>
              <a:spLocks noChangeArrowheads="1"/>
            </p:cNvSpPr>
            <p:nvPr/>
          </p:nvSpPr>
          <p:spPr bwMode="auto">
            <a:xfrm>
              <a:off x="2494" y="1062"/>
              <a:ext cx="633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b="1" dirty="0">
                  <a:latin typeface="+mn-lt"/>
                  <a:ea typeface="STHeiti" panose="02010600040101010101" pitchFamily="2" charset="-122"/>
                </a:rPr>
                <a:t>Inst</a:t>
              </a:r>
            </a:p>
            <a:p>
              <a:pPr algn="ctr" eaLnBrk="0" hangingPunct="0"/>
              <a:r>
                <a:rPr lang="en-US" altLang="en-US" sz="1600" b="1" dirty="0">
                  <a:latin typeface="+mn-lt"/>
                  <a:ea typeface="STHeiti" panose="02010600040101010101" pitchFamily="2" charset="-122"/>
                </a:rPr>
                <a:t>Memory</a:t>
              </a:r>
            </a:p>
          </p:txBody>
        </p:sp>
      </p:grpSp>
      <p:sp>
        <p:nvSpPr>
          <p:cNvPr id="59426" name="Line 63"/>
          <p:cNvSpPr>
            <a:spLocks noChangeShapeType="1"/>
          </p:cNvSpPr>
          <p:nvPr/>
        </p:nvSpPr>
        <p:spPr bwMode="auto">
          <a:xfrm>
            <a:off x="7347296" y="2177604"/>
            <a:ext cx="1041400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9427" name="Rectangle 64"/>
          <p:cNvSpPr>
            <a:spLocks noChangeArrowheads="1"/>
          </p:cNvSpPr>
          <p:nvPr/>
        </p:nvSpPr>
        <p:spPr bwMode="auto">
          <a:xfrm>
            <a:off x="7355234" y="1748979"/>
            <a:ext cx="1769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115" name="Rectangle 121">
            <a:extLst>
              <a:ext uri="{FF2B5EF4-FFF2-40B4-BE49-F238E27FC236}">
                <a16:creationId xmlns:a16="http://schemas.microsoft.com/office/drawing/2014/main" id="{8808BF7F-2D7B-411F-8F53-13B0D9BA7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054" y="2660241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135" name="Rectangle 27">
            <a:extLst>
              <a:ext uri="{FF2B5EF4-FFF2-40B4-BE49-F238E27FC236}">
                <a16:creationId xmlns:a16="http://schemas.microsoft.com/office/drawing/2014/main" id="{7D7F02FA-D376-4417-95FD-148E4101C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8204" y="354454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36" name="Line 29">
            <a:extLst>
              <a:ext uri="{FF2B5EF4-FFF2-40B4-BE49-F238E27FC236}">
                <a16:creationId xmlns:a16="http://schemas.microsoft.com/office/drawing/2014/main" id="{1977A4DF-8C0E-4A60-9F68-4C96681AB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8808" y="4525352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7" name="Rectangle 31">
            <a:extLst>
              <a:ext uri="{FF2B5EF4-FFF2-40B4-BE49-F238E27FC236}">
                <a16:creationId xmlns:a16="http://schemas.microsoft.com/office/drawing/2014/main" id="{68712607-58D8-4A66-91CB-20E67B06B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021" y="4137430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8" name="Line 33">
            <a:extLst>
              <a:ext uri="{FF2B5EF4-FFF2-40B4-BE49-F238E27FC236}">
                <a16:creationId xmlns:a16="http://schemas.microsoft.com/office/drawing/2014/main" id="{0E618F54-AED5-427A-8924-FF703D9B5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6505" y="5314395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9" name="Rectangle 34">
            <a:extLst>
              <a:ext uri="{FF2B5EF4-FFF2-40B4-BE49-F238E27FC236}">
                <a16:creationId xmlns:a16="http://schemas.microsoft.com/office/drawing/2014/main" id="{0AB8F84E-71C1-4B67-9D4E-5DDA064F675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334596" y="454252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140" name="Rectangle 35">
            <a:extLst>
              <a:ext uri="{FF2B5EF4-FFF2-40B4-BE49-F238E27FC236}">
                <a16:creationId xmlns:a16="http://schemas.microsoft.com/office/drawing/2014/main" id="{F76D329F-F8F0-42D0-BAEB-8060E5E17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935" y="581525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1" name="Line 49">
            <a:extLst>
              <a:ext uri="{FF2B5EF4-FFF2-40B4-BE49-F238E27FC236}">
                <a16:creationId xmlns:a16="http://schemas.microsoft.com/office/drawing/2014/main" id="{CC46C01D-3622-40CB-B4D4-2B4F4D791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175" y="4902383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142" name="Group 50">
            <a:extLst>
              <a:ext uri="{FF2B5EF4-FFF2-40B4-BE49-F238E27FC236}">
                <a16:creationId xmlns:a16="http://schemas.microsoft.com/office/drawing/2014/main" id="{D285DD8F-C25F-4744-A95E-C4847B654EEE}"/>
              </a:ext>
            </a:extLst>
          </p:cNvPr>
          <p:cNvGrpSpPr>
            <a:grpSpLocks/>
          </p:cNvGrpSpPr>
          <p:nvPr/>
        </p:nvGrpSpPr>
        <p:grpSpPr bwMode="auto">
          <a:xfrm>
            <a:off x="5463954" y="4007034"/>
            <a:ext cx="347663" cy="1431926"/>
            <a:chOff x="1614" y="2226"/>
            <a:chExt cx="219" cy="902"/>
          </a:xfrm>
        </p:grpSpPr>
        <p:grpSp>
          <p:nvGrpSpPr>
            <p:cNvPr id="143" name="Group 51">
              <a:extLst>
                <a:ext uri="{FF2B5EF4-FFF2-40B4-BE49-F238E27FC236}">
                  <a16:creationId xmlns:a16="http://schemas.microsoft.com/office/drawing/2014/main" id="{5B4125A9-9FBC-4DF0-B4F9-C4558D217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147" name="Line 52">
                <a:extLst>
                  <a:ext uri="{FF2B5EF4-FFF2-40B4-BE49-F238E27FC236}">
                    <a16:creationId xmlns:a16="http://schemas.microsoft.com/office/drawing/2014/main" id="{26860661-9885-4F65-A7DF-D9CA93F878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8" name="Line 53">
                <a:extLst>
                  <a:ext uri="{FF2B5EF4-FFF2-40B4-BE49-F238E27FC236}">
                    <a16:creationId xmlns:a16="http://schemas.microsoft.com/office/drawing/2014/main" id="{2C2DD53F-A5A0-4818-9EFE-E5F779C91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9" name="Line 54">
                <a:extLst>
                  <a:ext uri="{FF2B5EF4-FFF2-40B4-BE49-F238E27FC236}">
                    <a16:creationId xmlns:a16="http://schemas.microsoft.com/office/drawing/2014/main" id="{AEA448B6-67BB-4C5D-A42F-2184FCB2E6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0" name="Line 55">
                <a:extLst>
                  <a:ext uri="{FF2B5EF4-FFF2-40B4-BE49-F238E27FC236}">
                    <a16:creationId xmlns:a16="http://schemas.microsoft.com/office/drawing/2014/main" id="{D35CA6E9-5CA6-47C3-A7FE-8586D8302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44" name="Rectangle 56">
              <a:extLst>
                <a:ext uri="{FF2B5EF4-FFF2-40B4-BE49-F238E27FC236}">
                  <a16:creationId xmlns:a16="http://schemas.microsoft.com/office/drawing/2014/main" id="{B3212B05-4133-4325-A366-905AEBCC8A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145" name="Rectangle 57">
              <a:extLst>
                <a:ext uri="{FF2B5EF4-FFF2-40B4-BE49-F238E27FC236}">
                  <a16:creationId xmlns:a16="http://schemas.microsoft.com/office/drawing/2014/main" id="{E44E314E-2CF5-49E0-9055-C742004F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6" name="Rectangle 58">
              <a:extLst>
                <a:ext uri="{FF2B5EF4-FFF2-40B4-BE49-F238E27FC236}">
                  <a16:creationId xmlns:a16="http://schemas.microsoft.com/office/drawing/2014/main" id="{8933644E-DEAB-4B13-A375-AD7914C9E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51" name="Line 59">
            <a:extLst>
              <a:ext uri="{FF2B5EF4-FFF2-40B4-BE49-F238E27FC236}">
                <a16:creationId xmlns:a16="http://schemas.microsoft.com/office/drawing/2014/main" id="{9077E16E-2657-49DA-B8F9-30D58D917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7658" y="4173720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Line 60">
            <a:extLst>
              <a:ext uri="{FF2B5EF4-FFF2-40B4-BE49-F238E27FC236}">
                <a16:creationId xmlns:a16="http://schemas.microsoft.com/office/drawing/2014/main" id="{226F1B0D-41F4-4C82-ADEF-F3B368F89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5825" y="5329420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53" name="Rectangle 75">
            <a:extLst>
              <a:ext uri="{FF2B5EF4-FFF2-40B4-BE49-F238E27FC236}">
                <a16:creationId xmlns:a16="http://schemas.microsoft.com/office/drawing/2014/main" id="{2C326605-9615-4A7E-B1C4-F79DED627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187" y="5650450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4" name="Line 76">
            <a:extLst>
              <a:ext uri="{FF2B5EF4-FFF2-40B4-BE49-F238E27FC236}">
                <a16:creationId xmlns:a16="http://schemas.microsoft.com/office/drawing/2014/main" id="{F3D7D82B-29DE-4876-9133-1C55CE85D6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48917" y="5334473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55" name="Line 119">
            <a:extLst>
              <a:ext uri="{FF2B5EF4-FFF2-40B4-BE49-F238E27FC236}">
                <a16:creationId xmlns:a16="http://schemas.microsoft.com/office/drawing/2014/main" id="{EF183D3D-7BFF-47D5-95C3-29DB1B565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725" y="578662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56" name="Freeform 120">
            <a:extLst>
              <a:ext uri="{FF2B5EF4-FFF2-40B4-BE49-F238E27FC236}">
                <a16:creationId xmlns:a16="http://schemas.microsoft.com/office/drawing/2014/main" id="{88D70D43-85FC-4B3A-87CC-A5DF855BDB10}"/>
              </a:ext>
            </a:extLst>
          </p:cNvPr>
          <p:cNvSpPr>
            <a:spLocks/>
          </p:cNvSpPr>
          <p:nvPr/>
        </p:nvSpPr>
        <p:spPr bwMode="auto">
          <a:xfrm>
            <a:off x="6711883" y="2637943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57" name="Rectangle 121">
            <a:extLst>
              <a:ext uri="{FF2B5EF4-FFF2-40B4-BE49-F238E27FC236}">
                <a16:creationId xmlns:a16="http://schemas.microsoft.com/office/drawing/2014/main" id="{0646EE82-A7FC-4831-99E3-309BFC65E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699" y="2993569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158" name="Line 122">
            <a:extLst>
              <a:ext uri="{FF2B5EF4-FFF2-40B4-BE49-F238E27FC236}">
                <a16:creationId xmlns:a16="http://schemas.microsoft.com/office/drawing/2014/main" id="{C2E32F56-709F-447A-907B-44F9FD17E2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7260" y="4745220"/>
            <a:ext cx="59285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59" name="Freeform 123">
            <a:extLst>
              <a:ext uri="{FF2B5EF4-FFF2-40B4-BE49-F238E27FC236}">
                <a16:creationId xmlns:a16="http://schemas.microsoft.com/office/drawing/2014/main" id="{55ED10D1-DFB9-42A6-AD8A-58A207CF8BB5}"/>
              </a:ext>
            </a:extLst>
          </p:cNvPr>
          <p:cNvSpPr>
            <a:spLocks/>
          </p:cNvSpPr>
          <p:nvPr/>
        </p:nvSpPr>
        <p:spPr bwMode="auto">
          <a:xfrm>
            <a:off x="3731987" y="3327308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60" name="Freeform 124">
            <a:extLst>
              <a:ext uri="{FF2B5EF4-FFF2-40B4-BE49-F238E27FC236}">
                <a16:creationId xmlns:a16="http://schemas.microsoft.com/office/drawing/2014/main" id="{D3021C07-B259-45B8-992D-0149769F5C8A}"/>
              </a:ext>
            </a:extLst>
          </p:cNvPr>
          <p:cNvSpPr>
            <a:spLocks/>
          </p:cNvSpPr>
          <p:nvPr/>
        </p:nvSpPr>
        <p:spPr bwMode="auto">
          <a:xfrm>
            <a:off x="4239987" y="4173720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61" name="Rectangle 35">
            <a:extLst>
              <a:ext uri="{FF2B5EF4-FFF2-40B4-BE49-F238E27FC236}">
                <a16:creationId xmlns:a16="http://schemas.microsoft.com/office/drawing/2014/main" id="{7A81D473-3F43-408B-9D0D-1093F7C1B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833" y="4232345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162" name="椭圆 4">
            <a:extLst>
              <a:ext uri="{FF2B5EF4-FFF2-40B4-BE49-F238E27FC236}">
                <a16:creationId xmlns:a16="http://schemas.microsoft.com/office/drawing/2014/main" id="{5E76A5D9-15DB-4AC4-B7DE-1823A4A36117}"/>
              </a:ext>
            </a:extLst>
          </p:cNvPr>
          <p:cNvSpPr/>
          <p:nvPr/>
        </p:nvSpPr>
        <p:spPr bwMode="auto">
          <a:xfrm>
            <a:off x="4036788" y="5393766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12B77AA8-32DD-4FC8-8B6C-E2F511876631}"/>
              </a:ext>
            </a:extLst>
          </p:cNvPr>
          <p:cNvGrpSpPr/>
          <p:nvPr/>
        </p:nvGrpSpPr>
        <p:grpSpPr>
          <a:xfrm>
            <a:off x="4417758" y="3456597"/>
            <a:ext cx="505337" cy="1193800"/>
            <a:chOff x="5799138" y="4889500"/>
            <a:chExt cx="505337" cy="1193800"/>
          </a:xfrm>
        </p:grpSpPr>
        <p:grpSp>
          <p:nvGrpSpPr>
            <p:cNvPr id="164" name="Group 4">
              <a:extLst>
                <a:ext uri="{FF2B5EF4-FFF2-40B4-BE49-F238E27FC236}">
                  <a16:creationId xmlns:a16="http://schemas.microsoft.com/office/drawing/2014/main" id="{E847946D-7869-4382-ACA5-142C9240C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66" name="Line 5">
                <a:extLst>
                  <a:ext uri="{FF2B5EF4-FFF2-40B4-BE49-F238E27FC236}">
                    <a16:creationId xmlns:a16="http://schemas.microsoft.com/office/drawing/2014/main" id="{2AEF3C4D-7FAB-4579-9077-756F06D6D0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67" name="Line 6">
                <a:extLst>
                  <a:ext uri="{FF2B5EF4-FFF2-40B4-BE49-F238E27FC236}">
                    <a16:creationId xmlns:a16="http://schemas.microsoft.com/office/drawing/2014/main" id="{10DE53D4-CCD5-4496-A9D5-72F0C3060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68" name="Line 7">
                <a:extLst>
                  <a:ext uri="{FF2B5EF4-FFF2-40B4-BE49-F238E27FC236}">
                    <a16:creationId xmlns:a16="http://schemas.microsoft.com/office/drawing/2014/main" id="{A0A94C01-7BE6-4C46-9729-B76EECC3B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69" name="Line 8">
                <a:extLst>
                  <a:ext uri="{FF2B5EF4-FFF2-40B4-BE49-F238E27FC236}">
                    <a16:creationId xmlns:a16="http://schemas.microsoft.com/office/drawing/2014/main" id="{0DC5F525-5BEB-40A7-92A3-DB95D17CD9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0" name="Line 9">
                <a:extLst>
                  <a:ext uri="{FF2B5EF4-FFF2-40B4-BE49-F238E27FC236}">
                    <a16:creationId xmlns:a16="http://schemas.microsoft.com/office/drawing/2014/main" id="{B01A7603-1103-47B5-B254-E7BD1106EB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1" name="Line 10">
                <a:extLst>
                  <a:ext uri="{FF2B5EF4-FFF2-40B4-BE49-F238E27FC236}">
                    <a16:creationId xmlns:a16="http://schemas.microsoft.com/office/drawing/2014/main" id="{097A3FAC-EEE9-4DEE-967C-5B2AE2B3E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2" name="Line 11">
                <a:extLst>
                  <a:ext uri="{FF2B5EF4-FFF2-40B4-BE49-F238E27FC236}">
                    <a16:creationId xmlns:a16="http://schemas.microsoft.com/office/drawing/2014/main" id="{6B5F1F15-EDA9-463B-87FB-7D47CDD0A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3" name="Line 12">
                <a:extLst>
                  <a:ext uri="{FF2B5EF4-FFF2-40B4-BE49-F238E27FC236}">
                    <a16:creationId xmlns:a16="http://schemas.microsoft.com/office/drawing/2014/main" id="{38402287-16C2-41D5-821E-2296DADE2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65" name="Rectangle 58">
              <a:extLst>
                <a:ext uri="{FF2B5EF4-FFF2-40B4-BE49-F238E27FC236}">
                  <a16:creationId xmlns:a16="http://schemas.microsoft.com/office/drawing/2014/main" id="{3896564B-774B-4768-9FB7-6DBDECF2F3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174" name="Rectangle 73">
            <a:extLst>
              <a:ext uri="{FF2B5EF4-FFF2-40B4-BE49-F238E27FC236}">
                <a16:creationId xmlns:a16="http://schemas.microsoft.com/office/drawing/2014/main" id="{E95933DC-175F-4E31-A91E-CF0C9B6D7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0087" y="344823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175" name="Line 74">
            <a:extLst>
              <a:ext uri="{FF2B5EF4-FFF2-40B4-BE49-F238E27FC236}">
                <a16:creationId xmlns:a16="http://schemas.microsoft.com/office/drawing/2014/main" id="{B6FF22BF-EA3E-41C6-A164-E67EFFF50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1875" y="3643496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176" name="组合 175">
            <a:extLst>
              <a:ext uri="{FF2B5EF4-FFF2-40B4-BE49-F238E27FC236}">
                <a16:creationId xmlns:a16="http://schemas.microsoft.com/office/drawing/2014/main" id="{116B2D6D-6332-43AC-B543-9504E77D0665}"/>
              </a:ext>
            </a:extLst>
          </p:cNvPr>
          <p:cNvGrpSpPr/>
          <p:nvPr/>
        </p:nvGrpSpPr>
        <p:grpSpPr>
          <a:xfrm>
            <a:off x="4749243" y="4779254"/>
            <a:ext cx="505337" cy="1193800"/>
            <a:chOff x="5799138" y="4889500"/>
            <a:chExt cx="505337" cy="1193800"/>
          </a:xfrm>
        </p:grpSpPr>
        <p:grpSp>
          <p:nvGrpSpPr>
            <p:cNvPr id="177" name="Group 4">
              <a:extLst>
                <a:ext uri="{FF2B5EF4-FFF2-40B4-BE49-F238E27FC236}">
                  <a16:creationId xmlns:a16="http://schemas.microsoft.com/office/drawing/2014/main" id="{1F36DBED-8889-483A-AEEC-80232CA980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79" name="Line 5">
                <a:extLst>
                  <a:ext uri="{FF2B5EF4-FFF2-40B4-BE49-F238E27FC236}">
                    <a16:creationId xmlns:a16="http://schemas.microsoft.com/office/drawing/2014/main" id="{E0D964AA-B046-49C7-9123-5DF22DDD5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0" name="Line 6">
                <a:extLst>
                  <a:ext uri="{FF2B5EF4-FFF2-40B4-BE49-F238E27FC236}">
                    <a16:creationId xmlns:a16="http://schemas.microsoft.com/office/drawing/2014/main" id="{E529FB95-17A2-4BAC-AC79-A791063B4B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1" name="Line 7">
                <a:extLst>
                  <a:ext uri="{FF2B5EF4-FFF2-40B4-BE49-F238E27FC236}">
                    <a16:creationId xmlns:a16="http://schemas.microsoft.com/office/drawing/2014/main" id="{931B028B-B6EC-40E6-9329-4BA5649C70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2" name="Line 8">
                <a:extLst>
                  <a:ext uri="{FF2B5EF4-FFF2-40B4-BE49-F238E27FC236}">
                    <a16:creationId xmlns:a16="http://schemas.microsoft.com/office/drawing/2014/main" id="{8284F022-48D5-486E-B99B-8E554FFF5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3" name="Line 9">
                <a:extLst>
                  <a:ext uri="{FF2B5EF4-FFF2-40B4-BE49-F238E27FC236}">
                    <a16:creationId xmlns:a16="http://schemas.microsoft.com/office/drawing/2014/main" id="{EE77C7D5-A53E-48FE-B8FC-6568A1257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4" name="Line 10">
                <a:extLst>
                  <a:ext uri="{FF2B5EF4-FFF2-40B4-BE49-F238E27FC236}">
                    <a16:creationId xmlns:a16="http://schemas.microsoft.com/office/drawing/2014/main" id="{C395BC3B-6385-4A49-8467-A5F5D215D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5" name="Line 11">
                <a:extLst>
                  <a:ext uri="{FF2B5EF4-FFF2-40B4-BE49-F238E27FC236}">
                    <a16:creationId xmlns:a16="http://schemas.microsoft.com/office/drawing/2014/main" id="{03083EE2-D18E-4D26-92AE-CBD8283518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6" name="Line 12">
                <a:extLst>
                  <a:ext uri="{FF2B5EF4-FFF2-40B4-BE49-F238E27FC236}">
                    <a16:creationId xmlns:a16="http://schemas.microsoft.com/office/drawing/2014/main" id="{2D855C73-AB65-474D-91CD-2ED396D5A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78" name="Rectangle 58">
              <a:extLst>
                <a:ext uri="{FF2B5EF4-FFF2-40B4-BE49-F238E27FC236}">
                  <a16:creationId xmlns:a16="http://schemas.microsoft.com/office/drawing/2014/main" id="{806CC26B-32C5-4E38-8CA8-45660DDF5A5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187" name="Rectangle 96">
            <a:extLst>
              <a:ext uri="{FF2B5EF4-FFF2-40B4-BE49-F238E27FC236}">
                <a16:creationId xmlns:a16="http://schemas.microsoft.com/office/drawing/2014/main" id="{72D6FC46-D992-4AF0-B541-4DFCF03A586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55682" y="5613862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188" name="Line 29">
            <a:extLst>
              <a:ext uri="{FF2B5EF4-FFF2-40B4-BE49-F238E27FC236}">
                <a16:creationId xmlns:a16="http://schemas.microsoft.com/office/drawing/2014/main" id="{3DB725E5-AE30-4CB8-B290-8D0C87B45B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9512" y="365048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89" name="组合 188">
            <a:extLst>
              <a:ext uri="{FF2B5EF4-FFF2-40B4-BE49-F238E27FC236}">
                <a16:creationId xmlns:a16="http://schemas.microsoft.com/office/drawing/2014/main" id="{3D9E5625-CB6C-4FAD-B86C-32940DF6B375}"/>
              </a:ext>
            </a:extLst>
          </p:cNvPr>
          <p:cNvGrpSpPr/>
          <p:nvPr/>
        </p:nvGrpSpPr>
        <p:grpSpPr>
          <a:xfrm>
            <a:off x="2635422" y="5295004"/>
            <a:ext cx="1455857" cy="1426471"/>
            <a:chOff x="2588300" y="4750306"/>
            <a:chExt cx="1455857" cy="1426471"/>
          </a:xfrm>
        </p:grpSpPr>
        <p:sp>
          <p:nvSpPr>
            <p:cNvPr id="190" name="Rectangle 95">
              <a:extLst>
                <a:ext uri="{FF2B5EF4-FFF2-40B4-BE49-F238E27FC236}">
                  <a16:creationId xmlns:a16="http://schemas.microsoft.com/office/drawing/2014/main" id="{3A16E58D-9555-4B65-8287-2FC74CDFB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588" y="4783138"/>
              <a:ext cx="355600" cy="8270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1" name="Rectangle 96">
              <a:extLst>
                <a:ext uri="{FF2B5EF4-FFF2-40B4-BE49-F238E27FC236}">
                  <a16:creationId xmlns:a16="http://schemas.microsoft.com/office/drawing/2014/main" id="{9F37CEB9-8E1D-4915-8D02-7E89B630C7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49699" y="5022336"/>
              <a:ext cx="8800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ImmExt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2" name="Line 99">
              <a:extLst>
                <a:ext uri="{FF2B5EF4-FFF2-40B4-BE49-F238E27FC236}">
                  <a16:creationId xmlns:a16="http://schemas.microsoft.com/office/drawing/2014/main" id="{3E7938BB-79D4-4EC6-A3FD-6C02AFA27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49" y="5195885"/>
              <a:ext cx="312342" cy="3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3" name="Rectangle 100">
              <a:extLst>
                <a:ext uri="{FF2B5EF4-FFF2-40B4-BE49-F238E27FC236}">
                  <a16:creationId xmlns:a16="http://schemas.microsoft.com/office/drawing/2014/main" id="{B5C34676-8CCF-4E10-828A-C2E3D8A32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787" y="5203825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194" name="Line 101">
              <a:extLst>
                <a:ext uri="{FF2B5EF4-FFF2-40B4-BE49-F238E27FC236}">
                  <a16:creationId xmlns:a16="http://schemas.microsoft.com/office/drawing/2014/main" id="{A0A4133B-A9A0-487D-B947-18322E2D36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756" y="5131593"/>
              <a:ext cx="8890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5" name="Line 102">
              <a:extLst>
                <a:ext uri="{FF2B5EF4-FFF2-40B4-BE49-F238E27FC236}">
                  <a16:creationId xmlns:a16="http://schemas.microsoft.com/office/drawing/2014/main" id="{04D96D4E-814D-451A-A795-51D85BFF3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0050" y="5199061"/>
              <a:ext cx="355600" cy="47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6" name="Line 103">
              <a:extLst>
                <a:ext uri="{FF2B5EF4-FFF2-40B4-BE49-F238E27FC236}">
                  <a16:creationId xmlns:a16="http://schemas.microsoft.com/office/drawing/2014/main" id="{AA86263C-B59A-4C9E-B545-4038BC0B8A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7050" y="5130799"/>
              <a:ext cx="88900" cy="128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7" name="Rectangle 104">
              <a:extLst>
                <a:ext uri="{FF2B5EF4-FFF2-40B4-BE49-F238E27FC236}">
                  <a16:creationId xmlns:a16="http://schemas.microsoft.com/office/drawing/2014/main" id="{3CE26E20-26ED-4357-8EF6-CC9F43C47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413" y="5199061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198" name="Rectangle 105">
              <a:extLst>
                <a:ext uri="{FF2B5EF4-FFF2-40B4-BE49-F238E27FC236}">
                  <a16:creationId xmlns:a16="http://schemas.microsoft.com/office/drawing/2014/main" id="{77A1456F-445D-448C-A589-184EF4A0B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8300" y="481904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imm16</a:t>
              </a:r>
            </a:p>
          </p:txBody>
        </p:sp>
        <p:sp>
          <p:nvSpPr>
            <p:cNvPr id="199" name="Line 109">
              <a:extLst>
                <a:ext uri="{FF2B5EF4-FFF2-40B4-BE49-F238E27FC236}">
                  <a16:creationId xmlns:a16="http://schemas.microsoft.com/office/drawing/2014/main" id="{E9DEAA28-2185-4EA6-A889-EEF535380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610225"/>
              <a:ext cx="0" cy="284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0" name="Rectangle 110">
              <a:extLst>
                <a:ext uri="{FF2B5EF4-FFF2-40B4-BE49-F238E27FC236}">
                  <a16:creationId xmlns:a16="http://schemas.microsoft.com/office/drawing/2014/main" id="{91FB7C52-6747-42AA-89B9-0DAFCCE1C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600" y="5840788"/>
              <a:ext cx="75341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ExtOp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E347DBC1-EA9A-AC2E-79EE-E81511069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Courier New" pitchFamily="49" charset="0"/>
              </a:rPr>
              <a:t>取指令过程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B2E1ED-632A-46E1-97CD-0CA5C8D8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9E17-5129-400D-8A43-FFE07417D79B}" type="slidenum">
              <a:rPr lang="zh-CN" altLang="en-US" smtClean="0"/>
              <a:pPr/>
              <a:t>83</a:t>
            </a:fld>
            <a:endParaRPr lang="en-US" altLang="zh-CN" dirty="0"/>
          </a:p>
        </p:txBody>
      </p:sp>
      <p:sp>
        <p:nvSpPr>
          <p:cNvPr id="137" name="Rectangle 3">
            <a:extLst>
              <a:ext uri="{FF2B5EF4-FFF2-40B4-BE49-F238E27FC236}">
                <a16:creationId xmlns:a16="http://schemas.microsoft.com/office/drawing/2014/main" id="{3E56B616-917C-4B53-B4E1-2DAC8E755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9255"/>
            <a:ext cx="8686800" cy="7160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en-US" sz="2400" b="1" kern="0" dirty="0" err="1">
                <a:solidFill>
                  <a:srgbClr val="00B050"/>
                </a:solidFill>
                <a:ea typeface="SimHei" panose="02010609060101010101" pitchFamily="49" charset="-122"/>
              </a:rPr>
              <a:t>PCSrc</a:t>
            </a:r>
            <a:r>
              <a:rPr lang="en-US" altLang="en-US" sz="2400" b="1" kern="0" dirty="0">
                <a:solidFill>
                  <a:srgbClr val="00B050"/>
                </a:solidFill>
                <a:ea typeface="SimHei" panose="02010609060101010101" pitchFamily="49" charset="-122"/>
              </a:rPr>
              <a:t>: </a:t>
            </a:r>
            <a:r>
              <a:rPr lang="en-US" altLang="en-US" sz="2400" b="1" kern="0" dirty="0">
                <a:ea typeface="SimHei" panose="02010609060101010101" pitchFamily="49" charset="-122"/>
              </a:rPr>
              <a:t>	0 </a:t>
            </a:r>
            <a:r>
              <a:rPr lang="en-US" altLang="en-US" sz="2400" b="1" kern="0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400" b="1" kern="0" dirty="0">
                <a:ea typeface="SimHei" panose="02010609060101010101" pitchFamily="49" charset="-122"/>
              </a:rPr>
              <a:t> PC &lt;= PC + 4 </a:t>
            </a:r>
            <a:br>
              <a:rPr lang="en-US" altLang="en-US" sz="2400" b="1" kern="0" dirty="0">
                <a:ea typeface="SimHei" panose="02010609060101010101" pitchFamily="49" charset="-122"/>
              </a:rPr>
            </a:br>
            <a:r>
              <a:rPr lang="en-US" altLang="en-US" sz="2400" b="1" kern="0" dirty="0">
                <a:ea typeface="SimHei" panose="02010609060101010101" pitchFamily="49" charset="-122"/>
              </a:rPr>
              <a:t>	1 </a:t>
            </a:r>
            <a:r>
              <a:rPr lang="en-US" altLang="en-US" sz="2400" b="1" kern="0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400" b="1" kern="0" dirty="0">
                <a:ea typeface="SimHei" panose="02010609060101010101" pitchFamily="49" charset="-122"/>
              </a:rPr>
              <a:t> PC &lt;= PC + 4 + {</a:t>
            </a:r>
            <a:r>
              <a:rPr lang="en-US" altLang="en-US" sz="2400" b="1" kern="0" dirty="0" err="1">
                <a:ea typeface="SimHei" panose="02010609060101010101" pitchFamily="49" charset="-122"/>
              </a:rPr>
              <a:t>SignExt</a:t>
            </a:r>
            <a:r>
              <a:rPr lang="en-US" altLang="en-US" sz="2400" b="1" kern="0" dirty="0">
                <a:ea typeface="SimHei" panose="02010609060101010101" pitchFamily="49" charset="-122"/>
              </a:rPr>
              <a:t>(Im16), 2b00}</a:t>
            </a:r>
          </a:p>
        </p:txBody>
      </p:sp>
      <p:sp>
        <p:nvSpPr>
          <p:cNvPr id="138" name="Oval 92">
            <a:extLst>
              <a:ext uri="{FF2B5EF4-FFF2-40B4-BE49-F238E27FC236}">
                <a16:creationId xmlns:a16="http://schemas.microsoft.com/office/drawing/2014/main" id="{9E5F2633-5D9A-4607-BCC4-7F7735DE5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7359" y="5269680"/>
            <a:ext cx="1320800" cy="674832"/>
          </a:xfrm>
          <a:prstGeom prst="ellipse">
            <a:avLst/>
          </a:prstGeom>
          <a:noFill/>
          <a:ln w="508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071A6B17-01E3-4BAC-9B3D-84D90ABDB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921879"/>
              </p:ext>
            </p:extLst>
          </p:nvPr>
        </p:nvGraphicFramePr>
        <p:xfrm>
          <a:off x="4402138" y="3310788"/>
          <a:ext cx="460375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8613">
                  <a:extLst>
                    <a:ext uri="{9D8B030D-6E8A-4147-A177-3AD203B41FA5}">
                      <a16:colId xmlns:a16="http://schemas.microsoft.com/office/drawing/2014/main" val="1061249956"/>
                    </a:ext>
                  </a:extLst>
                </a:gridCol>
                <a:gridCol w="743712">
                  <a:extLst>
                    <a:ext uri="{9D8B030D-6E8A-4147-A177-3AD203B41FA5}">
                      <a16:colId xmlns:a16="http://schemas.microsoft.com/office/drawing/2014/main" val="3720006457"/>
                    </a:ext>
                  </a:extLst>
                </a:gridCol>
                <a:gridCol w="724741">
                  <a:extLst>
                    <a:ext uri="{9D8B030D-6E8A-4147-A177-3AD203B41FA5}">
                      <a16:colId xmlns:a16="http://schemas.microsoft.com/office/drawing/2014/main" val="3092764089"/>
                    </a:ext>
                  </a:extLst>
                </a:gridCol>
                <a:gridCol w="530267">
                  <a:extLst>
                    <a:ext uri="{9D8B030D-6E8A-4147-A177-3AD203B41FA5}">
                      <a16:colId xmlns:a16="http://schemas.microsoft.com/office/drawing/2014/main" val="3137434304"/>
                    </a:ext>
                  </a:extLst>
                </a:gridCol>
                <a:gridCol w="548147">
                  <a:extLst>
                    <a:ext uri="{9D8B030D-6E8A-4147-A177-3AD203B41FA5}">
                      <a16:colId xmlns:a16="http://schemas.microsoft.com/office/drawing/2014/main" val="1154784256"/>
                    </a:ext>
                  </a:extLst>
                </a:gridCol>
                <a:gridCol w="587705">
                  <a:extLst>
                    <a:ext uri="{9D8B030D-6E8A-4147-A177-3AD203B41FA5}">
                      <a16:colId xmlns:a16="http://schemas.microsoft.com/office/drawing/2014/main" val="2084845388"/>
                    </a:ext>
                  </a:extLst>
                </a:gridCol>
                <a:gridCol w="620565">
                  <a:extLst>
                    <a:ext uri="{9D8B030D-6E8A-4147-A177-3AD203B41FA5}">
                      <a16:colId xmlns:a16="http://schemas.microsoft.com/office/drawing/2014/main" val="2814040972"/>
                    </a:ext>
                  </a:extLst>
                </a:gridCol>
              </a:tblGrid>
              <a:tr h="201299">
                <a:tc>
                  <a:txBody>
                    <a:bodyPr/>
                    <a:lstStyle/>
                    <a:p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44675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 err="1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PCSrc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1?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3631"/>
                  </a:ext>
                </a:extLst>
              </a:tr>
            </a:tbl>
          </a:graphicData>
        </a:graphic>
      </p:graphicFrame>
      <p:sp>
        <p:nvSpPr>
          <p:cNvPr id="133" name="Rectangle 27">
            <a:extLst>
              <a:ext uri="{FF2B5EF4-FFF2-40B4-BE49-F238E27FC236}">
                <a16:creationId xmlns:a16="http://schemas.microsoft.com/office/drawing/2014/main" id="{A229770B-378D-4DA4-B27B-2D532B85B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782" y="319429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34" name="Line 29">
            <a:extLst>
              <a:ext uri="{FF2B5EF4-FFF2-40B4-BE49-F238E27FC236}">
                <a16:creationId xmlns:a16="http://schemas.microsoft.com/office/drawing/2014/main" id="{F486EC96-D92E-4D4A-A5C9-8CC3365F8D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386" y="4175099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5" name="Rectangle 31">
            <a:extLst>
              <a:ext uri="{FF2B5EF4-FFF2-40B4-BE49-F238E27FC236}">
                <a16:creationId xmlns:a16="http://schemas.microsoft.com/office/drawing/2014/main" id="{0D0998A3-B1AD-4E70-8443-F9FD038EF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599" y="3787177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9" name="Line 33">
            <a:extLst>
              <a:ext uri="{FF2B5EF4-FFF2-40B4-BE49-F238E27FC236}">
                <a16:creationId xmlns:a16="http://schemas.microsoft.com/office/drawing/2014/main" id="{B174301B-D6D4-42A2-A13B-58B22011CB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1083" y="4964142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0" name="Rectangle 34">
            <a:extLst>
              <a:ext uri="{FF2B5EF4-FFF2-40B4-BE49-F238E27FC236}">
                <a16:creationId xmlns:a16="http://schemas.microsoft.com/office/drawing/2014/main" id="{5E15BACE-5073-49C0-8664-D3BD7CA90D0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99174" y="4192270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141" name="Rectangle 35">
            <a:extLst>
              <a:ext uri="{FF2B5EF4-FFF2-40B4-BE49-F238E27FC236}">
                <a16:creationId xmlns:a16="http://schemas.microsoft.com/office/drawing/2014/main" id="{02362FCC-FF4E-4C4B-9E9B-AE996274F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513" y="5464997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2" name="Line 49">
            <a:extLst>
              <a:ext uri="{FF2B5EF4-FFF2-40B4-BE49-F238E27FC236}">
                <a16:creationId xmlns:a16="http://schemas.microsoft.com/office/drawing/2014/main" id="{E7E6C440-F8F4-4F48-B2EE-E50D20FBB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7753" y="4552130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43" name="Group 50">
            <a:extLst>
              <a:ext uri="{FF2B5EF4-FFF2-40B4-BE49-F238E27FC236}">
                <a16:creationId xmlns:a16="http://schemas.microsoft.com/office/drawing/2014/main" id="{43139A89-0DA4-4377-A009-1F037ADBAFB8}"/>
              </a:ext>
            </a:extLst>
          </p:cNvPr>
          <p:cNvGrpSpPr>
            <a:grpSpLocks/>
          </p:cNvGrpSpPr>
          <p:nvPr/>
        </p:nvGrpSpPr>
        <p:grpSpPr bwMode="auto">
          <a:xfrm>
            <a:off x="2828532" y="3656781"/>
            <a:ext cx="347663" cy="1431926"/>
            <a:chOff x="1614" y="2226"/>
            <a:chExt cx="219" cy="902"/>
          </a:xfrm>
        </p:grpSpPr>
        <p:grpSp>
          <p:nvGrpSpPr>
            <p:cNvPr id="144" name="Group 51">
              <a:extLst>
                <a:ext uri="{FF2B5EF4-FFF2-40B4-BE49-F238E27FC236}">
                  <a16:creationId xmlns:a16="http://schemas.microsoft.com/office/drawing/2014/main" id="{C911B740-D2E1-4C86-AC23-8A5AF78856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148" name="Line 52">
                <a:extLst>
                  <a:ext uri="{FF2B5EF4-FFF2-40B4-BE49-F238E27FC236}">
                    <a16:creationId xmlns:a16="http://schemas.microsoft.com/office/drawing/2014/main" id="{7D429B30-33AA-4609-8C4F-C10A1E096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9" name="Line 53">
                <a:extLst>
                  <a:ext uri="{FF2B5EF4-FFF2-40B4-BE49-F238E27FC236}">
                    <a16:creationId xmlns:a16="http://schemas.microsoft.com/office/drawing/2014/main" id="{FF03CDD5-F19F-4A54-A767-491098E070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0" name="Line 54">
                <a:extLst>
                  <a:ext uri="{FF2B5EF4-FFF2-40B4-BE49-F238E27FC236}">
                    <a16:creationId xmlns:a16="http://schemas.microsoft.com/office/drawing/2014/main" id="{F0BBFC9A-629F-4363-88E1-749DCEE38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1" name="Line 55">
                <a:extLst>
                  <a:ext uri="{FF2B5EF4-FFF2-40B4-BE49-F238E27FC236}">
                    <a16:creationId xmlns:a16="http://schemas.microsoft.com/office/drawing/2014/main" id="{44455A6A-7CCB-4416-8976-FFDF71FDE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45" name="Rectangle 56">
              <a:extLst>
                <a:ext uri="{FF2B5EF4-FFF2-40B4-BE49-F238E27FC236}">
                  <a16:creationId xmlns:a16="http://schemas.microsoft.com/office/drawing/2014/main" id="{1022FB89-1385-4DDB-9A7E-DBC9E2FC29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146" name="Rectangle 57">
              <a:extLst>
                <a:ext uri="{FF2B5EF4-FFF2-40B4-BE49-F238E27FC236}">
                  <a16:creationId xmlns:a16="http://schemas.microsoft.com/office/drawing/2014/main" id="{B930A1C2-9B92-473A-B01A-2951C14A6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7" name="Rectangle 58">
              <a:extLst>
                <a:ext uri="{FF2B5EF4-FFF2-40B4-BE49-F238E27FC236}">
                  <a16:creationId xmlns:a16="http://schemas.microsoft.com/office/drawing/2014/main" id="{8323C2D1-009A-4845-8B86-8132F4E9B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52" name="Line 59">
            <a:extLst>
              <a:ext uri="{FF2B5EF4-FFF2-40B4-BE49-F238E27FC236}">
                <a16:creationId xmlns:a16="http://schemas.microsoft.com/office/drawing/2014/main" id="{E5D9CE9C-1E7E-4251-BA42-1BA6A135B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2236" y="3823467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3" name="Line 60">
            <a:extLst>
              <a:ext uri="{FF2B5EF4-FFF2-40B4-BE49-F238E27FC236}">
                <a16:creationId xmlns:a16="http://schemas.microsoft.com/office/drawing/2014/main" id="{3E2E6634-8609-4739-AB70-091A1D839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403" y="4979167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4" name="Rectangle 75">
            <a:extLst>
              <a:ext uri="{FF2B5EF4-FFF2-40B4-BE49-F238E27FC236}">
                <a16:creationId xmlns:a16="http://schemas.microsoft.com/office/drawing/2014/main" id="{C5B509EB-EAA8-49C1-B3F8-3AB53DDA8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765" y="5300197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Line 76">
            <a:extLst>
              <a:ext uri="{FF2B5EF4-FFF2-40B4-BE49-F238E27FC236}">
                <a16:creationId xmlns:a16="http://schemas.microsoft.com/office/drawing/2014/main" id="{0621F5DD-202E-4AD4-8D7F-0565953198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3495" y="4984220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6" name="Line 119">
            <a:extLst>
              <a:ext uri="{FF2B5EF4-FFF2-40B4-BE49-F238E27FC236}">
                <a16:creationId xmlns:a16="http://schemas.microsoft.com/office/drawing/2014/main" id="{5701A3A0-6CA5-4DC0-828B-AF13CFC308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303" y="5436367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7" name="Freeform 120">
            <a:extLst>
              <a:ext uri="{FF2B5EF4-FFF2-40B4-BE49-F238E27FC236}">
                <a16:creationId xmlns:a16="http://schemas.microsoft.com/office/drawing/2014/main" id="{94236E49-3DB3-4AC6-91A0-885B90A5634B}"/>
              </a:ext>
            </a:extLst>
          </p:cNvPr>
          <p:cNvSpPr>
            <a:spLocks/>
          </p:cNvSpPr>
          <p:nvPr/>
        </p:nvSpPr>
        <p:spPr bwMode="auto">
          <a:xfrm>
            <a:off x="4076461" y="2287690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8" name="Rectangle 121">
            <a:extLst>
              <a:ext uri="{FF2B5EF4-FFF2-40B4-BE49-F238E27FC236}">
                <a16:creationId xmlns:a16="http://schemas.microsoft.com/office/drawing/2014/main" id="{A6AF78B3-6AE9-4F21-9360-FF6C07B2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183" y="2484934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159" name="Line 122">
            <a:extLst>
              <a:ext uri="{FF2B5EF4-FFF2-40B4-BE49-F238E27FC236}">
                <a16:creationId xmlns:a16="http://schemas.microsoft.com/office/drawing/2014/main" id="{7EF585A4-3DA4-4B77-83C0-7BC2170846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1838" y="4394967"/>
            <a:ext cx="59285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0" name="Freeform 123">
            <a:extLst>
              <a:ext uri="{FF2B5EF4-FFF2-40B4-BE49-F238E27FC236}">
                <a16:creationId xmlns:a16="http://schemas.microsoft.com/office/drawing/2014/main" id="{468086DF-D649-4D4F-9DFB-451E20E81194}"/>
              </a:ext>
            </a:extLst>
          </p:cNvPr>
          <p:cNvSpPr>
            <a:spLocks/>
          </p:cNvSpPr>
          <p:nvPr/>
        </p:nvSpPr>
        <p:spPr bwMode="auto">
          <a:xfrm>
            <a:off x="1096565" y="2977055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1" name="Freeform 124">
            <a:extLst>
              <a:ext uri="{FF2B5EF4-FFF2-40B4-BE49-F238E27FC236}">
                <a16:creationId xmlns:a16="http://schemas.microsoft.com/office/drawing/2014/main" id="{1E30313A-C771-4B17-8E8D-BCF5EDCB0195}"/>
              </a:ext>
            </a:extLst>
          </p:cNvPr>
          <p:cNvSpPr>
            <a:spLocks/>
          </p:cNvSpPr>
          <p:nvPr/>
        </p:nvSpPr>
        <p:spPr bwMode="auto">
          <a:xfrm>
            <a:off x="1604565" y="3823467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2" name="Rectangle 35">
            <a:extLst>
              <a:ext uri="{FF2B5EF4-FFF2-40B4-BE49-F238E27FC236}">
                <a16:creationId xmlns:a16="http://schemas.microsoft.com/office/drawing/2014/main" id="{4F963A81-35FE-432C-A07B-816F702B7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411" y="3882092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163" name="椭圆 4">
            <a:extLst>
              <a:ext uri="{FF2B5EF4-FFF2-40B4-BE49-F238E27FC236}">
                <a16:creationId xmlns:a16="http://schemas.microsoft.com/office/drawing/2014/main" id="{B902525D-9D08-4D28-BE4A-38808BE97646}"/>
              </a:ext>
            </a:extLst>
          </p:cNvPr>
          <p:cNvSpPr/>
          <p:nvPr/>
        </p:nvSpPr>
        <p:spPr bwMode="auto">
          <a:xfrm>
            <a:off x="1401366" y="5043513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AAC028EA-130D-422F-A25D-44883393B1B6}"/>
              </a:ext>
            </a:extLst>
          </p:cNvPr>
          <p:cNvGrpSpPr/>
          <p:nvPr/>
        </p:nvGrpSpPr>
        <p:grpSpPr>
          <a:xfrm>
            <a:off x="1782336" y="3106344"/>
            <a:ext cx="505337" cy="1193800"/>
            <a:chOff x="5799138" y="4889500"/>
            <a:chExt cx="505337" cy="1193800"/>
          </a:xfrm>
        </p:grpSpPr>
        <p:grpSp>
          <p:nvGrpSpPr>
            <p:cNvPr id="165" name="Group 4">
              <a:extLst>
                <a:ext uri="{FF2B5EF4-FFF2-40B4-BE49-F238E27FC236}">
                  <a16:creationId xmlns:a16="http://schemas.microsoft.com/office/drawing/2014/main" id="{01E535B4-2114-40A2-A05A-46DE0234F7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67" name="Line 5">
                <a:extLst>
                  <a:ext uri="{FF2B5EF4-FFF2-40B4-BE49-F238E27FC236}">
                    <a16:creationId xmlns:a16="http://schemas.microsoft.com/office/drawing/2014/main" id="{D26A65FB-CC59-4DA4-91AE-583423099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68" name="Line 6">
                <a:extLst>
                  <a:ext uri="{FF2B5EF4-FFF2-40B4-BE49-F238E27FC236}">
                    <a16:creationId xmlns:a16="http://schemas.microsoft.com/office/drawing/2014/main" id="{FC4FC79E-ACA0-425D-B43F-4CB8E164E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69" name="Line 7">
                <a:extLst>
                  <a:ext uri="{FF2B5EF4-FFF2-40B4-BE49-F238E27FC236}">
                    <a16:creationId xmlns:a16="http://schemas.microsoft.com/office/drawing/2014/main" id="{8EA18ECE-F3BD-40B1-8727-EB2CCB215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0" name="Line 8">
                <a:extLst>
                  <a:ext uri="{FF2B5EF4-FFF2-40B4-BE49-F238E27FC236}">
                    <a16:creationId xmlns:a16="http://schemas.microsoft.com/office/drawing/2014/main" id="{91C5E4B7-F54A-4299-B41F-CACB6D5C3C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1" name="Line 9">
                <a:extLst>
                  <a:ext uri="{FF2B5EF4-FFF2-40B4-BE49-F238E27FC236}">
                    <a16:creationId xmlns:a16="http://schemas.microsoft.com/office/drawing/2014/main" id="{BE75239C-42AA-430F-B115-89E0B36C5B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2" name="Line 10">
                <a:extLst>
                  <a:ext uri="{FF2B5EF4-FFF2-40B4-BE49-F238E27FC236}">
                    <a16:creationId xmlns:a16="http://schemas.microsoft.com/office/drawing/2014/main" id="{A866B825-7B7D-44D9-B647-976E608AFB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3" name="Line 11">
                <a:extLst>
                  <a:ext uri="{FF2B5EF4-FFF2-40B4-BE49-F238E27FC236}">
                    <a16:creationId xmlns:a16="http://schemas.microsoft.com/office/drawing/2014/main" id="{BEB1FD01-CBCB-4F62-B858-F2608F3D4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4" name="Line 12">
                <a:extLst>
                  <a:ext uri="{FF2B5EF4-FFF2-40B4-BE49-F238E27FC236}">
                    <a16:creationId xmlns:a16="http://schemas.microsoft.com/office/drawing/2014/main" id="{DADA37C3-07F3-4ED0-9EAB-E080A1DDD4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66" name="Rectangle 58">
              <a:extLst>
                <a:ext uri="{FF2B5EF4-FFF2-40B4-BE49-F238E27FC236}">
                  <a16:creationId xmlns:a16="http://schemas.microsoft.com/office/drawing/2014/main" id="{462DC113-629D-46DD-8112-AEC9BED1A1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175" name="Rectangle 73">
            <a:extLst>
              <a:ext uri="{FF2B5EF4-FFF2-40B4-BE49-F238E27FC236}">
                <a16:creationId xmlns:a16="http://schemas.microsoft.com/office/drawing/2014/main" id="{B79A574A-CFD4-45B7-A5DA-FB1C4FA4C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665" y="3097980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176" name="Line 74">
            <a:extLst>
              <a:ext uri="{FF2B5EF4-FFF2-40B4-BE49-F238E27FC236}">
                <a16:creationId xmlns:a16="http://schemas.microsoft.com/office/drawing/2014/main" id="{765F7BFA-6347-4A6C-9BF4-9C81DE273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6453" y="3293243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222BAA62-6D9D-448F-9CEC-C7CB9F38DC25}"/>
              </a:ext>
            </a:extLst>
          </p:cNvPr>
          <p:cNvGrpSpPr/>
          <p:nvPr/>
        </p:nvGrpSpPr>
        <p:grpSpPr>
          <a:xfrm>
            <a:off x="2113821" y="4429001"/>
            <a:ext cx="505337" cy="1193800"/>
            <a:chOff x="5799138" y="4889500"/>
            <a:chExt cx="505337" cy="1193800"/>
          </a:xfrm>
        </p:grpSpPr>
        <p:grpSp>
          <p:nvGrpSpPr>
            <p:cNvPr id="178" name="Group 4">
              <a:extLst>
                <a:ext uri="{FF2B5EF4-FFF2-40B4-BE49-F238E27FC236}">
                  <a16:creationId xmlns:a16="http://schemas.microsoft.com/office/drawing/2014/main" id="{3D74CC67-B96D-4C03-A563-54988C506D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80" name="Line 5">
                <a:extLst>
                  <a:ext uri="{FF2B5EF4-FFF2-40B4-BE49-F238E27FC236}">
                    <a16:creationId xmlns:a16="http://schemas.microsoft.com/office/drawing/2014/main" id="{FDE8EFAF-758C-4E8E-ABC4-20391F1E0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1" name="Line 6">
                <a:extLst>
                  <a:ext uri="{FF2B5EF4-FFF2-40B4-BE49-F238E27FC236}">
                    <a16:creationId xmlns:a16="http://schemas.microsoft.com/office/drawing/2014/main" id="{C38FDCFF-B65E-4ECD-89BA-CDD69BE2C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2" name="Line 7">
                <a:extLst>
                  <a:ext uri="{FF2B5EF4-FFF2-40B4-BE49-F238E27FC236}">
                    <a16:creationId xmlns:a16="http://schemas.microsoft.com/office/drawing/2014/main" id="{B5B7A30F-9A67-4D2B-906C-82FFFE731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BD0FA1B2-2D2C-46C1-B593-92AB4CCAD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D1011D7E-878F-499B-B6A9-33CA1858B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428CB069-F179-474D-A0CD-CBADCBB6F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E48497DF-FAB3-42BB-8A5E-4ABFDB524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7" name="Line 12">
                <a:extLst>
                  <a:ext uri="{FF2B5EF4-FFF2-40B4-BE49-F238E27FC236}">
                    <a16:creationId xmlns:a16="http://schemas.microsoft.com/office/drawing/2014/main" id="{0EA3DEE3-95D8-41F6-B8C7-798AD32F4F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79" name="Rectangle 58">
              <a:extLst>
                <a:ext uri="{FF2B5EF4-FFF2-40B4-BE49-F238E27FC236}">
                  <a16:creationId xmlns:a16="http://schemas.microsoft.com/office/drawing/2014/main" id="{050136CD-822B-4781-AD69-763A81088C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188" name="Rectangle 96">
            <a:extLst>
              <a:ext uri="{FF2B5EF4-FFF2-40B4-BE49-F238E27FC236}">
                <a16:creationId xmlns:a16="http://schemas.microsoft.com/office/drawing/2014/main" id="{AA665B7E-5B34-48C2-A1E7-6BF2F74AC51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08237" y="5263609"/>
            <a:ext cx="594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189" name="Line 29">
            <a:extLst>
              <a:ext uri="{FF2B5EF4-FFF2-40B4-BE49-F238E27FC236}">
                <a16:creationId xmlns:a16="http://schemas.microsoft.com/office/drawing/2014/main" id="{B6125D8D-13BA-4AAC-AEBB-660AEAFE4D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4090" y="3300236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0391AAE6-B73B-435E-9999-3800F2BED1A4}"/>
              </a:ext>
            </a:extLst>
          </p:cNvPr>
          <p:cNvGrpSpPr/>
          <p:nvPr/>
        </p:nvGrpSpPr>
        <p:grpSpPr>
          <a:xfrm>
            <a:off x="0" y="4944751"/>
            <a:ext cx="1455857" cy="1426471"/>
            <a:chOff x="2588300" y="4750306"/>
            <a:chExt cx="1455857" cy="1426471"/>
          </a:xfrm>
        </p:grpSpPr>
        <p:sp>
          <p:nvSpPr>
            <p:cNvPr id="191" name="Rectangle 95">
              <a:extLst>
                <a:ext uri="{FF2B5EF4-FFF2-40B4-BE49-F238E27FC236}">
                  <a16:creationId xmlns:a16="http://schemas.microsoft.com/office/drawing/2014/main" id="{C5A4BC09-DE4D-4B2E-B3EF-FDA654B9C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588" y="4783138"/>
              <a:ext cx="355600" cy="8270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2" name="Rectangle 96">
              <a:extLst>
                <a:ext uri="{FF2B5EF4-FFF2-40B4-BE49-F238E27FC236}">
                  <a16:creationId xmlns:a16="http://schemas.microsoft.com/office/drawing/2014/main" id="{D2987039-F3F6-4CB6-8B0F-72917ED888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49699" y="5022336"/>
              <a:ext cx="8800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ImmExt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3" name="Line 99">
              <a:extLst>
                <a:ext uri="{FF2B5EF4-FFF2-40B4-BE49-F238E27FC236}">
                  <a16:creationId xmlns:a16="http://schemas.microsoft.com/office/drawing/2014/main" id="{74C35B03-210C-4BD1-AE6A-77705B028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49" y="5195885"/>
              <a:ext cx="312342" cy="3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4" name="Rectangle 100">
              <a:extLst>
                <a:ext uri="{FF2B5EF4-FFF2-40B4-BE49-F238E27FC236}">
                  <a16:creationId xmlns:a16="http://schemas.microsoft.com/office/drawing/2014/main" id="{DF521D8F-9679-42AE-85B6-8AA149736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787" y="5203825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195" name="Line 101">
              <a:extLst>
                <a:ext uri="{FF2B5EF4-FFF2-40B4-BE49-F238E27FC236}">
                  <a16:creationId xmlns:a16="http://schemas.microsoft.com/office/drawing/2014/main" id="{DED579A5-D38F-4F34-AE2B-FFAB22F38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756" y="5131593"/>
              <a:ext cx="8890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6" name="Line 102">
              <a:extLst>
                <a:ext uri="{FF2B5EF4-FFF2-40B4-BE49-F238E27FC236}">
                  <a16:creationId xmlns:a16="http://schemas.microsoft.com/office/drawing/2014/main" id="{90E7BC2B-3DE2-41DD-B9E1-0FA27A164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0050" y="5199061"/>
              <a:ext cx="355600" cy="47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7" name="Line 103">
              <a:extLst>
                <a:ext uri="{FF2B5EF4-FFF2-40B4-BE49-F238E27FC236}">
                  <a16:creationId xmlns:a16="http://schemas.microsoft.com/office/drawing/2014/main" id="{DBB728FB-A5D4-42C7-8325-B7E79C816E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7050" y="5130799"/>
              <a:ext cx="88900" cy="128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8" name="Rectangle 104">
              <a:extLst>
                <a:ext uri="{FF2B5EF4-FFF2-40B4-BE49-F238E27FC236}">
                  <a16:creationId xmlns:a16="http://schemas.microsoft.com/office/drawing/2014/main" id="{878372FD-876A-4E0F-BD61-CF2752BE9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413" y="5199061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199" name="Rectangle 105">
              <a:extLst>
                <a:ext uri="{FF2B5EF4-FFF2-40B4-BE49-F238E27FC236}">
                  <a16:creationId xmlns:a16="http://schemas.microsoft.com/office/drawing/2014/main" id="{F4C369E3-D558-419E-8E3F-4C3AD1848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8300" y="481904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imm16</a:t>
              </a:r>
            </a:p>
          </p:txBody>
        </p:sp>
        <p:sp>
          <p:nvSpPr>
            <p:cNvPr id="200" name="Line 109">
              <a:extLst>
                <a:ext uri="{FF2B5EF4-FFF2-40B4-BE49-F238E27FC236}">
                  <a16:creationId xmlns:a16="http://schemas.microsoft.com/office/drawing/2014/main" id="{93EFC6A0-BD50-4B67-8B6C-D0E66CDF9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610225"/>
              <a:ext cx="0" cy="284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1" name="Rectangle 110">
              <a:extLst>
                <a:ext uri="{FF2B5EF4-FFF2-40B4-BE49-F238E27FC236}">
                  <a16:creationId xmlns:a16="http://schemas.microsoft.com/office/drawing/2014/main" id="{593B9F4D-1ECF-4D3C-999D-0BD30AF1F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600" y="5840788"/>
              <a:ext cx="75341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ExtOp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E2DF3A6E-548D-5467-2A3A-465C8A50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PC</a:t>
            </a:r>
            <a:r>
              <a:rPr lang="en-US" altLang="zh-CN" dirty="0" err="1"/>
              <a:t>Src</a:t>
            </a:r>
            <a:r>
              <a:rPr lang="zh-CN" altLang="en-US" dirty="0"/>
              <a:t>信号的控制逻辑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0D2292B-B584-F025-BF68-6F68B28F36CC}"/>
                  </a:ext>
                </a:extLst>
              </p14:cNvPr>
              <p14:cNvContentPartPr/>
              <p14:nvPr/>
            </p14:nvContentPartPr>
            <p14:xfrm>
              <a:off x="2937240" y="3773160"/>
              <a:ext cx="119160" cy="11764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0D2292B-B584-F025-BF68-6F68B28F36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7880" y="3763800"/>
                <a:ext cx="137880" cy="119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3" name="Rectangle 3"/>
          <p:cNvSpPr>
            <a:spLocks noGrp="1" noChangeArrowheads="1"/>
          </p:cNvSpPr>
          <p:nvPr>
            <p:ph idx="1"/>
          </p:nvPr>
        </p:nvSpPr>
        <p:spPr>
          <a:xfrm>
            <a:off x="326571" y="1475822"/>
            <a:ext cx="5101620" cy="1467068"/>
          </a:xfrm>
          <a:solidFill>
            <a:schemeClr val="bg1">
              <a:lumMod val="95000"/>
            </a:schemeClr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000" dirty="0"/>
              <a:t>if  (Zero == 1)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 dirty="0"/>
              <a:t>	PC = PC + 4 + {</a:t>
            </a:r>
            <a:r>
              <a:rPr lang="en-US" altLang="en-US" sz="2000" dirty="0" err="1"/>
              <a:t>SignExt</a:t>
            </a:r>
            <a:r>
              <a:rPr lang="en-US" altLang="en-US" sz="2000" dirty="0"/>
              <a:t>[imm16], 2b00};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 dirty="0"/>
              <a:t>else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 dirty="0"/>
              <a:t>	PC = PC + 4;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337B19-E9B5-4194-965E-C501C5E1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84</a:t>
            </a:fld>
            <a:endParaRPr lang="en-US" altLang="zh-CN" dirty="0"/>
          </a:p>
        </p:txBody>
      </p:sp>
      <p:grpSp>
        <p:nvGrpSpPr>
          <p:cNvPr id="81" name="Group 5">
            <a:extLst>
              <a:ext uri="{FF2B5EF4-FFF2-40B4-BE49-F238E27FC236}">
                <a16:creationId xmlns:a16="http://schemas.microsoft.com/office/drawing/2014/main" id="{278B4352-10E3-4334-82E5-383F7BD90E84}"/>
              </a:ext>
            </a:extLst>
          </p:cNvPr>
          <p:cNvGrpSpPr>
            <a:grpSpLocks/>
          </p:cNvGrpSpPr>
          <p:nvPr/>
        </p:nvGrpSpPr>
        <p:grpSpPr bwMode="auto">
          <a:xfrm>
            <a:off x="6365875" y="1782349"/>
            <a:ext cx="1101725" cy="1042912"/>
            <a:chOff x="2474" y="1011"/>
            <a:chExt cx="694" cy="673"/>
          </a:xfrm>
        </p:grpSpPr>
        <p:sp>
          <p:nvSpPr>
            <p:cNvPr id="82" name="Rectangle 6">
              <a:extLst>
                <a:ext uri="{FF2B5EF4-FFF2-40B4-BE49-F238E27FC236}">
                  <a16:creationId xmlns:a16="http://schemas.microsoft.com/office/drawing/2014/main" id="{51200DD5-4A3C-46E2-BEAD-44349C8A3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" y="1011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3" name="Rectangle 7">
              <a:extLst>
                <a:ext uri="{FF2B5EF4-FFF2-40B4-BE49-F238E27FC236}">
                  <a16:creationId xmlns:a16="http://schemas.microsoft.com/office/drawing/2014/main" id="{7017BAD4-037E-4CB6-8406-7AEC79452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1467"/>
              <a:ext cx="388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4" name="Rectangle 8">
              <a:extLst>
                <a:ext uri="{FF2B5EF4-FFF2-40B4-BE49-F238E27FC236}">
                  <a16:creationId xmlns:a16="http://schemas.microsoft.com/office/drawing/2014/main" id="{B5C6F227-FD68-460E-AD41-E1FADE355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108"/>
              <a:ext cx="583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Inst</a:t>
              </a:r>
            </a:p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85" name="Line 63">
            <a:extLst>
              <a:ext uri="{FF2B5EF4-FFF2-40B4-BE49-F238E27FC236}">
                <a16:creationId xmlns:a16="http://schemas.microsoft.com/office/drawing/2014/main" id="{CFCA4913-610B-454D-A360-12FF9A34F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0300" y="2298287"/>
            <a:ext cx="1041400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6" name="Rectangle 64">
            <a:extLst>
              <a:ext uri="{FF2B5EF4-FFF2-40B4-BE49-F238E27FC236}">
                <a16:creationId xmlns:a16="http://schemas.microsoft.com/office/drawing/2014/main" id="{755C7471-3465-462D-918D-1444AE969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1869662"/>
            <a:ext cx="1769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87" name="Rectangle 121">
            <a:extLst>
              <a:ext uri="{FF2B5EF4-FFF2-40B4-BE49-F238E27FC236}">
                <a16:creationId xmlns:a16="http://schemas.microsoft.com/office/drawing/2014/main" id="{1707A60D-8AAA-4AA5-999A-70B8FD664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058" y="2780924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89" name="Rectangle 27">
            <a:extLst>
              <a:ext uri="{FF2B5EF4-FFF2-40B4-BE49-F238E27FC236}">
                <a16:creationId xmlns:a16="http://schemas.microsoft.com/office/drawing/2014/main" id="{298F8DBE-53E9-4150-A5A1-998D90322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208" y="366522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90" name="Line 29">
            <a:extLst>
              <a:ext uri="{FF2B5EF4-FFF2-40B4-BE49-F238E27FC236}">
                <a16:creationId xmlns:a16="http://schemas.microsoft.com/office/drawing/2014/main" id="{ECBA3120-4ABB-4C67-81C4-C8608E6DB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1812" y="4646035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1" name="Rectangle 31">
            <a:extLst>
              <a:ext uri="{FF2B5EF4-FFF2-40B4-BE49-F238E27FC236}">
                <a16:creationId xmlns:a16="http://schemas.microsoft.com/office/drawing/2014/main" id="{EB47FD20-5B2F-4E65-A401-E2851266E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4258113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2" name="Line 33">
            <a:extLst>
              <a:ext uri="{FF2B5EF4-FFF2-40B4-BE49-F238E27FC236}">
                <a16:creationId xmlns:a16="http://schemas.microsoft.com/office/drawing/2014/main" id="{A55918B5-2D88-462D-82D4-F4AD4CE9B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509" y="5435078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3" name="Rectangle 34">
            <a:extLst>
              <a:ext uri="{FF2B5EF4-FFF2-40B4-BE49-F238E27FC236}">
                <a16:creationId xmlns:a16="http://schemas.microsoft.com/office/drawing/2014/main" id="{6D90867E-1606-4B90-8E00-0D98647D95D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67600" y="4663206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145" name="Rectangle 35">
            <a:extLst>
              <a:ext uri="{FF2B5EF4-FFF2-40B4-BE49-F238E27FC236}">
                <a16:creationId xmlns:a16="http://schemas.microsoft.com/office/drawing/2014/main" id="{AE305D53-2C74-4819-B3D6-2B1780B9F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939" y="593593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Line 49">
            <a:extLst>
              <a:ext uri="{FF2B5EF4-FFF2-40B4-BE49-F238E27FC236}">
                <a16:creationId xmlns:a16="http://schemas.microsoft.com/office/drawing/2014/main" id="{2E209B26-42BE-4205-B17B-37B6AF011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6179" y="5023066"/>
            <a:ext cx="41241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68" name="Group 50">
            <a:extLst>
              <a:ext uri="{FF2B5EF4-FFF2-40B4-BE49-F238E27FC236}">
                <a16:creationId xmlns:a16="http://schemas.microsoft.com/office/drawing/2014/main" id="{92449B86-F6FC-45A6-B5A3-2AEA2A135B1D}"/>
              </a:ext>
            </a:extLst>
          </p:cNvPr>
          <p:cNvGrpSpPr>
            <a:grpSpLocks/>
          </p:cNvGrpSpPr>
          <p:nvPr/>
        </p:nvGrpSpPr>
        <p:grpSpPr bwMode="auto">
          <a:xfrm>
            <a:off x="5596958" y="4127717"/>
            <a:ext cx="347663" cy="1431926"/>
            <a:chOff x="1614" y="2226"/>
            <a:chExt cx="219" cy="902"/>
          </a:xfrm>
        </p:grpSpPr>
        <p:grpSp>
          <p:nvGrpSpPr>
            <p:cNvPr id="169" name="Group 51">
              <a:extLst>
                <a:ext uri="{FF2B5EF4-FFF2-40B4-BE49-F238E27FC236}">
                  <a16:creationId xmlns:a16="http://schemas.microsoft.com/office/drawing/2014/main" id="{070B01EA-3B74-42B7-A72D-81DD8C9F35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173" name="Line 52">
                <a:extLst>
                  <a:ext uri="{FF2B5EF4-FFF2-40B4-BE49-F238E27FC236}">
                    <a16:creationId xmlns:a16="http://schemas.microsoft.com/office/drawing/2014/main" id="{3E7B7126-7982-4494-AED6-728D8B0B3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5" name="Line 53">
                <a:extLst>
                  <a:ext uri="{FF2B5EF4-FFF2-40B4-BE49-F238E27FC236}">
                    <a16:creationId xmlns:a16="http://schemas.microsoft.com/office/drawing/2014/main" id="{27BF2511-F27C-43B3-BEFE-57B8A215B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6" name="Line 54">
                <a:extLst>
                  <a:ext uri="{FF2B5EF4-FFF2-40B4-BE49-F238E27FC236}">
                    <a16:creationId xmlns:a16="http://schemas.microsoft.com/office/drawing/2014/main" id="{83B008A5-112E-4F7D-93D7-B9B7A51AF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7" name="Line 55">
                <a:extLst>
                  <a:ext uri="{FF2B5EF4-FFF2-40B4-BE49-F238E27FC236}">
                    <a16:creationId xmlns:a16="http://schemas.microsoft.com/office/drawing/2014/main" id="{2468714F-57A8-4DDD-8BDD-16BEBA2B1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70" name="Rectangle 56">
              <a:extLst>
                <a:ext uri="{FF2B5EF4-FFF2-40B4-BE49-F238E27FC236}">
                  <a16:creationId xmlns:a16="http://schemas.microsoft.com/office/drawing/2014/main" id="{1DE1B5A9-1951-4A83-BFF5-E72F90A995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171" name="Rectangle 57">
              <a:extLst>
                <a:ext uri="{FF2B5EF4-FFF2-40B4-BE49-F238E27FC236}">
                  <a16:creationId xmlns:a16="http://schemas.microsoft.com/office/drawing/2014/main" id="{970D43BB-771C-44FA-B701-2E8F31E87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2" name="Rectangle 58">
              <a:extLst>
                <a:ext uri="{FF2B5EF4-FFF2-40B4-BE49-F238E27FC236}">
                  <a16:creationId xmlns:a16="http://schemas.microsoft.com/office/drawing/2014/main" id="{3976FFDE-F4B0-4ABB-92B0-DAD4508EC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78" name="Line 59">
            <a:extLst>
              <a:ext uri="{FF2B5EF4-FFF2-40B4-BE49-F238E27FC236}">
                <a16:creationId xmlns:a16="http://schemas.microsoft.com/office/drawing/2014/main" id="{3CCE182A-B04B-41F6-9317-96B031BF33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0662" y="4294403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9" name="Line 60">
            <a:extLst>
              <a:ext uri="{FF2B5EF4-FFF2-40B4-BE49-F238E27FC236}">
                <a16:creationId xmlns:a16="http://schemas.microsoft.com/office/drawing/2014/main" id="{817463DB-CC84-4839-9A50-3BFFDF876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8829" y="5450103"/>
            <a:ext cx="27622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0" name="Rectangle 75">
            <a:extLst>
              <a:ext uri="{FF2B5EF4-FFF2-40B4-BE49-F238E27FC236}">
                <a16:creationId xmlns:a16="http://schemas.microsoft.com/office/drawing/2014/main" id="{90136E28-35E4-41CB-B428-D270BA4F2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8191" y="5771133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1" name="Line 76">
            <a:extLst>
              <a:ext uri="{FF2B5EF4-FFF2-40B4-BE49-F238E27FC236}">
                <a16:creationId xmlns:a16="http://schemas.microsoft.com/office/drawing/2014/main" id="{388409BE-CA01-440E-B851-BDBE3C57C8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81921" y="5455156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2" name="Line 119">
            <a:extLst>
              <a:ext uri="{FF2B5EF4-FFF2-40B4-BE49-F238E27FC236}">
                <a16:creationId xmlns:a16="http://schemas.microsoft.com/office/drawing/2014/main" id="{9F602E4B-216F-41B0-9BAD-8D8476A962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8729" y="5907303"/>
            <a:ext cx="330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3" name="Freeform 120">
            <a:extLst>
              <a:ext uri="{FF2B5EF4-FFF2-40B4-BE49-F238E27FC236}">
                <a16:creationId xmlns:a16="http://schemas.microsoft.com/office/drawing/2014/main" id="{DCFF3D18-3155-4593-803A-FC29177765AD}"/>
              </a:ext>
            </a:extLst>
          </p:cNvPr>
          <p:cNvSpPr>
            <a:spLocks/>
          </p:cNvSpPr>
          <p:nvPr/>
        </p:nvSpPr>
        <p:spPr bwMode="auto">
          <a:xfrm>
            <a:off x="6844887" y="2758626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4" name="Rectangle 121">
            <a:extLst>
              <a:ext uri="{FF2B5EF4-FFF2-40B4-BE49-F238E27FC236}">
                <a16:creationId xmlns:a16="http://schemas.microsoft.com/office/drawing/2014/main" id="{662CF4F2-8EB1-42CC-957A-7EB086AAD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137" y="3104063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185" name="Line 122">
            <a:extLst>
              <a:ext uri="{FF2B5EF4-FFF2-40B4-BE49-F238E27FC236}">
                <a16:creationId xmlns:a16="http://schemas.microsoft.com/office/drawing/2014/main" id="{C1A2FB30-BAD3-4B80-B026-47CC5E773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264" y="4865903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6" name="Freeform 123">
            <a:extLst>
              <a:ext uri="{FF2B5EF4-FFF2-40B4-BE49-F238E27FC236}">
                <a16:creationId xmlns:a16="http://schemas.microsoft.com/office/drawing/2014/main" id="{C453F5B8-6D2B-4226-B5EA-6135AB1D94BD}"/>
              </a:ext>
            </a:extLst>
          </p:cNvPr>
          <p:cNvSpPr>
            <a:spLocks/>
          </p:cNvSpPr>
          <p:nvPr/>
        </p:nvSpPr>
        <p:spPr bwMode="auto">
          <a:xfrm>
            <a:off x="3864991" y="3447991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7" name="Freeform 124">
            <a:extLst>
              <a:ext uri="{FF2B5EF4-FFF2-40B4-BE49-F238E27FC236}">
                <a16:creationId xmlns:a16="http://schemas.microsoft.com/office/drawing/2014/main" id="{1FDECFDA-4737-41BB-A9A8-B94B54D97E4A}"/>
              </a:ext>
            </a:extLst>
          </p:cNvPr>
          <p:cNvSpPr>
            <a:spLocks/>
          </p:cNvSpPr>
          <p:nvPr/>
        </p:nvSpPr>
        <p:spPr bwMode="auto">
          <a:xfrm>
            <a:off x="4372991" y="4294403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8" name="Rectangle 35">
            <a:extLst>
              <a:ext uri="{FF2B5EF4-FFF2-40B4-BE49-F238E27FC236}">
                <a16:creationId xmlns:a16="http://schemas.microsoft.com/office/drawing/2014/main" id="{AA8B9421-278E-4935-873A-FB4640A75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837" y="435302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189" name="椭圆 4">
            <a:extLst>
              <a:ext uri="{FF2B5EF4-FFF2-40B4-BE49-F238E27FC236}">
                <a16:creationId xmlns:a16="http://schemas.microsoft.com/office/drawing/2014/main" id="{565DD7D0-075C-4108-B508-1B7E2F447939}"/>
              </a:ext>
            </a:extLst>
          </p:cNvPr>
          <p:cNvSpPr/>
          <p:nvPr/>
        </p:nvSpPr>
        <p:spPr bwMode="auto">
          <a:xfrm>
            <a:off x="4169792" y="5514449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3E543DB6-5176-4937-AADD-B2922D65FFE7}"/>
              </a:ext>
            </a:extLst>
          </p:cNvPr>
          <p:cNvGrpSpPr/>
          <p:nvPr/>
        </p:nvGrpSpPr>
        <p:grpSpPr>
          <a:xfrm>
            <a:off x="4550762" y="3577280"/>
            <a:ext cx="505337" cy="1193800"/>
            <a:chOff x="5799138" y="4889500"/>
            <a:chExt cx="505337" cy="1193800"/>
          </a:xfrm>
        </p:grpSpPr>
        <p:grpSp>
          <p:nvGrpSpPr>
            <p:cNvPr id="191" name="Group 4">
              <a:extLst>
                <a:ext uri="{FF2B5EF4-FFF2-40B4-BE49-F238E27FC236}">
                  <a16:creationId xmlns:a16="http://schemas.microsoft.com/office/drawing/2014/main" id="{1EDFA816-726E-4975-B480-F8FBA33FBA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93" name="Line 5">
                <a:extLst>
                  <a:ext uri="{FF2B5EF4-FFF2-40B4-BE49-F238E27FC236}">
                    <a16:creationId xmlns:a16="http://schemas.microsoft.com/office/drawing/2014/main" id="{F46A31A8-9E17-45CA-ACD8-5A3E7F976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4" name="Line 6">
                <a:extLst>
                  <a:ext uri="{FF2B5EF4-FFF2-40B4-BE49-F238E27FC236}">
                    <a16:creationId xmlns:a16="http://schemas.microsoft.com/office/drawing/2014/main" id="{BDD22889-8F90-4290-BF21-1FCDF4742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5" name="Line 7">
                <a:extLst>
                  <a:ext uri="{FF2B5EF4-FFF2-40B4-BE49-F238E27FC236}">
                    <a16:creationId xmlns:a16="http://schemas.microsoft.com/office/drawing/2014/main" id="{5BA67870-9043-4A40-AE05-6F32A3D5B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6" name="Line 8">
                <a:extLst>
                  <a:ext uri="{FF2B5EF4-FFF2-40B4-BE49-F238E27FC236}">
                    <a16:creationId xmlns:a16="http://schemas.microsoft.com/office/drawing/2014/main" id="{776A012A-AAE4-4FDE-AA29-7D6E8EEA9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7" name="Line 9">
                <a:extLst>
                  <a:ext uri="{FF2B5EF4-FFF2-40B4-BE49-F238E27FC236}">
                    <a16:creationId xmlns:a16="http://schemas.microsoft.com/office/drawing/2014/main" id="{69A2FC05-CA18-41DA-8E06-3F6A42608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8" name="Line 10">
                <a:extLst>
                  <a:ext uri="{FF2B5EF4-FFF2-40B4-BE49-F238E27FC236}">
                    <a16:creationId xmlns:a16="http://schemas.microsoft.com/office/drawing/2014/main" id="{9DB96033-63E2-4ABF-8702-A22D479AB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9" name="Line 11">
                <a:extLst>
                  <a:ext uri="{FF2B5EF4-FFF2-40B4-BE49-F238E27FC236}">
                    <a16:creationId xmlns:a16="http://schemas.microsoft.com/office/drawing/2014/main" id="{1E2CE6AE-9D82-4D48-BA6D-44F32BA20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0" name="Line 12">
                <a:extLst>
                  <a:ext uri="{FF2B5EF4-FFF2-40B4-BE49-F238E27FC236}">
                    <a16:creationId xmlns:a16="http://schemas.microsoft.com/office/drawing/2014/main" id="{43A8A0D3-D306-4903-AF9F-213BF1723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92" name="Rectangle 58">
              <a:extLst>
                <a:ext uri="{FF2B5EF4-FFF2-40B4-BE49-F238E27FC236}">
                  <a16:creationId xmlns:a16="http://schemas.microsoft.com/office/drawing/2014/main" id="{CA9636C8-76F7-4F05-A7E8-6ACF9F016C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201" name="Rectangle 73">
            <a:extLst>
              <a:ext uri="{FF2B5EF4-FFF2-40B4-BE49-F238E27FC236}">
                <a16:creationId xmlns:a16="http://schemas.microsoft.com/office/drawing/2014/main" id="{D5A1B7E9-8195-478B-A61D-6C77370FA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091" y="356891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202" name="Line 74">
            <a:extLst>
              <a:ext uri="{FF2B5EF4-FFF2-40B4-BE49-F238E27FC236}">
                <a16:creationId xmlns:a16="http://schemas.microsoft.com/office/drawing/2014/main" id="{231534C9-01A4-4E44-88C0-B5DDF2694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879" y="3764179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3D488AE0-263F-44CE-9615-67AF45D75795}"/>
              </a:ext>
            </a:extLst>
          </p:cNvPr>
          <p:cNvGrpSpPr/>
          <p:nvPr/>
        </p:nvGrpSpPr>
        <p:grpSpPr>
          <a:xfrm>
            <a:off x="4882247" y="4899937"/>
            <a:ext cx="505337" cy="1193800"/>
            <a:chOff x="5799138" y="4889500"/>
            <a:chExt cx="505337" cy="1193800"/>
          </a:xfrm>
        </p:grpSpPr>
        <p:grpSp>
          <p:nvGrpSpPr>
            <p:cNvPr id="204" name="Group 4">
              <a:extLst>
                <a:ext uri="{FF2B5EF4-FFF2-40B4-BE49-F238E27FC236}">
                  <a16:creationId xmlns:a16="http://schemas.microsoft.com/office/drawing/2014/main" id="{62F19764-EC8D-42F9-8075-2304928ED4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06" name="Line 5">
                <a:extLst>
                  <a:ext uri="{FF2B5EF4-FFF2-40B4-BE49-F238E27FC236}">
                    <a16:creationId xmlns:a16="http://schemas.microsoft.com/office/drawing/2014/main" id="{47A86F3F-5793-4EC9-B41F-503F4C266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7" name="Line 6">
                <a:extLst>
                  <a:ext uri="{FF2B5EF4-FFF2-40B4-BE49-F238E27FC236}">
                    <a16:creationId xmlns:a16="http://schemas.microsoft.com/office/drawing/2014/main" id="{4AB4AC44-268F-409A-B083-FF9F7E8AA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8" name="Line 7">
                <a:extLst>
                  <a:ext uri="{FF2B5EF4-FFF2-40B4-BE49-F238E27FC236}">
                    <a16:creationId xmlns:a16="http://schemas.microsoft.com/office/drawing/2014/main" id="{DD179890-810E-4875-8077-780BB9170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9" name="Line 8">
                <a:extLst>
                  <a:ext uri="{FF2B5EF4-FFF2-40B4-BE49-F238E27FC236}">
                    <a16:creationId xmlns:a16="http://schemas.microsoft.com/office/drawing/2014/main" id="{A507430C-6F6D-4AAC-8863-4C5FF1946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0" name="Line 9">
                <a:extLst>
                  <a:ext uri="{FF2B5EF4-FFF2-40B4-BE49-F238E27FC236}">
                    <a16:creationId xmlns:a16="http://schemas.microsoft.com/office/drawing/2014/main" id="{58FBB916-4DBF-4780-A38D-95F41AF06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1" name="Line 10">
                <a:extLst>
                  <a:ext uri="{FF2B5EF4-FFF2-40B4-BE49-F238E27FC236}">
                    <a16:creationId xmlns:a16="http://schemas.microsoft.com/office/drawing/2014/main" id="{BDB4562C-0C39-49A6-91C0-27AA7F66C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2" name="Line 11">
                <a:extLst>
                  <a:ext uri="{FF2B5EF4-FFF2-40B4-BE49-F238E27FC236}">
                    <a16:creationId xmlns:a16="http://schemas.microsoft.com/office/drawing/2014/main" id="{F166DC1E-B67D-4ABC-9088-6DE29D716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3" name="Line 12">
                <a:extLst>
                  <a:ext uri="{FF2B5EF4-FFF2-40B4-BE49-F238E27FC236}">
                    <a16:creationId xmlns:a16="http://schemas.microsoft.com/office/drawing/2014/main" id="{5969ED0F-4161-44E9-A072-EFC90EA7B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05" name="Rectangle 58">
              <a:extLst>
                <a:ext uri="{FF2B5EF4-FFF2-40B4-BE49-F238E27FC236}">
                  <a16:creationId xmlns:a16="http://schemas.microsoft.com/office/drawing/2014/main" id="{8A7A1002-60B5-4FE4-9022-60AC74CA82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214" name="Rectangle 96">
            <a:extLst>
              <a:ext uri="{FF2B5EF4-FFF2-40B4-BE49-F238E27FC236}">
                <a16:creationId xmlns:a16="http://schemas.microsoft.com/office/drawing/2014/main" id="{763BC6B7-AA72-4345-9C2A-F847FCDB3C5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76663" y="5734545"/>
            <a:ext cx="594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215" name="Line 29">
            <a:extLst>
              <a:ext uri="{FF2B5EF4-FFF2-40B4-BE49-F238E27FC236}">
                <a16:creationId xmlns:a16="http://schemas.microsoft.com/office/drawing/2014/main" id="{A3B0E1C5-D248-4188-A6EE-E39D7EF380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2516" y="377117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3A0E8E55-A2CB-4BA8-979A-F4C5DEB09D08}"/>
              </a:ext>
            </a:extLst>
          </p:cNvPr>
          <p:cNvGrpSpPr/>
          <p:nvPr/>
        </p:nvGrpSpPr>
        <p:grpSpPr>
          <a:xfrm>
            <a:off x="2768426" y="5415687"/>
            <a:ext cx="1455857" cy="1426471"/>
            <a:chOff x="2588300" y="4750306"/>
            <a:chExt cx="1455857" cy="1426471"/>
          </a:xfrm>
        </p:grpSpPr>
        <p:sp>
          <p:nvSpPr>
            <p:cNvPr id="217" name="Rectangle 95">
              <a:extLst>
                <a:ext uri="{FF2B5EF4-FFF2-40B4-BE49-F238E27FC236}">
                  <a16:creationId xmlns:a16="http://schemas.microsoft.com/office/drawing/2014/main" id="{977FE43D-DD83-42EE-8BD4-98204E561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588" y="4783138"/>
              <a:ext cx="355600" cy="8270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8" name="Rectangle 96">
              <a:extLst>
                <a:ext uri="{FF2B5EF4-FFF2-40B4-BE49-F238E27FC236}">
                  <a16:creationId xmlns:a16="http://schemas.microsoft.com/office/drawing/2014/main" id="{E83FB6F0-CC4E-4482-9054-64EE79F8B8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49699" y="5022336"/>
              <a:ext cx="8800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ImmExt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9" name="Line 99">
              <a:extLst>
                <a:ext uri="{FF2B5EF4-FFF2-40B4-BE49-F238E27FC236}">
                  <a16:creationId xmlns:a16="http://schemas.microsoft.com/office/drawing/2014/main" id="{4C44E420-2738-43FE-866B-1F4A592F1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49" y="5195885"/>
              <a:ext cx="312342" cy="3175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0" name="Rectangle 100">
              <a:extLst>
                <a:ext uri="{FF2B5EF4-FFF2-40B4-BE49-F238E27FC236}">
                  <a16:creationId xmlns:a16="http://schemas.microsoft.com/office/drawing/2014/main" id="{1E0A2AD3-E00C-4A8C-A908-BA738D64E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787" y="5203825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221" name="Line 101">
              <a:extLst>
                <a:ext uri="{FF2B5EF4-FFF2-40B4-BE49-F238E27FC236}">
                  <a16:creationId xmlns:a16="http://schemas.microsoft.com/office/drawing/2014/main" id="{5C717C09-1780-45BA-B9AB-AB900DA3C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756" y="5131593"/>
              <a:ext cx="8890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2" name="Line 102">
              <a:extLst>
                <a:ext uri="{FF2B5EF4-FFF2-40B4-BE49-F238E27FC236}">
                  <a16:creationId xmlns:a16="http://schemas.microsoft.com/office/drawing/2014/main" id="{099725DA-FC03-47EC-9253-FBFFF2CAA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0050" y="5199061"/>
              <a:ext cx="355600" cy="4764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3" name="Line 103">
              <a:extLst>
                <a:ext uri="{FF2B5EF4-FFF2-40B4-BE49-F238E27FC236}">
                  <a16:creationId xmlns:a16="http://schemas.microsoft.com/office/drawing/2014/main" id="{C44D44C8-3C1D-4E9A-915A-63DACB9C3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7050" y="5130799"/>
              <a:ext cx="88900" cy="128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4" name="Rectangle 104">
              <a:extLst>
                <a:ext uri="{FF2B5EF4-FFF2-40B4-BE49-F238E27FC236}">
                  <a16:creationId xmlns:a16="http://schemas.microsoft.com/office/drawing/2014/main" id="{4F60C77F-A1B6-45AD-9ABA-C8C9415C0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413" y="5199061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225" name="Rectangle 105">
              <a:extLst>
                <a:ext uri="{FF2B5EF4-FFF2-40B4-BE49-F238E27FC236}">
                  <a16:creationId xmlns:a16="http://schemas.microsoft.com/office/drawing/2014/main" id="{86EF2C3D-D84F-4F8A-8886-8180BDEF7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8300" y="481904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imm16</a:t>
              </a:r>
            </a:p>
          </p:txBody>
        </p:sp>
        <p:sp>
          <p:nvSpPr>
            <p:cNvPr id="226" name="Line 109">
              <a:extLst>
                <a:ext uri="{FF2B5EF4-FFF2-40B4-BE49-F238E27FC236}">
                  <a16:creationId xmlns:a16="http://schemas.microsoft.com/office/drawing/2014/main" id="{2D495832-FF41-4A18-BF3A-8F319F103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610225"/>
              <a:ext cx="0" cy="284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7" name="Rectangle 110">
              <a:extLst>
                <a:ext uri="{FF2B5EF4-FFF2-40B4-BE49-F238E27FC236}">
                  <a16:creationId xmlns:a16="http://schemas.microsoft.com/office/drawing/2014/main" id="{C3E52D6A-BF51-47F6-9251-B3ED7AC4C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600" y="5840788"/>
              <a:ext cx="75341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ExtOp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28" name="Rectangle 22">
            <a:extLst>
              <a:ext uri="{FF2B5EF4-FFF2-40B4-BE49-F238E27FC236}">
                <a16:creationId xmlns:a16="http://schemas.microsoft.com/office/drawing/2014/main" id="{D5CFB113-9CED-43F2-8021-4F7D6F28B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54" y="3039999"/>
            <a:ext cx="3886200" cy="1676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  <a:ea typeface="SimHei" panose="02010609060101010101" pitchFamily="49" charset="-122"/>
              </a:rPr>
              <a:t>PCSrc</a:t>
            </a:r>
            <a:r>
              <a:rPr lang="zh-CN" altLang="en-US" sz="2400" dirty="0">
                <a:solidFill>
                  <a:srgbClr val="FF0000"/>
                </a:solidFill>
                <a:ea typeface="SimHei" panose="02010609060101010101" pitchFamily="49" charset="-122"/>
              </a:rPr>
              <a:t>如何实现的</a:t>
            </a:r>
            <a:r>
              <a:rPr lang="en-US" altLang="en-US" sz="2400" dirty="0">
                <a:solidFill>
                  <a:srgbClr val="FF0000"/>
                </a:solidFill>
                <a:ea typeface="SimHei" panose="02010609060101010101" pitchFamily="49" charset="-122"/>
              </a:rPr>
              <a:t>?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l"/>
            </a:pPr>
            <a:r>
              <a:rPr lang="zh-CN" altLang="en-CN" sz="2400" dirty="0">
                <a:ea typeface="SimHei" panose="02010609060101010101" pitchFamily="49" charset="-122"/>
              </a:rPr>
              <a:t>受哪些因素影响</a:t>
            </a:r>
            <a:r>
              <a:rPr lang="en-US" altLang="en-US" sz="2400" dirty="0">
                <a:ea typeface="SimHei" panose="02010609060101010101" pitchFamily="49" charset="-122"/>
              </a:rPr>
              <a:t>?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en-US" sz="2000" dirty="0" err="1">
                <a:ea typeface="SimHei" panose="02010609060101010101" pitchFamily="49" charset="-122"/>
              </a:rPr>
              <a:t>PCSrc</a:t>
            </a:r>
            <a:r>
              <a:rPr lang="en-US" altLang="en-US" sz="2000" dirty="0">
                <a:ea typeface="SimHei" panose="02010609060101010101" pitchFamily="49" charset="-122"/>
              </a:rPr>
              <a:t> = </a:t>
            </a:r>
            <a:r>
              <a:rPr lang="en-US" altLang="en-US" sz="2000" dirty="0">
                <a:solidFill>
                  <a:srgbClr val="00B050"/>
                </a:solidFill>
                <a:ea typeface="SimHei" panose="02010609060101010101" pitchFamily="49" charset="-122"/>
              </a:rPr>
              <a:t>Branch</a:t>
            </a:r>
            <a:r>
              <a:rPr lang="en-US" altLang="en-US" sz="2000" dirty="0">
                <a:ea typeface="SimHei" panose="02010609060101010101" pitchFamily="49" charset="-122"/>
              </a:rPr>
              <a:t> AND </a:t>
            </a:r>
            <a:r>
              <a:rPr lang="en-US" altLang="en-US" sz="2000" dirty="0">
                <a:solidFill>
                  <a:srgbClr val="00B050"/>
                </a:solidFill>
                <a:ea typeface="SimHei" panose="02010609060101010101" pitchFamily="49" charset="-122"/>
              </a:rPr>
              <a:t>Zero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zh-CN" altLang="en-US" sz="2400" dirty="0">
              <a:ea typeface="SimHei" panose="02010609060101010101" pitchFamily="49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E410662-75D2-88E3-B3D6-782712C4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对于</a:t>
            </a:r>
            <a:r>
              <a:rPr lang="en-US" altLang="zh-CN" sz="4000" dirty="0" err="1"/>
              <a:t>Beq</a:t>
            </a:r>
            <a:r>
              <a:rPr lang="zh-CN" altLang="en-US" sz="4000" dirty="0"/>
              <a:t>的指令地址更新过程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965489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337B19-E9B5-4194-965E-C501C5E1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85</a:t>
            </a:fld>
            <a:endParaRPr lang="en-US" altLang="zh-CN" dirty="0"/>
          </a:p>
        </p:txBody>
      </p:sp>
      <p:grpSp>
        <p:nvGrpSpPr>
          <p:cNvPr id="81" name="Group 5">
            <a:extLst>
              <a:ext uri="{FF2B5EF4-FFF2-40B4-BE49-F238E27FC236}">
                <a16:creationId xmlns:a16="http://schemas.microsoft.com/office/drawing/2014/main" id="{278B4352-10E3-4334-82E5-383F7BD90E84}"/>
              </a:ext>
            </a:extLst>
          </p:cNvPr>
          <p:cNvGrpSpPr>
            <a:grpSpLocks/>
          </p:cNvGrpSpPr>
          <p:nvPr/>
        </p:nvGrpSpPr>
        <p:grpSpPr bwMode="auto">
          <a:xfrm>
            <a:off x="6365875" y="1782349"/>
            <a:ext cx="1101725" cy="1042912"/>
            <a:chOff x="2474" y="1011"/>
            <a:chExt cx="694" cy="673"/>
          </a:xfrm>
        </p:grpSpPr>
        <p:sp>
          <p:nvSpPr>
            <p:cNvPr id="82" name="Rectangle 6">
              <a:extLst>
                <a:ext uri="{FF2B5EF4-FFF2-40B4-BE49-F238E27FC236}">
                  <a16:creationId xmlns:a16="http://schemas.microsoft.com/office/drawing/2014/main" id="{51200DD5-4A3C-46E2-BEAD-44349C8A3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" y="1011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3" name="Rectangle 7">
              <a:extLst>
                <a:ext uri="{FF2B5EF4-FFF2-40B4-BE49-F238E27FC236}">
                  <a16:creationId xmlns:a16="http://schemas.microsoft.com/office/drawing/2014/main" id="{7017BAD4-037E-4CB6-8406-7AEC79452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1467"/>
              <a:ext cx="388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4" name="Rectangle 8">
              <a:extLst>
                <a:ext uri="{FF2B5EF4-FFF2-40B4-BE49-F238E27FC236}">
                  <a16:creationId xmlns:a16="http://schemas.microsoft.com/office/drawing/2014/main" id="{B5C6F227-FD68-460E-AD41-E1FADE355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108"/>
              <a:ext cx="583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Inst</a:t>
              </a:r>
            </a:p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85" name="Line 63">
            <a:extLst>
              <a:ext uri="{FF2B5EF4-FFF2-40B4-BE49-F238E27FC236}">
                <a16:creationId xmlns:a16="http://schemas.microsoft.com/office/drawing/2014/main" id="{CFCA4913-610B-454D-A360-12FF9A34F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0300" y="2298287"/>
            <a:ext cx="1041400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86" name="Rectangle 64">
            <a:extLst>
              <a:ext uri="{FF2B5EF4-FFF2-40B4-BE49-F238E27FC236}">
                <a16:creationId xmlns:a16="http://schemas.microsoft.com/office/drawing/2014/main" id="{755C7471-3465-462D-918D-1444AE969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1869662"/>
            <a:ext cx="1769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87" name="Rectangle 121">
            <a:extLst>
              <a:ext uri="{FF2B5EF4-FFF2-40B4-BE49-F238E27FC236}">
                <a16:creationId xmlns:a16="http://schemas.microsoft.com/office/drawing/2014/main" id="{1707A60D-8AAA-4AA5-999A-70B8FD664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058" y="2780924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89" name="Rectangle 27">
            <a:extLst>
              <a:ext uri="{FF2B5EF4-FFF2-40B4-BE49-F238E27FC236}">
                <a16:creationId xmlns:a16="http://schemas.microsoft.com/office/drawing/2014/main" id="{298F8DBE-53E9-4150-A5A1-998D90322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208" y="366522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90" name="Line 29">
            <a:extLst>
              <a:ext uri="{FF2B5EF4-FFF2-40B4-BE49-F238E27FC236}">
                <a16:creationId xmlns:a16="http://schemas.microsoft.com/office/drawing/2014/main" id="{ECBA3120-4ABB-4C67-81C4-C8608E6DB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1812" y="4646035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1" name="Rectangle 31">
            <a:extLst>
              <a:ext uri="{FF2B5EF4-FFF2-40B4-BE49-F238E27FC236}">
                <a16:creationId xmlns:a16="http://schemas.microsoft.com/office/drawing/2014/main" id="{EB47FD20-5B2F-4E65-A401-E2851266E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4258113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2" name="Line 33">
            <a:extLst>
              <a:ext uri="{FF2B5EF4-FFF2-40B4-BE49-F238E27FC236}">
                <a16:creationId xmlns:a16="http://schemas.microsoft.com/office/drawing/2014/main" id="{A55918B5-2D88-462D-82D4-F4AD4CE9B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509" y="5435078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3" name="Rectangle 34">
            <a:extLst>
              <a:ext uri="{FF2B5EF4-FFF2-40B4-BE49-F238E27FC236}">
                <a16:creationId xmlns:a16="http://schemas.microsoft.com/office/drawing/2014/main" id="{6D90867E-1606-4B90-8E00-0D98647D95D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67600" y="4663206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145" name="Rectangle 35">
            <a:extLst>
              <a:ext uri="{FF2B5EF4-FFF2-40B4-BE49-F238E27FC236}">
                <a16:creationId xmlns:a16="http://schemas.microsoft.com/office/drawing/2014/main" id="{AE305D53-2C74-4819-B3D6-2B1780B9F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939" y="593593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Line 49">
            <a:extLst>
              <a:ext uri="{FF2B5EF4-FFF2-40B4-BE49-F238E27FC236}">
                <a16:creationId xmlns:a16="http://schemas.microsoft.com/office/drawing/2014/main" id="{2E209B26-42BE-4205-B17B-37B6AF011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6179" y="5023066"/>
            <a:ext cx="41241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68" name="Group 50">
            <a:extLst>
              <a:ext uri="{FF2B5EF4-FFF2-40B4-BE49-F238E27FC236}">
                <a16:creationId xmlns:a16="http://schemas.microsoft.com/office/drawing/2014/main" id="{92449B86-F6FC-45A6-B5A3-2AEA2A135B1D}"/>
              </a:ext>
            </a:extLst>
          </p:cNvPr>
          <p:cNvGrpSpPr>
            <a:grpSpLocks/>
          </p:cNvGrpSpPr>
          <p:nvPr/>
        </p:nvGrpSpPr>
        <p:grpSpPr bwMode="auto">
          <a:xfrm>
            <a:off x="5596958" y="4127717"/>
            <a:ext cx="347663" cy="1431926"/>
            <a:chOff x="1614" y="2226"/>
            <a:chExt cx="219" cy="902"/>
          </a:xfrm>
        </p:grpSpPr>
        <p:grpSp>
          <p:nvGrpSpPr>
            <p:cNvPr id="169" name="Group 51">
              <a:extLst>
                <a:ext uri="{FF2B5EF4-FFF2-40B4-BE49-F238E27FC236}">
                  <a16:creationId xmlns:a16="http://schemas.microsoft.com/office/drawing/2014/main" id="{070B01EA-3B74-42B7-A72D-81DD8C9F35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173" name="Line 52">
                <a:extLst>
                  <a:ext uri="{FF2B5EF4-FFF2-40B4-BE49-F238E27FC236}">
                    <a16:creationId xmlns:a16="http://schemas.microsoft.com/office/drawing/2014/main" id="{3E7B7126-7982-4494-AED6-728D8B0B3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5" name="Line 53">
                <a:extLst>
                  <a:ext uri="{FF2B5EF4-FFF2-40B4-BE49-F238E27FC236}">
                    <a16:creationId xmlns:a16="http://schemas.microsoft.com/office/drawing/2014/main" id="{27BF2511-F27C-43B3-BEFE-57B8A215B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6" name="Line 54">
                <a:extLst>
                  <a:ext uri="{FF2B5EF4-FFF2-40B4-BE49-F238E27FC236}">
                    <a16:creationId xmlns:a16="http://schemas.microsoft.com/office/drawing/2014/main" id="{83B008A5-112E-4F7D-93D7-B9B7A51AF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77" name="Line 55">
                <a:extLst>
                  <a:ext uri="{FF2B5EF4-FFF2-40B4-BE49-F238E27FC236}">
                    <a16:creationId xmlns:a16="http://schemas.microsoft.com/office/drawing/2014/main" id="{2468714F-57A8-4DDD-8BDD-16BEBA2B1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70" name="Rectangle 56">
              <a:extLst>
                <a:ext uri="{FF2B5EF4-FFF2-40B4-BE49-F238E27FC236}">
                  <a16:creationId xmlns:a16="http://schemas.microsoft.com/office/drawing/2014/main" id="{1DE1B5A9-1951-4A83-BFF5-E72F90A995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171" name="Rectangle 57">
              <a:extLst>
                <a:ext uri="{FF2B5EF4-FFF2-40B4-BE49-F238E27FC236}">
                  <a16:creationId xmlns:a16="http://schemas.microsoft.com/office/drawing/2014/main" id="{970D43BB-771C-44FA-B701-2E8F31E87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2" name="Rectangle 58">
              <a:extLst>
                <a:ext uri="{FF2B5EF4-FFF2-40B4-BE49-F238E27FC236}">
                  <a16:creationId xmlns:a16="http://schemas.microsoft.com/office/drawing/2014/main" id="{3976FFDE-F4B0-4ABB-92B0-DAD4508EC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78" name="Line 59">
            <a:extLst>
              <a:ext uri="{FF2B5EF4-FFF2-40B4-BE49-F238E27FC236}">
                <a16:creationId xmlns:a16="http://schemas.microsoft.com/office/drawing/2014/main" id="{3CCE182A-B04B-41F6-9317-96B031BF33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0662" y="4294403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9" name="Line 60">
            <a:extLst>
              <a:ext uri="{FF2B5EF4-FFF2-40B4-BE49-F238E27FC236}">
                <a16:creationId xmlns:a16="http://schemas.microsoft.com/office/drawing/2014/main" id="{817463DB-CC84-4839-9A50-3BFFDF876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8829" y="5450103"/>
            <a:ext cx="27622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0" name="Rectangle 75">
            <a:extLst>
              <a:ext uri="{FF2B5EF4-FFF2-40B4-BE49-F238E27FC236}">
                <a16:creationId xmlns:a16="http://schemas.microsoft.com/office/drawing/2014/main" id="{90136E28-35E4-41CB-B428-D270BA4F2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8191" y="5771133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PCSrc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1" name="Line 76">
            <a:extLst>
              <a:ext uri="{FF2B5EF4-FFF2-40B4-BE49-F238E27FC236}">
                <a16:creationId xmlns:a16="http://schemas.microsoft.com/office/drawing/2014/main" id="{388409BE-CA01-440E-B851-BDBE3C57C8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81921" y="5455156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2" name="Line 119">
            <a:extLst>
              <a:ext uri="{FF2B5EF4-FFF2-40B4-BE49-F238E27FC236}">
                <a16:creationId xmlns:a16="http://schemas.microsoft.com/office/drawing/2014/main" id="{9F602E4B-216F-41B0-9BAD-8D8476A962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8729" y="5907303"/>
            <a:ext cx="330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3" name="Freeform 120">
            <a:extLst>
              <a:ext uri="{FF2B5EF4-FFF2-40B4-BE49-F238E27FC236}">
                <a16:creationId xmlns:a16="http://schemas.microsoft.com/office/drawing/2014/main" id="{DCFF3D18-3155-4593-803A-FC29177765AD}"/>
              </a:ext>
            </a:extLst>
          </p:cNvPr>
          <p:cNvSpPr>
            <a:spLocks/>
          </p:cNvSpPr>
          <p:nvPr/>
        </p:nvSpPr>
        <p:spPr bwMode="auto">
          <a:xfrm>
            <a:off x="6844887" y="2758626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4" name="Rectangle 121">
            <a:extLst>
              <a:ext uri="{FF2B5EF4-FFF2-40B4-BE49-F238E27FC236}">
                <a16:creationId xmlns:a16="http://schemas.microsoft.com/office/drawing/2014/main" id="{662CF4F2-8EB1-42CC-957A-7EB086AAD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747" y="3084128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185" name="Line 122">
            <a:extLst>
              <a:ext uri="{FF2B5EF4-FFF2-40B4-BE49-F238E27FC236}">
                <a16:creationId xmlns:a16="http://schemas.microsoft.com/office/drawing/2014/main" id="{C1A2FB30-BAD3-4B80-B026-47CC5E773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264" y="4865903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6" name="Freeform 123">
            <a:extLst>
              <a:ext uri="{FF2B5EF4-FFF2-40B4-BE49-F238E27FC236}">
                <a16:creationId xmlns:a16="http://schemas.microsoft.com/office/drawing/2014/main" id="{C453F5B8-6D2B-4226-B5EA-6135AB1D94BD}"/>
              </a:ext>
            </a:extLst>
          </p:cNvPr>
          <p:cNvSpPr>
            <a:spLocks/>
          </p:cNvSpPr>
          <p:nvPr/>
        </p:nvSpPr>
        <p:spPr bwMode="auto">
          <a:xfrm>
            <a:off x="3864991" y="3447991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7" name="Freeform 124">
            <a:extLst>
              <a:ext uri="{FF2B5EF4-FFF2-40B4-BE49-F238E27FC236}">
                <a16:creationId xmlns:a16="http://schemas.microsoft.com/office/drawing/2014/main" id="{1FDECFDA-4737-41BB-A9A8-B94B54D97E4A}"/>
              </a:ext>
            </a:extLst>
          </p:cNvPr>
          <p:cNvSpPr>
            <a:spLocks/>
          </p:cNvSpPr>
          <p:nvPr/>
        </p:nvSpPr>
        <p:spPr bwMode="auto">
          <a:xfrm>
            <a:off x="4372991" y="4294403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8" name="Rectangle 35">
            <a:extLst>
              <a:ext uri="{FF2B5EF4-FFF2-40B4-BE49-F238E27FC236}">
                <a16:creationId xmlns:a16="http://schemas.microsoft.com/office/drawing/2014/main" id="{AA8B9421-278E-4935-873A-FB4640A75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837" y="435302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189" name="椭圆 4">
            <a:extLst>
              <a:ext uri="{FF2B5EF4-FFF2-40B4-BE49-F238E27FC236}">
                <a16:creationId xmlns:a16="http://schemas.microsoft.com/office/drawing/2014/main" id="{565DD7D0-075C-4108-B508-1B7E2F447939}"/>
              </a:ext>
            </a:extLst>
          </p:cNvPr>
          <p:cNvSpPr/>
          <p:nvPr/>
        </p:nvSpPr>
        <p:spPr bwMode="auto">
          <a:xfrm>
            <a:off x="4169792" y="5514449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3E543DB6-5176-4937-AADD-B2922D65FFE7}"/>
              </a:ext>
            </a:extLst>
          </p:cNvPr>
          <p:cNvGrpSpPr/>
          <p:nvPr/>
        </p:nvGrpSpPr>
        <p:grpSpPr>
          <a:xfrm>
            <a:off x="4550762" y="3577280"/>
            <a:ext cx="505337" cy="1193800"/>
            <a:chOff x="5799138" y="4889500"/>
            <a:chExt cx="505337" cy="1193800"/>
          </a:xfrm>
        </p:grpSpPr>
        <p:grpSp>
          <p:nvGrpSpPr>
            <p:cNvPr id="191" name="Group 4">
              <a:extLst>
                <a:ext uri="{FF2B5EF4-FFF2-40B4-BE49-F238E27FC236}">
                  <a16:creationId xmlns:a16="http://schemas.microsoft.com/office/drawing/2014/main" id="{1EDFA816-726E-4975-B480-F8FBA33FBA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93" name="Line 5">
                <a:extLst>
                  <a:ext uri="{FF2B5EF4-FFF2-40B4-BE49-F238E27FC236}">
                    <a16:creationId xmlns:a16="http://schemas.microsoft.com/office/drawing/2014/main" id="{F46A31A8-9E17-45CA-ACD8-5A3E7F976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4" name="Line 6">
                <a:extLst>
                  <a:ext uri="{FF2B5EF4-FFF2-40B4-BE49-F238E27FC236}">
                    <a16:creationId xmlns:a16="http://schemas.microsoft.com/office/drawing/2014/main" id="{BDD22889-8F90-4290-BF21-1FCDF4742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5" name="Line 7">
                <a:extLst>
                  <a:ext uri="{FF2B5EF4-FFF2-40B4-BE49-F238E27FC236}">
                    <a16:creationId xmlns:a16="http://schemas.microsoft.com/office/drawing/2014/main" id="{5BA67870-9043-4A40-AE05-6F32A3D5B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6" name="Line 8">
                <a:extLst>
                  <a:ext uri="{FF2B5EF4-FFF2-40B4-BE49-F238E27FC236}">
                    <a16:creationId xmlns:a16="http://schemas.microsoft.com/office/drawing/2014/main" id="{776A012A-AAE4-4FDE-AA29-7D6E8EEA9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7" name="Line 9">
                <a:extLst>
                  <a:ext uri="{FF2B5EF4-FFF2-40B4-BE49-F238E27FC236}">
                    <a16:creationId xmlns:a16="http://schemas.microsoft.com/office/drawing/2014/main" id="{69A2FC05-CA18-41DA-8E06-3F6A42608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8" name="Line 10">
                <a:extLst>
                  <a:ext uri="{FF2B5EF4-FFF2-40B4-BE49-F238E27FC236}">
                    <a16:creationId xmlns:a16="http://schemas.microsoft.com/office/drawing/2014/main" id="{9DB96033-63E2-4ABF-8702-A22D479AB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9" name="Line 11">
                <a:extLst>
                  <a:ext uri="{FF2B5EF4-FFF2-40B4-BE49-F238E27FC236}">
                    <a16:creationId xmlns:a16="http://schemas.microsoft.com/office/drawing/2014/main" id="{1E2CE6AE-9D82-4D48-BA6D-44F32BA20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0" name="Line 12">
                <a:extLst>
                  <a:ext uri="{FF2B5EF4-FFF2-40B4-BE49-F238E27FC236}">
                    <a16:creationId xmlns:a16="http://schemas.microsoft.com/office/drawing/2014/main" id="{43A8A0D3-D306-4903-AF9F-213BF1723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92" name="Rectangle 58">
              <a:extLst>
                <a:ext uri="{FF2B5EF4-FFF2-40B4-BE49-F238E27FC236}">
                  <a16:creationId xmlns:a16="http://schemas.microsoft.com/office/drawing/2014/main" id="{CA9636C8-76F7-4F05-A7E8-6ACF9F016C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201" name="Rectangle 73">
            <a:extLst>
              <a:ext uri="{FF2B5EF4-FFF2-40B4-BE49-F238E27FC236}">
                <a16:creationId xmlns:a16="http://schemas.microsoft.com/office/drawing/2014/main" id="{D5A1B7E9-8195-478B-A61D-6C77370FA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091" y="356891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202" name="Line 74">
            <a:extLst>
              <a:ext uri="{FF2B5EF4-FFF2-40B4-BE49-F238E27FC236}">
                <a16:creationId xmlns:a16="http://schemas.microsoft.com/office/drawing/2014/main" id="{231534C9-01A4-4E44-88C0-B5DDF2694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879" y="3764179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3D488AE0-263F-44CE-9615-67AF45D75795}"/>
              </a:ext>
            </a:extLst>
          </p:cNvPr>
          <p:cNvGrpSpPr/>
          <p:nvPr/>
        </p:nvGrpSpPr>
        <p:grpSpPr>
          <a:xfrm>
            <a:off x="4882247" y="4899937"/>
            <a:ext cx="505337" cy="1193800"/>
            <a:chOff x="5799138" y="4889500"/>
            <a:chExt cx="505337" cy="1193800"/>
          </a:xfrm>
        </p:grpSpPr>
        <p:grpSp>
          <p:nvGrpSpPr>
            <p:cNvPr id="204" name="Group 4">
              <a:extLst>
                <a:ext uri="{FF2B5EF4-FFF2-40B4-BE49-F238E27FC236}">
                  <a16:creationId xmlns:a16="http://schemas.microsoft.com/office/drawing/2014/main" id="{62F19764-EC8D-42F9-8075-2304928ED4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06" name="Line 5">
                <a:extLst>
                  <a:ext uri="{FF2B5EF4-FFF2-40B4-BE49-F238E27FC236}">
                    <a16:creationId xmlns:a16="http://schemas.microsoft.com/office/drawing/2014/main" id="{47A86F3F-5793-4EC9-B41F-503F4C266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7" name="Line 6">
                <a:extLst>
                  <a:ext uri="{FF2B5EF4-FFF2-40B4-BE49-F238E27FC236}">
                    <a16:creationId xmlns:a16="http://schemas.microsoft.com/office/drawing/2014/main" id="{4AB4AC44-268F-409A-B083-FF9F7E8AA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8" name="Line 7">
                <a:extLst>
                  <a:ext uri="{FF2B5EF4-FFF2-40B4-BE49-F238E27FC236}">
                    <a16:creationId xmlns:a16="http://schemas.microsoft.com/office/drawing/2014/main" id="{DD179890-810E-4875-8077-780BB9170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09" name="Line 8">
                <a:extLst>
                  <a:ext uri="{FF2B5EF4-FFF2-40B4-BE49-F238E27FC236}">
                    <a16:creationId xmlns:a16="http://schemas.microsoft.com/office/drawing/2014/main" id="{A507430C-6F6D-4AAC-8863-4C5FF1946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0" name="Line 9">
                <a:extLst>
                  <a:ext uri="{FF2B5EF4-FFF2-40B4-BE49-F238E27FC236}">
                    <a16:creationId xmlns:a16="http://schemas.microsoft.com/office/drawing/2014/main" id="{58FBB916-4DBF-4780-A38D-95F41AF06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1" name="Line 10">
                <a:extLst>
                  <a:ext uri="{FF2B5EF4-FFF2-40B4-BE49-F238E27FC236}">
                    <a16:creationId xmlns:a16="http://schemas.microsoft.com/office/drawing/2014/main" id="{BDB4562C-0C39-49A6-91C0-27AA7F66C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2" name="Line 11">
                <a:extLst>
                  <a:ext uri="{FF2B5EF4-FFF2-40B4-BE49-F238E27FC236}">
                    <a16:creationId xmlns:a16="http://schemas.microsoft.com/office/drawing/2014/main" id="{F166DC1E-B67D-4ABC-9088-6DE29D716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3" name="Line 12">
                <a:extLst>
                  <a:ext uri="{FF2B5EF4-FFF2-40B4-BE49-F238E27FC236}">
                    <a16:creationId xmlns:a16="http://schemas.microsoft.com/office/drawing/2014/main" id="{5969ED0F-4161-44E9-A072-EFC90EA7B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05" name="Rectangle 58">
              <a:extLst>
                <a:ext uri="{FF2B5EF4-FFF2-40B4-BE49-F238E27FC236}">
                  <a16:creationId xmlns:a16="http://schemas.microsoft.com/office/drawing/2014/main" id="{8A7A1002-60B5-4FE4-9022-60AC74CA82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214" name="Rectangle 96">
            <a:extLst>
              <a:ext uri="{FF2B5EF4-FFF2-40B4-BE49-F238E27FC236}">
                <a16:creationId xmlns:a16="http://schemas.microsoft.com/office/drawing/2014/main" id="{763BC6B7-AA72-4345-9C2A-F847FCDB3C5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76663" y="5734545"/>
            <a:ext cx="594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215" name="Line 29">
            <a:extLst>
              <a:ext uri="{FF2B5EF4-FFF2-40B4-BE49-F238E27FC236}">
                <a16:creationId xmlns:a16="http://schemas.microsoft.com/office/drawing/2014/main" id="{A3B0E1C5-D248-4188-A6EE-E39D7EF380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2516" y="377117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3A0E8E55-A2CB-4BA8-979A-F4C5DEB09D08}"/>
              </a:ext>
            </a:extLst>
          </p:cNvPr>
          <p:cNvGrpSpPr/>
          <p:nvPr/>
        </p:nvGrpSpPr>
        <p:grpSpPr>
          <a:xfrm>
            <a:off x="2768426" y="5415687"/>
            <a:ext cx="1455857" cy="1426471"/>
            <a:chOff x="2588300" y="4750306"/>
            <a:chExt cx="1455857" cy="1426471"/>
          </a:xfrm>
        </p:grpSpPr>
        <p:sp>
          <p:nvSpPr>
            <p:cNvPr id="217" name="Rectangle 95">
              <a:extLst>
                <a:ext uri="{FF2B5EF4-FFF2-40B4-BE49-F238E27FC236}">
                  <a16:creationId xmlns:a16="http://schemas.microsoft.com/office/drawing/2014/main" id="{977FE43D-DD83-42EE-8BD4-98204E561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588" y="4783138"/>
              <a:ext cx="355600" cy="8270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8" name="Rectangle 96">
              <a:extLst>
                <a:ext uri="{FF2B5EF4-FFF2-40B4-BE49-F238E27FC236}">
                  <a16:creationId xmlns:a16="http://schemas.microsoft.com/office/drawing/2014/main" id="{E83FB6F0-CC4E-4482-9054-64EE79F8B8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49699" y="5022336"/>
              <a:ext cx="8800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ImmExt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9" name="Line 99">
              <a:extLst>
                <a:ext uri="{FF2B5EF4-FFF2-40B4-BE49-F238E27FC236}">
                  <a16:creationId xmlns:a16="http://schemas.microsoft.com/office/drawing/2014/main" id="{4C44E420-2738-43FE-866B-1F4A592F1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49" y="5195885"/>
              <a:ext cx="312342" cy="3175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0" name="Rectangle 100">
              <a:extLst>
                <a:ext uri="{FF2B5EF4-FFF2-40B4-BE49-F238E27FC236}">
                  <a16:creationId xmlns:a16="http://schemas.microsoft.com/office/drawing/2014/main" id="{1E0A2AD3-E00C-4A8C-A908-BA738D64E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787" y="5203825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221" name="Line 101">
              <a:extLst>
                <a:ext uri="{FF2B5EF4-FFF2-40B4-BE49-F238E27FC236}">
                  <a16:creationId xmlns:a16="http://schemas.microsoft.com/office/drawing/2014/main" id="{5C717C09-1780-45BA-B9AB-AB900DA3C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4756" y="5131593"/>
              <a:ext cx="8890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2" name="Line 102">
              <a:extLst>
                <a:ext uri="{FF2B5EF4-FFF2-40B4-BE49-F238E27FC236}">
                  <a16:creationId xmlns:a16="http://schemas.microsoft.com/office/drawing/2014/main" id="{099725DA-FC03-47EC-9253-FBFFF2CAA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0050" y="5199061"/>
              <a:ext cx="355600" cy="4764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3" name="Line 103">
              <a:extLst>
                <a:ext uri="{FF2B5EF4-FFF2-40B4-BE49-F238E27FC236}">
                  <a16:creationId xmlns:a16="http://schemas.microsoft.com/office/drawing/2014/main" id="{C44D44C8-3C1D-4E9A-915A-63DACB9C3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7050" y="5130799"/>
              <a:ext cx="88900" cy="128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4" name="Rectangle 104">
              <a:extLst>
                <a:ext uri="{FF2B5EF4-FFF2-40B4-BE49-F238E27FC236}">
                  <a16:creationId xmlns:a16="http://schemas.microsoft.com/office/drawing/2014/main" id="{4F60C77F-A1B6-45AD-9ABA-C8C9415C0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413" y="5199061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225" name="Rectangle 105">
              <a:extLst>
                <a:ext uri="{FF2B5EF4-FFF2-40B4-BE49-F238E27FC236}">
                  <a16:creationId xmlns:a16="http://schemas.microsoft.com/office/drawing/2014/main" id="{86EF2C3D-D84F-4F8A-8886-8180BDEF7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8300" y="481904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imm16</a:t>
              </a:r>
            </a:p>
          </p:txBody>
        </p:sp>
        <p:sp>
          <p:nvSpPr>
            <p:cNvPr id="226" name="Line 109">
              <a:extLst>
                <a:ext uri="{FF2B5EF4-FFF2-40B4-BE49-F238E27FC236}">
                  <a16:creationId xmlns:a16="http://schemas.microsoft.com/office/drawing/2014/main" id="{2D495832-FF41-4A18-BF3A-8F319F103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610225"/>
              <a:ext cx="0" cy="284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7" name="Rectangle 110">
              <a:extLst>
                <a:ext uri="{FF2B5EF4-FFF2-40B4-BE49-F238E27FC236}">
                  <a16:creationId xmlns:a16="http://schemas.microsoft.com/office/drawing/2014/main" id="{C3E52D6A-BF51-47F6-9251-B3ED7AC4C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600" y="5840788"/>
              <a:ext cx="75341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ExtOp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82216BD-BF91-409C-9AF7-7F83F3D3D0E9}"/>
              </a:ext>
            </a:extLst>
          </p:cNvPr>
          <p:cNvGrpSpPr/>
          <p:nvPr/>
        </p:nvGrpSpPr>
        <p:grpSpPr>
          <a:xfrm rot="5400000">
            <a:off x="7319729" y="4899986"/>
            <a:ext cx="539750" cy="749637"/>
            <a:chOff x="7597097" y="5706736"/>
            <a:chExt cx="539750" cy="749637"/>
          </a:xfrm>
        </p:grpSpPr>
        <p:sp>
          <p:nvSpPr>
            <p:cNvPr id="79" name="流程图: 延期 78">
              <a:extLst>
                <a:ext uri="{FF2B5EF4-FFF2-40B4-BE49-F238E27FC236}">
                  <a16:creationId xmlns:a16="http://schemas.microsoft.com/office/drawing/2014/main" id="{A206180A-B8B5-4AB2-8C6B-FE701B96C49E}"/>
                </a:ext>
              </a:extLst>
            </p:cNvPr>
            <p:cNvSpPr/>
            <p:nvPr/>
          </p:nvSpPr>
          <p:spPr>
            <a:xfrm rot="5400000">
              <a:off x="7517722" y="5837247"/>
              <a:ext cx="698500" cy="539750"/>
            </a:xfrm>
            <a:prstGeom prst="flowChartDelay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9213224-9D60-40F6-803B-EC72E961478F}"/>
                </a:ext>
              </a:extLst>
            </p:cNvPr>
            <p:cNvSpPr txBox="1"/>
            <p:nvPr/>
          </p:nvSpPr>
          <p:spPr>
            <a:xfrm rot="16200000">
              <a:off x="7486887" y="5896889"/>
              <a:ext cx="749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B0F0"/>
                  </a:solidFill>
                  <a:latin typeface="+mn-lt"/>
                  <a:ea typeface="SimHei" panose="02010609060101010101" pitchFamily="49" charset="-122"/>
                </a:rPr>
                <a:t>AND</a:t>
              </a:r>
              <a:endParaRPr lang="zh-CN" altLang="en-US" dirty="0">
                <a:solidFill>
                  <a:srgbClr val="00B0F0"/>
                </a:solidFill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94" name="Line 119">
            <a:extLst>
              <a:ext uri="{FF2B5EF4-FFF2-40B4-BE49-F238E27FC236}">
                <a16:creationId xmlns:a16="http://schemas.microsoft.com/office/drawing/2014/main" id="{5CF1CA1A-C620-474F-8E96-AEF13FD5B4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99830" y="6034620"/>
            <a:ext cx="0" cy="6868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5" name="Line 119">
            <a:extLst>
              <a:ext uri="{FF2B5EF4-FFF2-40B4-BE49-F238E27FC236}">
                <a16:creationId xmlns:a16="http://schemas.microsoft.com/office/drawing/2014/main" id="{BAF6ED6C-5DC4-47A0-B400-6901AFFFAD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99830" y="6721474"/>
            <a:ext cx="123600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6" name="Line 119">
            <a:extLst>
              <a:ext uri="{FF2B5EF4-FFF2-40B4-BE49-F238E27FC236}">
                <a16:creationId xmlns:a16="http://schemas.microsoft.com/office/drawing/2014/main" id="{F26748E3-52B4-4759-AC93-85C47FDC6C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35839" y="5255013"/>
            <a:ext cx="0" cy="1455519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7" name="Line 119">
            <a:extLst>
              <a:ext uri="{FF2B5EF4-FFF2-40B4-BE49-F238E27FC236}">
                <a16:creationId xmlns:a16="http://schemas.microsoft.com/office/drawing/2014/main" id="{8AEB2BD8-2372-44B1-8317-841A911668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23976" y="5134518"/>
            <a:ext cx="31538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8EB31240-3473-4841-AE0D-F8009F040454}"/>
              </a:ext>
            </a:extLst>
          </p:cNvPr>
          <p:cNvSpPr txBox="1"/>
          <p:nvPr/>
        </p:nvSpPr>
        <p:spPr>
          <a:xfrm>
            <a:off x="8080079" y="4947029"/>
            <a:ext cx="106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Branch</a:t>
            </a:r>
            <a:endParaRPr lang="zh-CN" altLang="en-US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9" name="Line 119">
            <a:extLst>
              <a:ext uri="{FF2B5EF4-FFF2-40B4-BE49-F238E27FC236}">
                <a16:creationId xmlns:a16="http://schemas.microsoft.com/office/drawing/2014/main" id="{1DE804BF-A347-4056-811A-68B49C512D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23976" y="5407730"/>
            <a:ext cx="31538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BB5D114-0D6D-4C8F-94B3-8F248DB88C94}"/>
              </a:ext>
            </a:extLst>
          </p:cNvPr>
          <p:cNvSpPr txBox="1"/>
          <p:nvPr/>
        </p:nvSpPr>
        <p:spPr>
          <a:xfrm>
            <a:off x="7964422" y="5232370"/>
            <a:ext cx="106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Zero</a:t>
            </a:r>
            <a:endParaRPr lang="zh-CN" altLang="en-US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1" name="Line 119">
            <a:extLst>
              <a:ext uri="{FF2B5EF4-FFF2-40B4-BE49-F238E27FC236}">
                <a16:creationId xmlns:a16="http://schemas.microsoft.com/office/drawing/2014/main" id="{FA4BDE8C-B392-4DFB-96AA-06D7565FF1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35839" y="5267157"/>
            <a:ext cx="17894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B461E721-C7A4-4BF7-8753-8C58A895F3DA}"/>
              </a:ext>
            </a:extLst>
          </p:cNvPr>
          <p:cNvSpPr txBox="1"/>
          <p:nvPr/>
        </p:nvSpPr>
        <p:spPr>
          <a:xfrm>
            <a:off x="7263434" y="4108692"/>
            <a:ext cx="1802485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zh-CN" sz="18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Branch</a:t>
            </a:r>
            <a:r>
              <a:rPr lang="zh-CN" altLang="en-US" sz="1800" dirty="0">
                <a:latin typeface="+mn-lt"/>
                <a:ea typeface="SimHei" panose="02010609060101010101" pitchFamily="49" charset="-122"/>
              </a:rPr>
              <a:t>表示</a:t>
            </a:r>
            <a:endParaRPr lang="en-US" altLang="zh-CN" sz="1800" dirty="0">
              <a:latin typeface="+mn-lt"/>
              <a:ea typeface="SimHei" panose="02010609060101010101" pitchFamily="49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1800" dirty="0">
                <a:latin typeface="+mn-lt"/>
                <a:ea typeface="SimHei" panose="02010609060101010101" pitchFamily="49" charset="-122"/>
              </a:rPr>
              <a:t>是否是</a:t>
            </a:r>
            <a:r>
              <a:rPr lang="en-US" altLang="zh-CN" sz="1800" dirty="0" err="1">
                <a:latin typeface="+mn-lt"/>
                <a:ea typeface="SimHei" panose="02010609060101010101" pitchFamily="49" charset="-122"/>
              </a:rPr>
              <a:t>beq</a:t>
            </a:r>
            <a:r>
              <a:rPr lang="zh-CN" altLang="en-US" sz="1800" dirty="0">
                <a:latin typeface="+mn-lt"/>
                <a:ea typeface="SimHei" panose="02010609060101010101" pitchFamily="49" charset="-122"/>
              </a:rPr>
              <a:t>指令</a:t>
            </a:r>
            <a:endParaRPr lang="en-US" altLang="en-US" sz="18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34B4E2CB-0105-42E9-A3BC-3D0E925F3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226633"/>
              </p:ext>
            </p:extLst>
          </p:nvPr>
        </p:nvGraphicFramePr>
        <p:xfrm>
          <a:off x="409615" y="4580501"/>
          <a:ext cx="2165856" cy="11881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1952">
                  <a:extLst>
                    <a:ext uri="{9D8B030D-6E8A-4147-A177-3AD203B41FA5}">
                      <a16:colId xmlns:a16="http://schemas.microsoft.com/office/drawing/2014/main" val="2814415422"/>
                    </a:ext>
                  </a:extLst>
                </a:gridCol>
                <a:gridCol w="721952">
                  <a:extLst>
                    <a:ext uri="{9D8B030D-6E8A-4147-A177-3AD203B41FA5}">
                      <a16:colId xmlns:a16="http://schemas.microsoft.com/office/drawing/2014/main" val="1129544711"/>
                    </a:ext>
                  </a:extLst>
                </a:gridCol>
                <a:gridCol w="721952">
                  <a:extLst>
                    <a:ext uri="{9D8B030D-6E8A-4147-A177-3AD203B41FA5}">
                      <a16:colId xmlns:a16="http://schemas.microsoft.com/office/drawing/2014/main" val="2864656750"/>
                    </a:ext>
                  </a:extLst>
                </a:gridCol>
              </a:tblGrid>
              <a:tr h="297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Branch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Zero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MUX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067883"/>
                  </a:ext>
                </a:extLst>
              </a:tr>
              <a:tr h="297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340656"/>
                  </a:ext>
                </a:extLst>
              </a:tr>
              <a:tr h="297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1753620"/>
                  </a:ext>
                </a:extLst>
              </a:tr>
              <a:tr h="297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437758"/>
                  </a:ext>
                </a:extLst>
              </a:tr>
            </a:tbl>
          </a:graphicData>
        </a:graphic>
      </p:graphicFrame>
      <p:sp>
        <p:nvSpPr>
          <p:cNvPr id="103" name="Rectangle 3">
            <a:extLst>
              <a:ext uri="{FF2B5EF4-FFF2-40B4-BE49-F238E27FC236}">
                <a16:creationId xmlns:a16="http://schemas.microsoft.com/office/drawing/2014/main" id="{9A7707C7-2DE1-344B-A738-C3A1E9794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71" y="1475822"/>
            <a:ext cx="5101620" cy="14670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0" i="0">
                <a:solidFill>
                  <a:schemeClr val="tx1"/>
                </a:solidFill>
                <a:latin typeface="+mn-lt"/>
                <a:ea typeface="SimHei" panose="02010609060101010101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0" i="0">
                <a:solidFill>
                  <a:schemeClr val="tx1"/>
                </a:solidFill>
                <a:latin typeface="+mn-lt"/>
                <a:ea typeface="SimHei" panose="02010609060101010101" pitchFamily="49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0" i="0">
                <a:solidFill>
                  <a:schemeClr val="tx1"/>
                </a:solidFill>
                <a:latin typeface="+mn-lt"/>
                <a:ea typeface="SimHei" panose="02010609060101010101" pitchFamily="49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0" i="0">
                <a:solidFill>
                  <a:schemeClr val="tx1"/>
                </a:solidFill>
                <a:latin typeface="+mn-lt"/>
                <a:ea typeface="SimHei" panose="02010609060101010101" pitchFamily="49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0" i="0">
                <a:solidFill>
                  <a:schemeClr val="tx1"/>
                </a:solidFill>
                <a:latin typeface="+mn-lt"/>
                <a:ea typeface="SimHei" panose="0201060906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000" kern="0"/>
              <a:t>if  (Zero == 1) </a:t>
            </a:r>
          </a:p>
          <a:p>
            <a:pPr>
              <a:buFont typeface="Wingdings" pitchFamily="2" charset="2"/>
              <a:buNone/>
            </a:pPr>
            <a:r>
              <a:rPr lang="en-US" altLang="en-US" sz="2000" kern="0"/>
              <a:t>	PC = PC + 4 + {SignExt[imm16], 2b00};  </a:t>
            </a:r>
          </a:p>
          <a:p>
            <a:pPr>
              <a:buFont typeface="Wingdings" pitchFamily="2" charset="2"/>
              <a:buNone/>
            </a:pPr>
            <a:r>
              <a:rPr lang="en-US" altLang="en-US" sz="2000" kern="0"/>
              <a:t>else  </a:t>
            </a:r>
          </a:p>
          <a:p>
            <a:pPr>
              <a:buFont typeface="Wingdings" pitchFamily="2" charset="2"/>
              <a:buNone/>
            </a:pPr>
            <a:r>
              <a:rPr lang="en-US" altLang="en-US" sz="2000" kern="0"/>
              <a:t>	PC = PC + 4;</a:t>
            </a:r>
            <a:endParaRPr lang="en-US" altLang="en-US" sz="2000" kern="0" dirty="0"/>
          </a:p>
        </p:txBody>
      </p:sp>
      <p:sp>
        <p:nvSpPr>
          <p:cNvPr id="104" name="Rectangle 22">
            <a:extLst>
              <a:ext uri="{FF2B5EF4-FFF2-40B4-BE49-F238E27FC236}">
                <a16:creationId xmlns:a16="http://schemas.microsoft.com/office/drawing/2014/main" id="{20C2EEE8-5D3E-EE41-AB7E-7C6222B71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54" y="3039999"/>
            <a:ext cx="3886200" cy="1676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l"/>
            </a:pPr>
            <a:r>
              <a:rPr lang="en-US" altLang="zh-CN" sz="2400" dirty="0" err="1">
                <a:solidFill>
                  <a:srgbClr val="FF0000"/>
                </a:solidFill>
                <a:ea typeface="SimHei" panose="02010609060101010101" pitchFamily="49" charset="-122"/>
              </a:rPr>
              <a:t>PCSrc</a:t>
            </a:r>
            <a:r>
              <a:rPr lang="zh-CN" altLang="en-US" sz="2400" dirty="0">
                <a:solidFill>
                  <a:srgbClr val="FF0000"/>
                </a:solidFill>
                <a:ea typeface="SimHei" panose="02010609060101010101" pitchFamily="49" charset="-122"/>
              </a:rPr>
              <a:t>如何实现的</a:t>
            </a:r>
            <a:r>
              <a:rPr lang="en-US" altLang="en-US" sz="2400" dirty="0">
                <a:solidFill>
                  <a:srgbClr val="FF0000"/>
                </a:solidFill>
                <a:ea typeface="SimHei" panose="02010609060101010101" pitchFamily="49" charset="-122"/>
              </a:rPr>
              <a:t>?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l"/>
            </a:pPr>
            <a:r>
              <a:rPr lang="zh-CN" altLang="en-CN" sz="2400" dirty="0">
                <a:ea typeface="SimHei" panose="02010609060101010101" pitchFamily="49" charset="-122"/>
              </a:rPr>
              <a:t>受哪些因素影响</a:t>
            </a:r>
            <a:r>
              <a:rPr lang="en-US" altLang="en-US" sz="2400" dirty="0">
                <a:ea typeface="SimHei" panose="02010609060101010101" pitchFamily="49" charset="-122"/>
              </a:rPr>
              <a:t>?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en-US" sz="2000" dirty="0" err="1">
                <a:ea typeface="SimHei" panose="02010609060101010101" pitchFamily="49" charset="-122"/>
              </a:rPr>
              <a:t>PCSrc</a:t>
            </a:r>
            <a:r>
              <a:rPr lang="en-US" altLang="en-US" sz="2000" dirty="0">
                <a:ea typeface="SimHei" panose="02010609060101010101" pitchFamily="49" charset="-122"/>
              </a:rPr>
              <a:t> = </a:t>
            </a:r>
            <a:r>
              <a:rPr lang="en-US" altLang="en-US" sz="2000" dirty="0">
                <a:solidFill>
                  <a:srgbClr val="00B050"/>
                </a:solidFill>
                <a:ea typeface="SimHei" panose="02010609060101010101" pitchFamily="49" charset="-122"/>
              </a:rPr>
              <a:t>Branch</a:t>
            </a:r>
            <a:r>
              <a:rPr lang="en-US" altLang="en-US" sz="2000" dirty="0">
                <a:ea typeface="SimHei" panose="02010609060101010101" pitchFamily="49" charset="-122"/>
              </a:rPr>
              <a:t> AND </a:t>
            </a:r>
            <a:r>
              <a:rPr lang="en-US" altLang="en-US" sz="2000" dirty="0">
                <a:solidFill>
                  <a:srgbClr val="00B050"/>
                </a:solidFill>
                <a:ea typeface="SimHei" panose="02010609060101010101" pitchFamily="49" charset="-122"/>
              </a:rPr>
              <a:t>Zero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zh-CN" altLang="en-US" sz="2400" dirty="0">
              <a:ea typeface="SimHei" panose="02010609060101010101" pitchFamily="49" charset="-122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25BD745B-A540-14CB-17A7-AE09A0AA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对于</a:t>
            </a:r>
            <a:r>
              <a:rPr lang="en-US" altLang="zh-CN" sz="4000" dirty="0" err="1"/>
              <a:t>Beq</a:t>
            </a:r>
            <a:r>
              <a:rPr lang="zh-CN" altLang="en-US" sz="4000" dirty="0"/>
              <a:t>的指令地址更新过程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DEDB3E4-DA9B-0C2C-FB0E-98731F3A258D}"/>
                  </a:ext>
                </a:extLst>
              </p14:cNvPr>
              <p14:cNvContentPartPr/>
              <p14:nvPr/>
            </p14:nvContentPartPr>
            <p14:xfrm>
              <a:off x="5687280" y="4284720"/>
              <a:ext cx="157680" cy="11962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DEDB3E4-DA9B-0C2C-FB0E-98731F3A25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7920" y="4275360"/>
                <a:ext cx="176400" cy="12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0047992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Rectangle 4"/>
          <p:cNvSpPr>
            <a:spLocks noChangeArrowheads="1"/>
          </p:cNvSpPr>
          <p:nvPr/>
        </p:nvSpPr>
        <p:spPr bwMode="auto">
          <a:xfrm>
            <a:off x="762000" y="6477000"/>
            <a:ext cx="25146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6157" name="Oval 90"/>
          <p:cNvSpPr>
            <a:spLocks noChangeArrowheads="1"/>
          </p:cNvSpPr>
          <p:nvPr/>
        </p:nvSpPr>
        <p:spPr bwMode="auto">
          <a:xfrm>
            <a:off x="2283294" y="2537425"/>
            <a:ext cx="1320800" cy="863600"/>
          </a:xfrm>
          <a:prstGeom prst="ellipse">
            <a:avLst/>
          </a:prstGeom>
          <a:noFill/>
          <a:ln w="508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3B75DB3-17D1-4ED4-BE13-5E390122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9E17-5129-400D-8A43-FFE07417D79B}" type="slidenum">
              <a:rPr lang="zh-CN" altLang="en-US" smtClean="0"/>
              <a:pPr/>
              <a:t>86</a:t>
            </a:fld>
            <a:endParaRPr lang="en-US" altLang="zh-CN" dirty="0"/>
          </a:p>
        </p:txBody>
      </p:sp>
      <p:sp>
        <p:nvSpPr>
          <p:cNvPr id="46358" name="Rectangle 691"/>
          <p:cNvSpPr>
            <a:spLocks noChangeArrowheads="1"/>
          </p:cNvSpPr>
          <p:nvPr/>
        </p:nvSpPr>
        <p:spPr bwMode="auto">
          <a:xfrm>
            <a:off x="431420" y="1385077"/>
            <a:ext cx="8650014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l"/>
              <a:tabLst>
                <a:tab pos="1600200" algn="l"/>
              </a:tabLst>
            </a:pPr>
            <a:r>
              <a:rPr lang="en-US" altLang="en-US" sz="2400" b="1" dirty="0" err="1">
                <a:solidFill>
                  <a:srgbClr val="00B050"/>
                </a:solidFill>
                <a:ea typeface="SimHei" panose="02010609060101010101" pitchFamily="49" charset="-122"/>
              </a:rPr>
              <a:t>ALUsrc</a:t>
            </a:r>
            <a:r>
              <a:rPr lang="en-US" altLang="en-US" sz="2400" b="1" dirty="0">
                <a:solidFill>
                  <a:srgbClr val="00B050"/>
                </a:solidFill>
                <a:ea typeface="SimHei" panose="02010609060101010101" pitchFamily="49" charset="-122"/>
              </a:rPr>
              <a:t>:</a:t>
            </a:r>
            <a:r>
              <a:rPr lang="en-US" altLang="zh-CN" sz="2400" b="1" dirty="0">
                <a:solidFill>
                  <a:srgbClr val="00B050"/>
                </a:solidFill>
                <a:ea typeface="SimHei" panose="02010609060101010101" pitchFamily="49" charset="-122"/>
              </a:rPr>
              <a:t> </a:t>
            </a:r>
            <a:r>
              <a:rPr lang="en-US" altLang="en-US" sz="2400" b="1" dirty="0">
                <a:ea typeface="SimHei" panose="02010609060101010101" pitchFamily="49" charset="-122"/>
              </a:rPr>
              <a:t>0 </a:t>
            </a:r>
            <a:r>
              <a:rPr lang="en-US" altLang="en-US" sz="2400" b="1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400" b="1" dirty="0">
                <a:ea typeface="SimHei" panose="02010609060101010101" pitchFamily="49" charset="-122"/>
              </a:rPr>
              <a:t> reg </a:t>
            </a:r>
            <a:r>
              <a:rPr lang="zh-CN" altLang="en-US" sz="2400" b="1" dirty="0">
                <a:ea typeface="SimHei" panose="02010609060101010101" pitchFamily="49" charset="-122"/>
              </a:rPr>
              <a:t>为</a:t>
            </a:r>
            <a:r>
              <a:rPr lang="en-US" altLang="en-US" sz="2400" b="1" dirty="0">
                <a:ea typeface="SimHei" panose="02010609060101010101" pitchFamily="49" charset="-122"/>
              </a:rPr>
              <a:t>ALU B</a:t>
            </a:r>
            <a:r>
              <a:rPr lang="zh-CN" altLang="en-US" sz="2400" b="1" dirty="0">
                <a:ea typeface="SimHei" panose="02010609060101010101" pitchFamily="49" charset="-122"/>
              </a:rPr>
              <a:t>输入</a:t>
            </a:r>
            <a:r>
              <a:rPr lang="en-US" altLang="en-US" sz="2400" b="1" dirty="0">
                <a:ea typeface="SimHei" panose="02010609060101010101" pitchFamily="49" charset="-122"/>
              </a:rPr>
              <a:t>;</a:t>
            </a:r>
            <a:r>
              <a:rPr lang="en-US" altLang="zh-CN" sz="2400" b="1" dirty="0">
                <a:ea typeface="SimHei" panose="02010609060101010101" pitchFamily="49" charset="-122"/>
              </a:rPr>
              <a:t> </a:t>
            </a:r>
            <a:r>
              <a:rPr lang="en-US" altLang="en-US" sz="2400" b="1" dirty="0">
                <a:ea typeface="SimHei" panose="02010609060101010101" pitchFamily="49" charset="-122"/>
              </a:rPr>
              <a:t>1 </a:t>
            </a:r>
            <a:r>
              <a:rPr lang="en-US" altLang="en-US" sz="2400" b="1" dirty="0">
                <a:ea typeface="SimHei" panose="02010609060101010101" pitchFamily="49" charset="-122"/>
                <a:sym typeface="Symbol" pitchFamily="18" charset="2"/>
              </a:rPr>
              <a:t></a:t>
            </a:r>
            <a:r>
              <a:rPr lang="en-US" altLang="en-US" sz="2400" b="1" dirty="0">
                <a:ea typeface="SimHei" panose="02010609060101010101" pitchFamily="49" charset="-122"/>
              </a:rPr>
              <a:t> </a:t>
            </a:r>
            <a:r>
              <a:rPr lang="zh-CN" altLang="en-US" sz="2400" b="1" dirty="0">
                <a:ea typeface="SimHei" panose="02010609060101010101" pitchFamily="49" charset="-122"/>
              </a:rPr>
              <a:t>立即数为</a:t>
            </a:r>
            <a:r>
              <a:rPr lang="en-US" altLang="en-US" sz="2400" b="1" dirty="0">
                <a:ea typeface="SimHei" panose="02010609060101010101" pitchFamily="49" charset="-122"/>
              </a:rPr>
              <a:t>ALU B </a:t>
            </a:r>
            <a:r>
              <a:rPr lang="zh-CN" altLang="en-US" sz="2400" b="1" dirty="0">
                <a:ea typeface="SimHei" panose="02010609060101010101" pitchFamily="49" charset="-122"/>
              </a:rPr>
              <a:t>输入</a:t>
            </a:r>
          </a:p>
        </p:txBody>
      </p:sp>
      <p:graphicFrame>
        <p:nvGraphicFramePr>
          <p:cNvPr id="697" name="Table 3">
            <a:extLst>
              <a:ext uri="{FF2B5EF4-FFF2-40B4-BE49-F238E27FC236}">
                <a16:creationId xmlns:a16="http://schemas.microsoft.com/office/drawing/2014/main" id="{7A82C172-7F0E-4B2A-824F-EE75F6852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63941"/>
              </p:ext>
            </p:extLst>
          </p:nvPr>
        </p:nvGraphicFramePr>
        <p:xfrm>
          <a:off x="4787891" y="2513139"/>
          <a:ext cx="4206875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408">
                  <a:extLst>
                    <a:ext uri="{9D8B030D-6E8A-4147-A177-3AD203B41FA5}">
                      <a16:colId xmlns:a16="http://schemas.microsoft.com/office/drawing/2014/main" val="1061249956"/>
                    </a:ext>
                  </a:extLst>
                </a:gridCol>
                <a:gridCol w="607648">
                  <a:extLst>
                    <a:ext uri="{9D8B030D-6E8A-4147-A177-3AD203B41FA5}">
                      <a16:colId xmlns:a16="http://schemas.microsoft.com/office/drawing/2014/main" val="3720006457"/>
                    </a:ext>
                  </a:extLst>
                </a:gridCol>
                <a:gridCol w="662263">
                  <a:extLst>
                    <a:ext uri="{9D8B030D-6E8A-4147-A177-3AD203B41FA5}">
                      <a16:colId xmlns:a16="http://schemas.microsoft.com/office/drawing/2014/main" val="3092764089"/>
                    </a:ext>
                  </a:extLst>
                </a:gridCol>
                <a:gridCol w="484554">
                  <a:extLst>
                    <a:ext uri="{9D8B030D-6E8A-4147-A177-3AD203B41FA5}">
                      <a16:colId xmlns:a16="http://schemas.microsoft.com/office/drawing/2014/main" val="3137434304"/>
                    </a:ext>
                  </a:extLst>
                </a:gridCol>
                <a:gridCol w="500893">
                  <a:extLst>
                    <a:ext uri="{9D8B030D-6E8A-4147-A177-3AD203B41FA5}">
                      <a16:colId xmlns:a16="http://schemas.microsoft.com/office/drawing/2014/main" val="1154784256"/>
                    </a:ext>
                  </a:extLst>
                </a:gridCol>
                <a:gridCol w="537041">
                  <a:extLst>
                    <a:ext uri="{9D8B030D-6E8A-4147-A177-3AD203B41FA5}">
                      <a16:colId xmlns:a16="http://schemas.microsoft.com/office/drawing/2014/main" val="2084845388"/>
                    </a:ext>
                  </a:extLst>
                </a:gridCol>
                <a:gridCol w="567068">
                  <a:extLst>
                    <a:ext uri="{9D8B030D-6E8A-4147-A177-3AD203B41FA5}">
                      <a16:colId xmlns:a16="http://schemas.microsoft.com/office/drawing/2014/main" val="2814040972"/>
                    </a:ext>
                  </a:extLst>
                </a:gridCol>
              </a:tblGrid>
              <a:tr h="201299">
                <a:tc>
                  <a:txBody>
                    <a:bodyPr/>
                    <a:lstStyle/>
                    <a:p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44675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PCSrc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Zero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363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 err="1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ALUsrc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505304"/>
                  </a:ext>
                </a:extLst>
              </a:tr>
            </a:tbl>
          </a:graphicData>
        </a:graphic>
      </p:graphicFrame>
      <p:sp>
        <p:nvSpPr>
          <p:cNvPr id="96" name="Line 15">
            <a:extLst>
              <a:ext uri="{FF2B5EF4-FFF2-40B4-BE49-F238E27FC236}">
                <a16:creationId xmlns:a16="http://schemas.microsoft.com/office/drawing/2014/main" id="{65B9497D-C11E-4D3B-B980-F24BE18CC5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8637" y="3995541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7" name="Line 16">
            <a:extLst>
              <a:ext uri="{FF2B5EF4-FFF2-40B4-BE49-F238E27FC236}">
                <a16:creationId xmlns:a16="http://schemas.microsoft.com/office/drawing/2014/main" id="{C6FC87E4-A49D-4F74-8F02-AC56C80E73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7165" y="391897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8" name="Rectangle 17">
            <a:extLst>
              <a:ext uri="{FF2B5EF4-FFF2-40B4-BE49-F238E27FC236}">
                <a16:creationId xmlns:a16="http://schemas.microsoft.com/office/drawing/2014/main" id="{1C95AE97-13C7-4E71-BBC0-FD1BB20B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795" y="39955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99" name="Rectangle 18">
            <a:extLst>
              <a:ext uri="{FF2B5EF4-FFF2-40B4-BE49-F238E27FC236}">
                <a16:creationId xmlns:a16="http://schemas.microsoft.com/office/drawing/2014/main" id="{44C08AE5-DD1B-4C69-B3DE-287DEF525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8603" y="3829499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00" name="Line 19">
            <a:extLst>
              <a:ext uri="{FF2B5EF4-FFF2-40B4-BE49-F238E27FC236}">
                <a16:creationId xmlns:a16="http://schemas.microsoft.com/office/drawing/2014/main" id="{255B87A3-A1FF-453C-8825-7B0DE1350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0282" y="3120832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1" name="Rectangle 20">
            <a:extLst>
              <a:ext uri="{FF2B5EF4-FFF2-40B4-BE49-F238E27FC236}">
                <a16:creationId xmlns:a16="http://schemas.microsoft.com/office/drawing/2014/main" id="{D1A0E224-9C40-4741-9707-67B366C73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732" y="3025989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2" name="Rectangle 21">
            <a:extLst>
              <a:ext uri="{FF2B5EF4-FFF2-40B4-BE49-F238E27FC236}">
                <a16:creationId xmlns:a16="http://schemas.microsoft.com/office/drawing/2014/main" id="{8AF0F2C2-8E03-47EE-833E-0A789ECA7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23" y="44104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3" name="Rectangle 22">
            <a:extLst>
              <a:ext uri="{FF2B5EF4-FFF2-40B4-BE49-F238E27FC236}">
                <a16:creationId xmlns:a16="http://schemas.microsoft.com/office/drawing/2014/main" id="{D1A784CC-B90F-4AA7-98AE-B14EF949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08" y="3568874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4" name="Rectangle 23">
            <a:extLst>
              <a:ext uri="{FF2B5EF4-FFF2-40B4-BE49-F238E27FC236}">
                <a16:creationId xmlns:a16="http://schemas.microsoft.com/office/drawing/2014/main" id="{098D37F1-8D71-4736-9DD1-82990F0BE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2" y="3398641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5" name="Line 24">
            <a:extLst>
              <a:ext uri="{FF2B5EF4-FFF2-40B4-BE49-F238E27FC236}">
                <a16:creationId xmlns:a16="http://schemas.microsoft.com/office/drawing/2014/main" id="{5AB1F0D1-300E-4F80-AA8E-E5428CAE8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541" y="4364695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6" name="Line 25">
            <a:extLst>
              <a:ext uri="{FF2B5EF4-FFF2-40B4-BE49-F238E27FC236}">
                <a16:creationId xmlns:a16="http://schemas.microsoft.com/office/drawing/2014/main" id="{BBE9DF58-6843-414E-9974-30E92C6A2A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82" y="4476652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7" name="Rectangle 27">
            <a:extLst>
              <a:ext uri="{FF2B5EF4-FFF2-40B4-BE49-F238E27FC236}">
                <a16:creationId xmlns:a16="http://schemas.microsoft.com/office/drawing/2014/main" id="{EBE21AED-6BE6-4965-BBD7-C0F998762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2" y="2850954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8" name="Line 28">
            <a:extLst>
              <a:ext uri="{FF2B5EF4-FFF2-40B4-BE49-F238E27FC236}">
                <a16:creationId xmlns:a16="http://schemas.microsoft.com/office/drawing/2014/main" id="{54FB0DF8-05E9-497C-AA71-9FE429A5A2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4" y="3919341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9" name="Line 29">
            <a:extLst>
              <a:ext uri="{FF2B5EF4-FFF2-40B4-BE49-F238E27FC236}">
                <a16:creationId xmlns:a16="http://schemas.microsoft.com/office/drawing/2014/main" id="{6E6EA93C-A1EA-4B77-B465-CD86F05224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313" y="383655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0" name="Rectangle 30">
            <a:extLst>
              <a:ext uri="{FF2B5EF4-FFF2-40B4-BE49-F238E27FC236}">
                <a16:creationId xmlns:a16="http://schemas.microsoft.com/office/drawing/2014/main" id="{075B46B9-9DC8-465D-9C8E-00E64736D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7" y="387613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11" name="Line 31">
            <a:extLst>
              <a:ext uri="{FF2B5EF4-FFF2-40B4-BE49-F238E27FC236}">
                <a16:creationId xmlns:a16="http://schemas.microsoft.com/office/drawing/2014/main" id="{000343D1-3D36-46E0-8639-42C796781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3544751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2" name="Line 32">
            <a:extLst>
              <a:ext uri="{FF2B5EF4-FFF2-40B4-BE49-F238E27FC236}">
                <a16:creationId xmlns:a16="http://schemas.microsoft.com/office/drawing/2014/main" id="{54A040DB-7242-4772-86C7-09CB3FE8C1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5257" y="346849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3" name="Rectangle 33">
            <a:extLst>
              <a:ext uri="{FF2B5EF4-FFF2-40B4-BE49-F238E27FC236}">
                <a16:creationId xmlns:a16="http://schemas.microsoft.com/office/drawing/2014/main" id="{5637EEB4-145D-48C0-8F7E-4701E7E42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520" y="36145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14" name="Rectangle 34">
            <a:extLst>
              <a:ext uri="{FF2B5EF4-FFF2-40B4-BE49-F238E27FC236}">
                <a16:creationId xmlns:a16="http://schemas.microsoft.com/office/drawing/2014/main" id="{6C43E403-E341-4477-8C71-15A41E89F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3233541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5" name="Line 35">
            <a:extLst>
              <a:ext uri="{FF2B5EF4-FFF2-40B4-BE49-F238E27FC236}">
                <a16:creationId xmlns:a16="http://schemas.microsoft.com/office/drawing/2014/main" id="{55424D2A-508E-491B-A7B5-DF1D0644F0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557" y="3144641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6" name="Line 36">
            <a:extLst>
              <a:ext uri="{FF2B5EF4-FFF2-40B4-BE49-F238E27FC236}">
                <a16:creationId xmlns:a16="http://schemas.microsoft.com/office/drawing/2014/main" id="{A1A814FF-F245-45F6-8318-E02CED927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4440101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7" name="Line 37">
            <a:extLst>
              <a:ext uri="{FF2B5EF4-FFF2-40B4-BE49-F238E27FC236}">
                <a16:creationId xmlns:a16="http://schemas.microsoft.com/office/drawing/2014/main" id="{3E83EDF2-0280-4CF0-B138-55FFB25FF9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8057" y="438289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8" name="Rectangle 38">
            <a:extLst>
              <a:ext uri="{FF2B5EF4-FFF2-40B4-BE49-F238E27FC236}">
                <a16:creationId xmlns:a16="http://schemas.microsoft.com/office/drawing/2014/main" id="{FDACE4A1-178F-4437-B019-9B3E59FC9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441415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19" name="Rectangle 39">
            <a:extLst>
              <a:ext uri="{FF2B5EF4-FFF2-40B4-BE49-F238E27FC236}">
                <a16:creationId xmlns:a16="http://schemas.microsoft.com/office/drawing/2014/main" id="{FFFDB88A-AE4E-49DA-A358-5B4DD5AB5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712" y="4101153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0" name="Line 40">
            <a:extLst>
              <a:ext uri="{FF2B5EF4-FFF2-40B4-BE49-F238E27FC236}">
                <a16:creationId xmlns:a16="http://schemas.microsoft.com/office/drawing/2014/main" id="{EE99AE57-81C5-45BC-BD6A-D2A4097125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109" y="4476648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1" name="Line 41">
            <a:extLst>
              <a:ext uri="{FF2B5EF4-FFF2-40B4-BE49-F238E27FC236}">
                <a16:creationId xmlns:a16="http://schemas.microsoft.com/office/drawing/2014/main" id="{CF24642A-1C71-4CDC-AAA2-D05601A30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2357" y="2546247"/>
            <a:ext cx="0" cy="86033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2" name="Line 42">
            <a:extLst>
              <a:ext uri="{FF2B5EF4-FFF2-40B4-BE49-F238E27FC236}">
                <a16:creationId xmlns:a16="http://schemas.microsoft.com/office/drawing/2014/main" id="{A5BCAEEF-4A5E-4D62-AF8F-23AD11D1FC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2507" y="307479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3" name="Rectangle 43">
            <a:extLst>
              <a:ext uri="{FF2B5EF4-FFF2-40B4-BE49-F238E27FC236}">
                <a16:creationId xmlns:a16="http://schemas.microsoft.com/office/drawing/2014/main" id="{59A3BD33-19A4-4A2B-B117-6B4D03687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292874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24" name="Line 44">
            <a:extLst>
              <a:ext uri="{FF2B5EF4-FFF2-40B4-BE49-F238E27FC236}">
                <a16:creationId xmlns:a16="http://schemas.microsoft.com/office/drawing/2014/main" id="{83528248-0F84-491C-A07B-212B86F4D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3357" y="2974782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5" name="Line 45">
            <a:extLst>
              <a:ext uri="{FF2B5EF4-FFF2-40B4-BE49-F238E27FC236}">
                <a16:creationId xmlns:a16="http://schemas.microsoft.com/office/drawing/2014/main" id="{F0B419AC-7021-451C-B354-3AAC3EABE0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3507" y="307479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6" name="Rectangle 46">
            <a:extLst>
              <a:ext uri="{FF2B5EF4-FFF2-40B4-BE49-F238E27FC236}">
                <a16:creationId xmlns:a16="http://schemas.microsoft.com/office/drawing/2014/main" id="{4E2DA7E6-212B-45C9-AD14-CC4EEF313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470" y="292874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27" name="Line 47">
            <a:extLst>
              <a:ext uri="{FF2B5EF4-FFF2-40B4-BE49-F238E27FC236}">
                <a16:creationId xmlns:a16="http://schemas.microsoft.com/office/drawing/2014/main" id="{9EE268EB-7942-4A03-988A-E58DD1546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0557" y="2974782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8" name="Line 48">
            <a:extLst>
              <a:ext uri="{FF2B5EF4-FFF2-40B4-BE49-F238E27FC236}">
                <a16:creationId xmlns:a16="http://schemas.microsoft.com/office/drawing/2014/main" id="{6F179988-A35D-40CF-A7CC-4E867D61E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0707" y="307479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9" name="Rectangle 49">
            <a:extLst>
              <a:ext uri="{FF2B5EF4-FFF2-40B4-BE49-F238E27FC236}">
                <a16:creationId xmlns:a16="http://schemas.microsoft.com/office/drawing/2014/main" id="{B7FC474C-0282-44D3-BA47-7085322CD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292874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30" name="Rectangle 50">
            <a:extLst>
              <a:ext uri="{FF2B5EF4-FFF2-40B4-BE49-F238E27FC236}">
                <a16:creationId xmlns:a16="http://schemas.microsoft.com/office/drawing/2014/main" id="{2B44D44F-7DF0-4E0D-8886-4EE7EDE52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385941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Rectangle 51">
            <a:extLst>
              <a:ext uri="{FF2B5EF4-FFF2-40B4-BE49-F238E27FC236}">
                <a16:creationId xmlns:a16="http://schemas.microsoft.com/office/drawing/2014/main" id="{6EC6F101-AE1E-46EA-8F53-CB6B2DD72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670" y="3385941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132" name="Rectangle 52">
            <a:extLst>
              <a:ext uri="{FF2B5EF4-FFF2-40B4-BE49-F238E27FC236}">
                <a16:creationId xmlns:a16="http://schemas.microsoft.com/office/drawing/2014/main" id="{BB95892A-4887-47A6-9E19-269AFA78D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3385941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133" name="Rectangle 53">
            <a:extLst>
              <a:ext uri="{FF2B5EF4-FFF2-40B4-BE49-F238E27FC236}">
                <a16:creationId xmlns:a16="http://schemas.microsoft.com/office/drawing/2014/main" id="{EEF1166F-FCAA-47FC-99D1-FE48BE4AF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690741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134" name="Line 54">
            <a:extLst>
              <a:ext uri="{FF2B5EF4-FFF2-40B4-BE49-F238E27FC236}">
                <a16:creationId xmlns:a16="http://schemas.microsoft.com/office/drawing/2014/main" id="{D01AA30C-126E-44C3-BC68-6929B150CC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3" y="6643687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5" name="Line 55">
            <a:extLst>
              <a:ext uri="{FF2B5EF4-FFF2-40B4-BE49-F238E27FC236}">
                <a16:creationId xmlns:a16="http://schemas.microsoft.com/office/drawing/2014/main" id="{5E374272-C826-4707-87E6-C955AAD60B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114" y="3910986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7" name="Line 88">
            <a:extLst>
              <a:ext uri="{FF2B5EF4-FFF2-40B4-BE49-F238E27FC236}">
                <a16:creationId xmlns:a16="http://schemas.microsoft.com/office/drawing/2014/main" id="{AB402009-7AF0-4494-890C-AB773F2E7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769" y="4452741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8" name="Line 89">
            <a:extLst>
              <a:ext uri="{FF2B5EF4-FFF2-40B4-BE49-F238E27FC236}">
                <a16:creationId xmlns:a16="http://schemas.microsoft.com/office/drawing/2014/main" id="{5F6371BA-434B-442E-8CED-5D8B0351B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589" y="5605122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0FA43667-7ACA-4586-B5DC-0DC776A1FC38}"/>
              </a:ext>
            </a:extLst>
          </p:cNvPr>
          <p:cNvGrpSpPr/>
          <p:nvPr/>
        </p:nvGrpSpPr>
        <p:grpSpPr>
          <a:xfrm>
            <a:off x="3322314" y="3398641"/>
            <a:ext cx="505337" cy="1193800"/>
            <a:chOff x="5799138" y="4889500"/>
            <a:chExt cx="505337" cy="1193800"/>
          </a:xfrm>
        </p:grpSpPr>
        <p:grpSp>
          <p:nvGrpSpPr>
            <p:cNvPr id="140" name="Group 4">
              <a:extLst>
                <a:ext uri="{FF2B5EF4-FFF2-40B4-BE49-F238E27FC236}">
                  <a16:creationId xmlns:a16="http://schemas.microsoft.com/office/drawing/2014/main" id="{AC6C2FF6-C107-4FCD-BF10-65F9ECB12A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42" name="Line 5">
                <a:extLst>
                  <a:ext uri="{FF2B5EF4-FFF2-40B4-BE49-F238E27FC236}">
                    <a16:creationId xmlns:a16="http://schemas.microsoft.com/office/drawing/2014/main" id="{E1DB7EC9-F62C-4C3B-BED0-C0F0AE5C65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3" name="Line 6">
                <a:extLst>
                  <a:ext uri="{FF2B5EF4-FFF2-40B4-BE49-F238E27FC236}">
                    <a16:creationId xmlns:a16="http://schemas.microsoft.com/office/drawing/2014/main" id="{240A9860-3096-4371-BEA2-1FE62CEE2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4" name="Line 7">
                <a:extLst>
                  <a:ext uri="{FF2B5EF4-FFF2-40B4-BE49-F238E27FC236}">
                    <a16:creationId xmlns:a16="http://schemas.microsoft.com/office/drawing/2014/main" id="{4E248FDC-0B3E-4256-BB91-94CB66D1BB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5" name="Line 8">
                <a:extLst>
                  <a:ext uri="{FF2B5EF4-FFF2-40B4-BE49-F238E27FC236}">
                    <a16:creationId xmlns:a16="http://schemas.microsoft.com/office/drawing/2014/main" id="{CA8903DB-853D-4E3D-9F51-9219981D7D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6" name="Line 9">
                <a:extLst>
                  <a:ext uri="{FF2B5EF4-FFF2-40B4-BE49-F238E27FC236}">
                    <a16:creationId xmlns:a16="http://schemas.microsoft.com/office/drawing/2014/main" id="{A668E8DF-1A95-4B5E-B503-93CBF85B4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7" name="Line 10">
                <a:extLst>
                  <a:ext uri="{FF2B5EF4-FFF2-40B4-BE49-F238E27FC236}">
                    <a16:creationId xmlns:a16="http://schemas.microsoft.com/office/drawing/2014/main" id="{B4542E2A-9827-40EC-B61B-D28372735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8" name="Line 11">
                <a:extLst>
                  <a:ext uri="{FF2B5EF4-FFF2-40B4-BE49-F238E27FC236}">
                    <a16:creationId xmlns:a16="http://schemas.microsoft.com/office/drawing/2014/main" id="{F6D7F564-9B5E-4DB7-905B-C01BA75A8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9" name="Line 12">
                <a:extLst>
                  <a:ext uri="{FF2B5EF4-FFF2-40B4-BE49-F238E27FC236}">
                    <a16:creationId xmlns:a16="http://schemas.microsoft.com/office/drawing/2014/main" id="{E79FA779-61DA-4EF2-AAF0-61D19E915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41" name="Rectangle 58">
              <a:extLst>
                <a:ext uri="{FF2B5EF4-FFF2-40B4-BE49-F238E27FC236}">
                  <a16:creationId xmlns:a16="http://schemas.microsoft.com/office/drawing/2014/main" id="{77B2F454-2965-4CCC-955B-763FF3057D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150" name="Rectangle 62">
            <a:extLst>
              <a:ext uri="{FF2B5EF4-FFF2-40B4-BE49-F238E27FC236}">
                <a16:creationId xmlns:a16="http://schemas.microsoft.com/office/drawing/2014/main" id="{EA74BEE4-55EE-4BC7-873E-7D2718C89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600" y="4782414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1" name="Rectangle 63">
            <a:extLst>
              <a:ext uri="{FF2B5EF4-FFF2-40B4-BE49-F238E27FC236}">
                <a16:creationId xmlns:a16="http://schemas.microsoft.com/office/drawing/2014/main" id="{34B68FBA-C083-4418-8450-838E93D00F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452739" y="5015263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Rectangle 64">
            <a:extLst>
              <a:ext uri="{FF2B5EF4-FFF2-40B4-BE49-F238E27FC236}">
                <a16:creationId xmlns:a16="http://schemas.microsoft.com/office/drawing/2014/main" id="{42284582-B2C1-4DAB-B31C-1190095D698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74601" y="460540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53" name="Line 79">
            <a:extLst>
              <a:ext uri="{FF2B5EF4-FFF2-40B4-BE49-F238E27FC236}">
                <a16:creationId xmlns:a16="http://schemas.microsoft.com/office/drawing/2014/main" id="{DC263373-6148-47D9-912B-29C190E12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1200" y="5150714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4" name="Line 82">
            <a:extLst>
              <a:ext uri="{FF2B5EF4-FFF2-40B4-BE49-F238E27FC236}">
                <a16:creationId xmlns:a16="http://schemas.microsoft.com/office/drawing/2014/main" id="{D50148EB-9E89-4693-A725-4E59E43AD6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8071" y="5149127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Line 83">
            <a:extLst>
              <a:ext uri="{FF2B5EF4-FFF2-40B4-BE49-F238E27FC236}">
                <a16:creationId xmlns:a16="http://schemas.microsoft.com/office/drawing/2014/main" id="{32AA347C-9948-4DAE-BD0A-A806E83DBA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0448" y="5079176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6" name="Rectangle 84">
            <a:extLst>
              <a:ext uri="{FF2B5EF4-FFF2-40B4-BE49-F238E27FC236}">
                <a16:creationId xmlns:a16="http://schemas.microsoft.com/office/drawing/2014/main" id="{01EEBE87-1173-4D80-A1E6-80FABB966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270" y="522691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157" name="Rectangle 85">
            <a:extLst>
              <a:ext uri="{FF2B5EF4-FFF2-40B4-BE49-F238E27FC236}">
                <a16:creationId xmlns:a16="http://schemas.microsoft.com/office/drawing/2014/main" id="{6ABBDF95-C4E5-430C-BCA4-CE464CC44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0" y="5074514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158" name="Line 86">
            <a:extLst>
              <a:ext uri="{FF2B5EF4-FFF2-40B4-BE49-F238E27FC236}">
                <a16:creationId xmlns:a16="http://schemas.microsoft.com/office/drawing/2014/main" id="{6E8DBA78-27FC-4747-A4D9-6BBBC389F4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3409" y="3110122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9" name="Rectangle 87">
            <a:extLst>
              <a:ext uri="{FF2B5EF4-FFF2-40B4-BE49-F238E27FC236}">
                <a16:creationId xmlns:a16="http://schemas.microsoft.com/office/drawing/2014/main" id="{E1B796DA-1231-4AAE-946D-7ACDA5FA7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54" y="2798596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60" name="Group 57">
            <a:extLst>
              <a:ext uri="{FF2B5EF4-FFF2-40B4-BE49-F238E27FC236}">
                <a16:creationId xmlns:a16="http://schemas.microsoft.com/office/drawing/2014/main" id="{75B991D3-C91E-46C6-AEE2-B6415BD2669B}"/>
              </a:ext>
            </a:extLst>
          </p:cNvPr>
          <p:cNvGrpSpPr>
            <a:grpSpLocks/>
          </p:cNvGrpSpPr>
          <p:nvPr/>
        </p:nvGrpSpPr>
        <p:grpSpPr bwMode="auto">
          <a:xfrm>
            <a:off x="2724619" y="4165929"/>
            <a:ext cx="311150" cy="1117600"/>
            <a:chOff x="3116" y="3032"/>
            <a:chExt cx="196" cy="704"/>
          </a:xfrm>
        </p:grpSpPr>
        <p:sp>
          <p:nvSpPr>
            <p:cNvPr id="161" name="Line 58">
              <a:extLst>
                <a:ext uri="{FF2B5EF4-FFF2-40B4-BE49-F238E27FC236}">
                  <a16:creationId xmlns:a16="http://schemas.microsoft.com/office/drawing/2014/main" id="{6170F581-7C73-436B-A1A4-3DAD53361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2" name="Line 59">
              <a:extLst>
                <a:ext uri="{FF2B5EF4-FFF2-40B4-BE49-F238E27FC236}">
                  <a16:creationId xmlns:a16="http://schemas.microsoft.com/office/drawing/2014/main" id="{88B01126-F720-45FF-A67A-466B2DD3B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3" name="Line 60">
              <a:extLst>
                <a:ext uri="{FF2B5EF4-FFF2-40B4-BE49-F238E27FC236}">
                  <a16:creationId xmlns:a16="http://schemas.microsoft.com/office/drawing/2014/main" id="{1155266B-E856-4267-87F1-B0F72B29E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4" name="Line 61">
              <a:extLst>
                <a:ext uri="{FF2B5EF4-FFF2-40B4-BE49-F238E27FC236}">
                  <a16:creationId xmlns:a16="http://schemas.microsoft.com/office/drawing/2014/main" id="{3755AD46-5FB0-481F-B3D2-BE0938FD1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65" name="Line 89">
            <a:extLst>
              <a:ext uri="{FF2B5EF4-FFF2-40B4-BE49-F238E27FC236}">
                <a16:creationId xmlns:a16="http://schemas.microsoft.com/office/drawing/2014/main" id="{F8CA7187-C7B4-452E-97A1-5B97A9ADB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7688" y="3989191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6" name="Rectangle 114">
            <a:extLst>
              <a:ext uri="{FF2B5EF4-FFF2-40B4-BE49-F238E27FC236}">
                <a16:creationId xmlns:a16="http://schemas.microsoft.com/office/drawing/2014/main" id="{6C748229-FEAD-442E-BBE8-41E590E4B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16" y="5331785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Line 115">
            <a:extLst>
              <a:ext uri="{FF2B5EF4-FFF2-40B4-BE49-F238E27FC236}">
                <a16:creationId xmlns:a16="http://schemas.microsoft.com/office/drawing/2014/main" id="{C8169B65-A0B9-46C8-BA10-6ED5D6FFAC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6771" y="6352875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8" name="Rectangle 116">
            <a:extLst>
              <a:ext uri="{FF2B5EF4-FFF2-40B4-BE49-F238E27FC236}">
                <a16:creationId xmlns:a16="http://schemas.microsoft.com/office/drawing/2014/main" id="{96980699-2633-4CD0-85A9-827BC8402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1580" y="604688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9" name="Rectangle 117">
            <a:extLst>
              <a:ext uri="{FF2B5EF4-FFF2-40B4-BE49-F238E27FC236}">
                <a16:creationId xmlns:a16="http://schemas.microsoft.com/office/drawing/2014/main" id="{571C6E3E-A030-4D88-A32E-90F28FFBA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178" y="5505572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170" name="Line 118">
            <a:extLst>
              <a:ext uri="{FF2B5EF4-FFF2-40B4-BE49-F238E27FC236}">
                <a16:creationId xmlns:a16="http://schemas.microsoft.com/office/drawing/2014/main" id="{C23AA3F3-C585-4BBC-A2E0-82E59C5E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842" y="6258885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1" name="Line 119">
            <a:extLst>
              <a:ext uri="{FF2B5EF4-FFF2-40B4-BE49-F238E27FC236}">
                <a16:creationId xmlns:a16="http://schemas.microsoft.com/office/drawing/2014/main" id="{D62A5624-53C9-481A-B6C9-3400400FE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4541" y="6352875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2" name="Rectangle 121">
            <a:extLst>
              <a:ext uri="{FF2B5EF4-FFF2-40B4-BE49-F238E27FC236}">
                <a16:creationId xmlns:a16="http://schemas.microsoft.com/office/drawing/2014/main" id="{1C7BCF53-5B9E-4A05-99F2-94A6AF5DB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66" y="5315910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3" name="Line 122">
            <a:extLst>
              <a:ext uri="{FF2B5EF4-FFF2-40B4-BE49-F238E27FC236}">
                <a16:creationId xmlns:a16="http://schemas.microsoft.com/office/drawing/2014/main" id="{A1BD17C9-51C9-40DB-9E22-52E620B336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964" y="5825497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4" name="Line 123">
            <a:extLst>
              <a:ext uri="{FF2B5EF4-FFF2-40B4-BE49-F238E27FC236}">
                <a16:creationId xmlns:a16="http://schemas.microsoft.com/office/drawing/2014/main" id="{1A55D9D1-E0C8-414F-89C2-0FABAC817C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8291" y="5760410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5" name="Rectangle 124">
            <a:extLst>
              <a:ext uri="{FF2B5EF4-FFF2-40B4-BE49-F238E27FC236}">
                <a16:creationId xmlns:a16="http://schemas.microsoft.com/office/drawing/2014/main" id="{7323AF87-9803-4856-915D-BD74828CD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385" y="576673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76" name="Line 125">
            <a:extLst>
              <a:ext uri="{FF2B5EF4-FFF2-40B4-BE49-F238E27FC236}">
                <a16:creationId xmlns:a16="http://schemas.microsoft.com/office/drawing/2014/main" id="{D9D83438-EC00-4921-8F95-5A731C2EAF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6641" y="5090485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7" name="Rectangle 127">
            <a:extLst>
              <a:ext uri="{FF2B5EF4-FFF2-40B4-BE49-F238E27FC236}">
                <a16:creationId xmlns:a16="http://schemas.microsoft.com/office/drawing/2014/main" id="{2B5E118A-3172-4929-9084-29F796B68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54" y="5317497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8" name="Rectangle 128">
            <a:extLst>
              <a:ext uri="{FF2B5EF4-FFF2-40B4-BE49-F238E27FC236}">
                <a16:creationId xmlns:a16="http://schemas.microsoft.com/office/drawing/2014/main" id="{D9B72E3B-C79B-42C1-B630-93D06762F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034" y="5648642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79" name="Line 130">
            <a:extLst>
              <a:ext uri="{FF2B5EF4-FFF2-40B4-BE49-F238E27FC236}">
                <a16:creationId xmlns:a16="http://schemas.microsoft.com/office/drawing/2014/main" id="{4041EC4B-CE07-45E5-862E-EDDF9350A9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8991" y="5830614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0" name="Rectangle 131">
            <a:extLst>
              <a:ext uri="{FF2B5EF4-FFF2-40B4-BE49-F238E27FC236}">
                <a16:creationId xmlns:a16="http://schemas.microsoft.com/office/drawing/2014/main" id="{7859D8C1-95C1-431B-8715-777AC9CA5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242" y="557387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1" name="Rectangle 133">
            <a:extLst>
              <a:ext uri="{FF2B5EF4-FFF2-40B4-BE49-F238E27FC236}">
                <a16:creationId xmlns:a16="http://schemas.microsoft.com/office/drawing/2014/main" id="{32601635-0B7C-40B6-952C-51CB9276A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816" y="4819254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2" name="Line 122">
            <a:extLst>
              <a:ext uri="{FF2B5EF4-FFF2-40B4-BE49-F238E27FC236}">
                <a16:creationId xmlns:a16="http://schemas.microsoft.com/office/drawing/2014/main" id="{24607E64-8E67-4D5D-B13C-576E6BE8E3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2140" y="5892172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3" name="Rectangle 117">
            <a:extLst>
              <a:ext uri="{FF2B5EF4-FFF2-40B4-BE49-F238E27FC236}">
                <a16:creationId xmlns:a16="http://schemas.microsoft.com/office/drawing/2014/main" id="{2B6002D2-5AF6-45EB-9341-4C06411C4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13" y="5593106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84" name="Group 57">
            <a:extLst>
              <a:ext uri="{FF2B5EF4-FFF2-40B4-BE49-F238E27FC236}">
                <a16:creationId xmlns:a16="http://schemas.microsoft.com/office/drawing/2014/main" id="{7BDB8647-0FE3-45B0-8B5C-79C6420FD9A0}"/>
              </a:ext>
            </a:extLst>
          </p:cNvPr>
          <p:cNvGrpSpPr>
            <a:grpSpLocks/>
          </p:cNvGrpSpPr>
          <p:nvPr/>
        </p:nvGrpSpPr>
        <p:grpSpPr bwMode="auto">
          <a:xfrm>
            <a:off x="4932422" y="5036414"/>
            <a:ext cx="311150" cy="1117600"/>
            <a:chOff x="3116" y="3032"/>
            <a:chExt cx="196" cy="704"/>
          </a:xfrm>
        </p:grpSpPr>
        <p:sp>
          <p:nvSpPr>
            <p:cNvPr id="185" name="Line 58">
              <a:extLst>
                <a:ext uri="{FF2B5EF4-FFF2-40B4-BE49-F238E27FC236}">
                  <a16:creationId xmlns:a16="http://schemas.microsoft.com/office/drawing/2014/main" id="{9F643FBB-2381-4EA0-9F0C-4AD260FB5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6" name="Line 59">
              <a:extLst>
                <a:ext uri="{FF2B5EF4-FFF2-40B4-BE49-F238E27FC236}">
                  <a16:creationId xmlns:a16="http://schemas.microsoft.com/office/drawing/2014/main" id="{A4EDB616-F011-4ED4-9C0B-FE5BAA9CD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7" name="Line 60">
              <a:extLst>
                <a:ext uri="{FF2B5EF4-FFF2-40B4-BE49-F238E27FC236}">
                  <a16:creationId xmlns:a16="http://schemas.microsoft.com/office/drawing/2014/main" id="{F0C58CD7-39E8-448E-964B-C39B06C7E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8" name="Line 61">
              <a:extLst>
                <a:ext uri="{FF2B5EF4-FFF2-40B4-BE49-F238E27FC236}">
                  <a16:creationId xmlns:a16="http://schemas.microsoft.com/office/drawing/2014/main" id="{9903A3B7-2BA4-4BA3-924B-87387110A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89" name="Line 89">
            <a:extLst>
              <a:ext uri="{FF2B5EF4-FFF2-40B4-BE49-F238E27FC236}">
                <a16:creationId xmlns:a16="http://schemas.microsoft.com/office/drawing/2014/main" id="{A1C8C056-E108-4A45-8EB1-58303A5D1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572" y="5614264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0" name="Line 89">
            <a:extLst>
              <a:ext uri="{FF2B5EF4-FFF2-40B4-BE49-F238E27FC236}">
                <a16:creationId xmlns:a16="http://schemas.microsoft.com/office/drawing/2014/main" id="{70064508-09DD-485C-A79C-C603E5779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3989191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1" name="Line 89">
            <a:extLst>
              <a:ext uri="{FF2B5EF4-FFF2-40B4-BE49-F238E27FC236}">
                <a16:creationId xmlns:a16="http://schemas.microsoft.com/office/drawing/2014/main" id="{22277F47-8B0B-43FB-BB09-794BE78FD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5325435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2" name="Rectangle 64">
            <a:extLst>
              <a:ext uri="{FF2B5EF4-FFF2-40B4-BE49-F238E27FC236}">
                <a16:creationId xmlns:a16="http://schemas.microsoft.com/office/drawing/2014/main" id="{F7F149DE-E6AE-4EC2-8D3B-0A3BDFED6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6331" y="5482351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94" name="Line 112">
            <a:extLst>
              <a:ext uri="{FF2B5EF4-FFF2-40B4-BE49-F238E27FC236}">
                <a16:creationId xmlns:a16="http://schemas.microsoft.com/office/drawing/2014/main" id="{6CEAA5D4-A797-4A86-8FA1-1949CE1AD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684" y="5599364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5" name="Rectangle 113">
            <a:extLst>
              <a:ext uri="{FF2B5EF4-FFF2-40B4-BE49-F238E27FC236}">
                <a16:creationId xmlns:a16="http://schemas.microsoft.com/office/drawing/2014/main" id="{E36D20BF-B51A-4CF2-A348-49F08113B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288" y="5701881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6" name="Line 89">
            <a:extLst>
              <a:ext uri="{FF2B5EF4-FFF2-40B4-BE49-F238E27FC236}">
                <a16:creationId xmlns:a16="http://schemas.microsoft.com/office/drawing/2014/main" id="{E1D73979-455D-4ADF-9739-105873D2B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2964" y="4440100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8" name="Line 88">
            <a:extLst>
              <a:ext uri="{FF2B5EF4-FFF2-40B4-BE49-F238E27FC236}">
                <a16:creationId xmlns:a16="http://schemas.microsoft.com/office/drawing/2014/main" id="{0E2A704E-85A3-4690-BEBF-91F383A04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5864" y="3783981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9" name="Rectangle 18">
            <a:extLst>
              <a:ext uri="{FF2B5EF4-FFF2-40B4-BE49-F238E27FC236}">
                <a16:creationId xmlns:a16="http://schemas.microsoft.com/office/drawing/2014/main" id="{220B471C-1E7E-4CBA-B53C-1CB5264A2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636" y="3556491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03" name="Group 65">
            <a:extLst>
              <a:ext uri="{FF2B5EF4-FFF2-40B4-BE49-F238E27FC236}">
                <a16:creationId xmlns:a16="http://schemas.microsoft.com/office/drawing/2014/main" id="{E1143D3A-1A80-469F-B30F-80ADE8E178E1}"/>
              </a:ext>
            </a:extLst>
          </p:cNvPr>
          <p:cNvGrpSpPr>
            <a:grpSpLocks/>
          </p:cNvGrpSpPr>
          <p:nvPr/>
        </p:nvGrpSpPr>
        <p:grpSpPr bwMode="auto">
          <a:xfrm>
            <a:off x="553713" y="1890607"/>
            <a:ext cx="2116138" cy="676276"/>
            <a:chOff x="1408" y="1728"/>
            <a:chExt cx="1333" cy="426"/>
          </a:xfrm>
        </p:grpSpPr>
        <p:sp>
          <p:nvSpPr>
            <p:cNvPr id="204" name="Rectangle 67">
              <a:extLst>
                <a:ext uri="{FF2B5EF4-FFF2-40B4-BE49-F238E27FC236}">
                  <a16:creationId xmlns:a16="http://schemas.microsoft.com/office/drawing/2014/main" id="{320C2A0C-E509-4CBA-9F51-9A8A99EDB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05" name="Group 68">
              <a:extLst>
                <a:ext uri="{FF2B5EF4-FFF2-40B4-BE49-F238E27FC236}">
                  <a16:creationId xmlns:a16="http://schemas.microsoft.com/office/drawing/2014/main" id="{37A28422-0E8B-40A9-AF06-0985B4C08B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12" name="Line 69">
                <a:extLst>
                  <a:ext uri="{FF2B5EF4-FFF2-40B4-BE49-F238E27FC236}">
                    <a16:creationId xmlns:a16="http://schemas.microsoft.com/office/drawing/2014/main" id="{7627572A-262C-4A30-B40B-488A02F2EC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3" name="Line 70">
                <a:extLst>
                  <a:ext uri="{FF2B5EF4-FFF2-40B4-BE49-F238E27FC236}">
                    <a16:creationId xmlns:a16="http://schemas.microsoft.com/office/drawing/2014/main" id="{00BC2A2A-4C40-46CF-BC5E-7D353ADC8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4" name="Line 71">
                <a:extLst>
                  <a:ext uri="{FF2B5EF4-FFF2-40B4-BE49-F238E27FC236}">
                    <a16:creationId xmlns:a16="http://schemas.microsoft.com/office/drawing/2014/main" id="{CDC54317-5094-4234-A350-42F38D369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5" name="Line 72">
                <a:extLst>
                  <a:ext uri="{FF2B5EF4-FFF2-40B4-BE49-F238E27FC236}">
                    <a16:creationId xmlns:a16="http://schemas.microsoft.com/office/drawing/2014/main" id="{E4F5B371-E930-4072-91B1-06F57A7C2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06" name="Line 73">
              <a:extLst>
                <a:ext uri="{FF2B5EF4-FFF2-40B4-BE49-F238E27FC236}">
                  <a16:creationId xmlns:a16="http://schemas.microsoft.com/office/drawing/2014/main" id="{43A00F06-54CA-4F6A-B3FE-01A53E8EC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7" name="Line 74">
              <a:extLst>
                <a:ext uri="{FF2B5EF4-FFF2-40B4-BE49-F238E27FC236}">
                  <a16:creationId xmlns:a16="http://schemas.microsoft.com/office/drawing/2014/main" id="{93306BC1-83E5-44D9-8606-CD9FB7D14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8" name="Rectangle 75">
              <a:extLst>
                <a:ext uri="{FF2B5EF4-FFF2-40B4-BE49-F238E27FC236}">
                  <a16:creationId xmlns:a16="http://schemas.microsoft.com/office/drawing/2014/main" id="{316140F7-6D46-4362-A6D1-76D38E71E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09" name="Line 76">
              <a:extLst>
                <a:ext uri="{FF2B5EF4-FFF2-40B4-BE49-F238E27FC236}">
                  <a16:creationId xmlns:a16="http://schemas.microsoft.com/office/drawing/2014/main" id="{2316BF91-418B-46DD-9780-8D8BB1806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070"/>
              <a:ext cx="1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0" name="Rectangle 77">
              <a:extLst>
                <a:ext uri="{FF2B5EF4-FFF2-40B4-BE49-F238E27FC236}">
                  <a16:creationId xmlns:a16="http://schemas.microsoft.com/office/drawing/2014/main" id="{75115CCC-2E5E-4EF0-AE07-7D26A8593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935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1" name="Rectangle 78">
              <a:extLst>
                <a:ext uri="{FF2B5EF4-FFF2-40B4-BE49-F238E27FC236}">
                  <a16:creationId xmlns:a16="http://schemas.microsoft.com/office/drawing/2014/main" id="{07A9FE57-AEB4-47EF-9EB2-C6B0C8674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4398F707-B1FC-DE9C-90F9-D8977197E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ALU</a:t>
            </a:r>
            <a:r>
              <a:rPr lang="en-US" altLang="zh-CN" dirty="0" err="1"/>
              <a:t>Src</a:t>
            </a:r>
            <a:r>
              <a:rPr lang="zh-CN" altLang="en-US" dirty="0"/>
              <a:t>信号的控制逻辑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B77ED9B-1159-FC15-51A5-87A9320A6A3A}"/>
                  </a:ext>
                </a:extLst>
              </p14:cNvPr>
              <p14:cNvContentPartPr/>
              <p14:nvPr/>
            </p14:nvContentPartPr>
            <p14:xfrm>
              <a:off x="2791800" y="3074760"/>
              <a:ext cx="5771520" cy="2292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B77ED9B-1159-FC15-51A5-87A9320A6A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2440" y="3065400"/>
                <a:ext cx="5790240" cy="231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0518"/>
            <a:ext cx="4241788" cy="1159292"/>
          </a:xfrm>
          <a:noFill/>
          <a:ln w="12700">
            <a:noFill/>
            <a:miter lim="800000"/>
            <a:headEnd/>
            <a:tailEnd/>
          </a:ln>
        </p:spPr>
        <p:txBody>
          <a:bodyPr wrap="square" lIns="63500" tIns="25400" rIns="63500" bIns="25400">
            <a:spAutoFit/>
          </a:bodyPr>
          <a:lstStyle/>
          <a:p>
            <a:r>
              <a:rPr lang="en-US" altLang="en-US" sz="2400" dirty="0" err="1">
                <a:solidFill>
                  <a:srgbClr val="00B050"/>
                </a:solidFill>
              </a:rPr>
              <a:t>ExtOp</a:t>
            </a:r>
            <a:endParaRPr lang="en-US" altLang="en-US" sz="2400" dirty="0">
              <a:solidFill>
                <a:srgbClr val="00B050"/>
              </a:solidFill>
            </a:endParaRPr>
          </a:p>
          <a:p>
            <a:pPr lvl="1"/>
            <a:r>
              <a:rPr lang="en-US" altLang="en-US" sz="2000" dirty="0"/>
              <a:t>0 </a:t>
            </a:r>
            <a:r>
              <a:rPr lang="en-US" altLang="en-US" sz="2000" dirty="0">
                <a:sym typeface="Symbol" pitchFamily="18" charset="2"/>
              </a:rPr>
              <a:t></a:t>
            </a:r>
            <a:r>
              <a:rPr lang="en-US" altLang="en-US" sz="2000" dirty="0"/>
              <a:t> “</a:t>
            </a:r>
            <a:r>
              <a:rPr lang="zh-CN" altLang="en-US" sz="2000" dirty="0"/>
              <a:t>立即数高位填</a:t>
            </a:r>
            <a:r>
              <a:rPr lang="en-US" altLang="zh-CN" sz="2000" dirty="0"/>
              <a:t>0</a:t>
            </a:r>
            <a:r>
              <a:rPr lang="en-US" altLang="en-US" sz="2000" dirty="0"/>
              <a:t>” </a:t>
            </a:r>
          </a:p>
          <a:p>
            <a:pPr lvl="1"/>
            <a:r>
              <a:rPr lang="en-US" altLang="en-US" sz="2000" dirty="0"/>
              <a:t>1 </a:t>
            </a:r>
            <a:r>
              <a:rPr lang="en-US" altLang="en-US" sz="2000" dirty="0">
                <a:sym typeface="Symbol" pitchFamily="18" charset="2"/>
              </a:rPr>
              <a:t></a:t>
            </a:r>
            <a:r>
              <a:rPr lang="en-US" altLang="en-US" sz="2000" dirty="0"/>
              <a:t> “</a:t>
            </a:r>
            <a:r>
              <a:rPr lang="zh-CN" altLang="en-US" sz="2000" dirty="0"/>
              <a:t>立即数符号扩展</a:t>
            </a:r>
            <a:r>
              <a:rPr lang="en-US" altLang="en-US" sz="2000" dirty="0"/>
              <a:t>”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3E65C2C-2C08-47A5-8FCF-D89E26D2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9E17-5129-400D-8A43-FFE07417D79B}" type="slidenum">
              <a:rPr lang="zh-CN" altLang="en-US" smtClean="0"/>
              <a:pPr/>
              <a:t>87</a:t>
            </a:fld>
            <a:endParaRPr lang="en-US" altLang="zh-CN" dirty="0"/>
          </a:p>
        </p:txBody>
      </p:sp>
      <p:graphicFrame>
        <p:nvGraphicFramePr>
          <p:cNvPr id="102" name="Table 3">
            <a:extLst>
              <a:ext uri="{FF2B5EF4-FFF2-40B4-BE49-F238E27FC236}">
                <a16:creationId xmlns:a16="http://schemas.microsoft.com/office/drawing/2014/main" id="{57D4CFA9-CE4F-4043-BB24-82EF154E1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663312"/>
              </p:ext>
            </p:extLst>
          </p:nvPr>
        </p:nvGraphicFramePr>
        <p:xfrm>
          <a:off x="4868088" y="2191821"/>
          <a:ext cx="4206875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5457">
                  <a:extLst>
                    <a:ext uri="{9D8B030D-6E8A-4147-A177-3AD203B41FA5}">
                      <a16:colId xmlns:a16="http://schemas.microsoft.com/office/drawing/2014/main" val="1061249956"/>
                    </a:ext>
                  </a:extLst>
                </a:gridCol>
                <a:gridCol w="679599">
                  <a:extLst>
                    <a:ext uri="{9D8B030D-6E8A-4147-A177-3AD203B41FA5}">
                      <a16:colId xmlns:a16="http://schemas.microsoft.com/office/drawing/2014/main" val="3720006457"/>
                    </a:ext>
                  </a:extLst>
                </a:gridCol>
                <a:gridCol w="662263">
                  <a:extLst>
                    <a:ext uri="{9D8B030D-6E8A-4147-A177-3AD203B41FA5}">
                      <a16:colId xmlns:a16="http://schemas.microsoft.com/office/drawing/2014/main" val="3092764089"/>
                    </a:ext>
                  </a:extLst>
                </a:gridCol>
                <a:gridCol w="484554">
                  <a:extLst>
                    <a:ext uri="{9D8B030D-6E8A-4147-A177-3AD203B41FA5}">
                      <a16:colId xmlns:a16="http://schemas.microsoft.com/office/drawing/2014/main" val="3137434304"/>
                    </a:ext>
                  </a:extLst>
                </a:gridCol>
                <a:gridCol w="500893">
                  <a:extLst>
                    <a:ext uri="{9D8B030D-6E8A-4147-A177-3AD203B41FA5}">
                      <a16:colId xmlns:a16="http://schemas.microsoft.com/office/drawing/2014/main" val="1154784256"/>
                    </a:ext>
                  </a:extLst>
                </a:gridCol>
                <a:gridCol w="537041">
                  <a:extLst>
                    <a:ext uri="{9D8B030D-6E8A-4147-A177-3AD203B41FA5}">
                      <a16:colId xmlns:a16="http://schemas.microsoft.com/office/drawing/2014/main" val="2084845388"/>
                    </a:ext>
                  </a:extLst>
                </a:gridCol>
                <a:gridCol w="567068">
                  <a:extLst>
                    <a:ext uri="{9D8B030D-6E8A-4147-A177-3AD203B41FA5}">
                      <a16:colId xmlns:a16="http://schemas.microsoft.com/office/drawing/2014/main" val="2814040972"/>
                    </a:ext>
                  </a:extLst>
                </a:gridCol>
              </a:tblGrid>
              <a:tr h="201299">
                <a:tc>
                  <a:txBody>
                    <a:bodyPr/>
                    <a:lstStyle/>
                    <a:p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44675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PCSrc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Zero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363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ALUsrc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505304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 err="1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ExtOp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X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X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021078"/>
                  </a:ext>
                </a:extLst>
              </a:tr>
            </a:tbl>
          </a:graphicData>
        </a:graphic>
      </p:graphicFrame>
      <p:sp>
        <p:nvSpPr>
          <p:cNvPr id="96" name="Rectangle 4">
            <a:extLst>
              <a:ext uri="{FF2B5EF4-FFF2-40B4-BE49-F238E27FC236}">
                <a16:creationId xmlns:a16="http://schemas.microsoft.com/office/drawing/2014/main" id="{8F91742F-9480-4444-85F6-B58F33434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477000"/>
            <a:ext cx="25146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7" name="Oval 90">
            <a:extLst>
              <a:ext uri="{FF2B5EF4-FFF2-40B4-BE49-F238E27FC236}">
                <a16:creationId xmlns:a16="http://schemas.microsoft.com/office/drawing/2014/main" id="{125BC1AA-1B29-4A6C-BC88-BC4777026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496" y="5659814"/>
            <a:ext cx="1267098" cy="623508"/>
          </a:xfrm>
          <a:prstGeom prst="ellipse">
            <a:avLst/>
          </a:prstGeom>
          <a:noFill/>
          <a:ln w="508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0" name="Line 15">
            <a:extLst>
              <a:ext uri="{FF2B5EF4-FFF2-40B4-BE49-F238E27FC236}">
                <a16:creationId xmlns:a16="http://schemas.microsoft.com/office/drawing/2014/main" id="{3DCEBD8C-59AB-4912-88DF-5D12CA3544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8637" y="3995541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1" name="Line 16">
            <a:extLst>
              <a:ext uri="{FF2B5EF4-FFF2-40B4-BE49-F238E27FC236}">
                <a16:creationId xmlns:a16="http://schemas.microsoft.com/office/drawing/2014/main" id="{406CE61F-7A52-4920-82A3-C3E6A8C2C9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7165" y="391897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3" name="Rectangle 17">
            <a:extLst>
              <a:ext uri="{FF2B5EF4-FFF2-40B4-BE49-F238E27FC236}">
                <a16:creationId xmlns:a16="http://schemas.microsoft.com/office/drawing/2014/main" id="{A03B7E51-F8F4-4EB1-BB8B-67EF6A7AB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795" y="39955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04" name="Rectangle 18">
            <a:extLst>
              <a:ext uri="{FF2B5EF4-FFF2-40B4-BE49-F238E27FC236}">
                <a16:creationId xmlns:a16="http://schemas.microsoft.com/office/drawing/2014/main" id="{E088DCAE-9A59-43F5-999C-19AF3F1BA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8603" y="3829499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05" name="Line 19">
            <a:extLst>
              <a:ext uri="{FF2B5EF4-FFF2-40B4-BE49-F238E27FC236}">
                <a16:creationId xmlns:a16="http://schemas.microsoft.com/office/drawing/2014/main" id="{91BB8CA3-B5C2-403C-8483-91CDABDC8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0282" y="3120832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6" name="Rectangle 20">
            <a:extLst>
              <a:ext uri="{FF2B5EF4-FFF2-40B4-BE49-F238E27FC236}">
                <a16:creationId xmlns:a16="http://schemas.microsoft.com/office/drawing/2014/main" id="{BEC283B6-7773-45C4-BEC9-60292CF89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732" y="3025989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7" name="Rectangle 21">
            <a:extLst>
              <a:ext uri="{FF2B5EF4-FFF2-40B4-BE49-F238E27FC236}">
                <a16:creationId xmlns:a16="http://schemas.microsoft.com/office/drawing/2014/main" id="{EA7103EB-75E5-4ED2-95AE-F25D62F96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23" y="44104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8" name="Rectangle 22">
            <a:extLst>
              <a:ext uri="{FF2B5EF4-FFF2-40B4-BE49-F238E27FC236}">
                <a16:creationId xmlns:a16="http://schemas.microsoft.com/office/drawing/2014/main" id="{67E306D8-D58D-43EE-96B1-53401C00A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08" y="3568874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9" name="Rectangle 23">
            <a:extLst>
              <a:ext uri="{FF2B5EF4-FFF2-40B4-BE49-F238E27FC236}">
                <a16:creationId xmlns:a16="http://schemas.microsoft.com/office/drawing/2014/main" id="{5BC94603-A05B-4AE6-B00A-FA2DB609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2" y="3398641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0" name="Line 24">
            <a:extLst>
              <a:ext uri="{FF2B5EF4-FFF2-40B4-BE49-F238E27FC236}">
                <a16:creationId xmlns:a16="http://schemas.microsoft.com/office/drawing/2014/main" id="{B34B910D-C1B5-4C6B-A23A-CDA5990CA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541" y="4364695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1" name="Line 25">
            <a:extLst>
              <a:ext uri="{FF2B5EF4-FFF2-40B4-BE49-F238E27FC236}">
                <a16:creationId xmlns:a16="http://schemas.microsoft.com/office/drawing/2014/main" id="{2421509E-6E74-4600-9A54-9C8E750F50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82" y="4476652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2" name="Rectangle 27">
            <a:extLst>
              <a:ext uri="{FF2B5EF4-FFF2-40B4-BE49-F238E27FC236}">
                <a16:creationId xmlns:a16="http://schemas.microsoft.com/office/drawing/2014/main" id="{A22E2F8B-02E7-4A82-903A-88A631794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2" y="2850954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3" name="Line 28">
            <a:extLst>
              <a:ext uri="{FF2B5EF4-FFF2-40B4-BE49-F238E27FC236}">
                <a16:creationId xmlns:a16="http://schemas.microsoft.com/office/drawing/2014/main" id="{E9145FCD-0A73-4238-840D-991FEFA741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4" y="3919341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4" name="Line 29">
            <a:extLst>
              <a:ext uri="{FF2B5EF4-FFF2-40B4-BE49-F238E27FC236}">
                <a16:creationId xmlns:a16="http://schemas.microsoft.com/office/drawing/2014/main" id="{85273076-527C-4229-B342-77915B701D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313" y="383655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5" name="Rectangle 30">
            <a:extLst>
              <a:ext uri="{FF2B5EF4-FFF2-40B4-BE49-F238E27FC236}">
                <a16:creationId xmlns:a16="http://schemas.microsoft.com/office/drawing/2014/main" id="{4720D8D3-3741-47A5-9B33-B945DCEA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7" y="387613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16" name="Line 31">
            <a:extLst>
              <a:ext uri="{FF2B5EF4-FFF2-40B4-BE49-F238E27FC236}">
                <a16:creationId xmlns:a16="http://schemas.microsoft.com/office/drawing/2014/main" id="{9762A7F0-EBE2-4E05-B277-7389AF2C22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3544751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7" name="Line 32">
            <a:extLst>
              <a:ext uri="{FF2B5EF4-FFF2-40B4-BE49-F238E27FC236}">
                <a16:creationId xmlns:a16="http://schemas.microsoft.com/office/drawing/2014/main" id="{CB9ED682-5655-4B64-8B0E-A3460613A0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5257" y="346849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8" name="Rectangle 33">
            <a:extLst>
              <a:ext uri="{FF2B5EF4-FFF2-40B4-BE49-F238E27FC236}">
                <a16:creationId xmlns:a16="http://schemas.microsoft.com/office/drawing/2014/main" id="{755CE9EE-83E0-489D-B8CF-DBAAD9D73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520" y="36145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19" name="Rectangle 34">
            <a:extLst>
              <a:ext uri="{FF2B5EF4-FFF2-40B4-BE49-F238E27FC236}">
                <a16:creationId xmlns:a16="http://schemas.microsoft.com/office/drawing/2014/main" id="{128A5B35-108B-4832-9D40-9D4FB6059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3233541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0" name="Line 35">
            <a:extLst>
              <a:ext uri="{FF2B5EF4-FFF2-40B4-BE49-F238E27FC236}">
                <a16:creationId xmlns:a16="http://schemas.microsoft.com/office/drawing/2014/main" id="{86CC1148-F055-4452-A512-61308DF984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557" y="3144641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1" name="Line 36">
            <a:extLst>
              <a:ext uri="{FF2B5EF4-FFF2-40B4-BE49-F238E27FC236}">
                <a16:creationId xmlns:a16="http://schemas.microsoft.com/office/drawing/2014/main" id="{62BB3592-3A85-4D96-ADB1-379171F1A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4440101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2" name="Line 37">
            <a:extLst>
              <a:ext uri="{FF2B5EF4-FFF2-40B4-BE49-F238E27FC236}">
                <a16:creationId xmlns:a16="http://schemas.microsoft.com/office/drawing/2014/main" id="{62E9DE8D-AF08-410F-9A81-D70842897C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8057" y="438289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3" name="Rectangle 38">
            <a:extLst>
              <a:ext uri="{FF2B5EF4-FFF2-40B4-BE49-F238E27FC236}">
                <a16:creationId xmlns:a16="http://schemas.microsoft.com/office/drawing/2014/main" id="{D9E11CDF-1E09-4E5A-B4FD-4B811021A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441415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24" name="Rectangle 39">
            <a:extLst>
              <a:ext uri="{FF2B5EF4-FFF2-40B4-BE49-F238E27FC236}">
                <a16:creationId xmlns:a16="http://schemas.microsoft.com/office/drawing/2014/main" id="{BBACB872-E5D1-49B6-A560-FC20C4231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712" y="4101153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5" name="Line 40">
            <a:extLst>
              <a:ext uri="{FF2B5EF4-FFF2-40B4-BE49-F238E27FC236}">
                <a16:creationId xmlns:a16="http://schemas.microsoft.com/office/drawing/2014/main" id="{CE963EF6-EB72-429F-83A5-DB1E625C1D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109" y="4476648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6" name="Line 41">
            <a:extLst>
              <a:ext uri="{FF2B5EF4-FFF2-40B4-BE49-F238E27FC236}">
                <a16:creationId xmlns:a16="http://schemas.microsoft.com/office/drawing/2014/main" id="{9857B913-7AE9-4AE9-BFEE-89BB0868C5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2357" y="2974782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7" name="Line 42">
            <a:extLst>
              <a:ext uri="{FF2B5EF4-FFF2-40B4-BE49-F238E27FC236}">
                <a16:creationId xmlns:a16="http://schemas.microsoft.com/office/drawing/2014/main" id="{7B40756D-4022-427E-A6E8-426AB1AE24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2507" y="307479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8" name="Rectangle 43">
            <a:extLst>
              <a:ext uri="{FF2B5EF4-FFF2-40B4-BE49-F238E27FC236}">
                <a16:creationId xmlns:a16="http://schemas.microsoft.com/office/drawing/2014/main" id="{18054C9D-A04B-4EDE-A91F-80F5E09D0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292874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29" name="Line 44">
            <a:extLst>
              <a:ext uri="{FF2B5EF4-FFF2-40B4-BE49-F238E27FC236}">
                <a16:creationId xmlns:a16="http://schemas.microsoft.com/office/drawing/2014/main" id="{3E409AAD-D2F5-4010-8DBB-FC11887D9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3357" y="2974782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0" name="Line 45">
            <a:extLst>
              <a:ext uri="{FF2B5EF4-FFF2-40B4-BE49-F238E27FC236}">
                <a16:creationId xmlns:a16="http://schemas.microsoft.com/office/drawing/2014/main" id="{D7B73D12-DA11-4BAE-9F65-60663287C7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3507" y="307479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Rectangle 46">
            <a:extLst>
              <a:ext uri="{FF2B5EF4-FFF2-40B4-BE49-F238E27FC236}">
                <a16:creationId xmlns:a16="http://schemas.microsoft.com/office/drawing/2014/main" id="{E952D1D7-DB70-4F2C-ACAE-3A4277584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470" y="292874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32" name="Line 47">
            <a:extLst>
              <a:ext uri="{FF2B5EF4-FFF2-40B4-BE49-F238E27FC236}">
                <a16:creationId xmlns:a16="http://schemas.microsoft.com/office/drawing/2014/main" id="{7266660C-2CCF-4B83-BAEF-EC8159EF72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0557" y="2974782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3" name="Line 48">
            <a:extLst>
              <a:ext uri="{FF2B5EF4-FFF2-40B4-BE49-F238E27FC236}">
                <a16:creationId xmlns:a16="http://schemas.microsoft.com/office/drawing/2014/main" id="{3E504119-778A-4E6B-AFB2-E8C56D23D8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0707" y="307479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4" name="Rectangle 49">
            <a:extLst>
              <a:ext uri="{FF2B5EF4-FFF2-40B4-BE49-F238E27FC236}">
                <a16:creationId xmlns:a16="http://schemas.microsoft.com/office/drawing/2014/main" id="{77163BF9-CC53-4B67-8B2F-801FF56C9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292874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35" name="Rectangle 50">
            <a:extLst>
              <a:ext uri="{FF2B5EF4-FFF2-40B4-BE49-F238E27FC236}">
                <a16:creationId xmlns:a16="http://schemas.microsoft.com/office/drawing/2014/main" id="{52EB454F-BCBF-469F-BAC9-2865D9C7E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385941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6" name="Rectangle 51">
            <a:extLst>
              <a:ext uri="{FF2B5EF4-FFF2-40B4-BE49-F238E27FC236}">
                <a16:creationId xmlns:a16="http://schemas.microsoft.com/office/drawing/2014/main" id="{DA46FBC3-91EE-4D3B-9A82-EDA544DC2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670" y="3385941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137" name="Rectangle 52">
            <a:extLst>
              <a:ext uri="{FF2B5EF4-FFF2-40B4-BE49-F238E27FC236}">
                <a16:creationId xmlns:a16="http://schemas.microsoft.com/office/drawing/2014/main" id="{DFC91068-C21C-4EB2-8BF1-28762ADA0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3385941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138" name="Rectangle 53">
            <a:extLst>
              <a:ext uri="{FF2B5EF4-FFF2-40B4-BE49-F238E27FC236}">
                <a16:creationId xmlns:a16="http://schemas.microsoft.com/office/drawing/2014/main" id="{5A2FBC2B-2D7F-4DC0-915F-27131F905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690741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139" name="Line 54">
            <a:extLst>
              <a:ext uri="{FF2B5EF4-FFF2-40B4-BE49-F238E27FC236}">
                <a16:creationId xmlns:a16="http://schemas.microsoft.com/office/drawing/2014/main" id="{7D288B01-2C86-4337-BA2A-C75FBB3B80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3" y="6643687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0" name="Line 55">
            <a:extLst>
              <a:ext uri="{FF2B5EF4-FFF2-40B4-BE49-F238E27FC236}">
                <a16:creationId xmlns:a16="http://schemas.microsoft.com/office/drawing/2014/main" id="{E33CB136-A17A-4866-A3A8-A7C72EC8C5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114" y="3910986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1" name="Line 88">
            <a:extLst>
              <a:ext uri="{FF2B5EF4-FFF2-40B4-BE49-F238E27FC236}">
                <a16:creationId xmlns:a16="http://schemas.microsoft.com/office/drawing/2014/main" id="{9ED68C37-64B1-41B3-A6C8-1B73EB6117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769" y="4452741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2" name="Line 89">
            <a:extLst>
              <a:ext uri="{FF2B5EF4-FFF2-40B4-BE49-F238E27FC236}">
                <a16:creationId xmlns:a16="http://schemas.microsoft.com/office/drawing/2014/main" id="{91E3B5E0-1A30-4437-8E4D-B25D4099A9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589" y="5605122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D44FDF0-4B1C-4724-957E-E373C25AF4B6}"/>
              </a:ext>
            </a:extLst>
          </p:cNvPr>
          <p:cNvGrpSpPr/>
          <p:nvPr/>
        </p:nvGrpSpPr>
        <p:grpSpPr>
          <a:xfrm>
            <a:off x="3322314" y="3398641"/>
            <a:ext cx="505337" cy="1193800"/>
            <a:chOff x="5799138" y="4889500"/>
            <a:chExt cx="505337" cy="1193800"/>
          </a:xfrm>
        </p:grpSpPr>
        <p:grpSp>
          <p:nvGrpSpPr>
            <p:cNvPr id="144" name="Group 4">
              <a:extLst>
                <a:ext uri="{FF2B5EF4-FFF2-40B4-BE49-F238E27FC236}">
                  <a16:creationId xmlns:a16="http://schemas.microsoft.com/office/drawing/2014/main" id="{8967E354-D9FD-4285-837C-059D9B99C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46" name="Line 5">
                <a:extLst>
                  <a:ext uri="{FF2B5EF4-FFF2-40B4-BE49-F238E27FC236}">
                    <a16:creationId xmlns:a16="http://schemas.microsoft.com/office/drawing/2014/main" id="{825CEF9A-D5F7-4BB5-800C-A12FC24D45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7" name="Line 6">
                <a:extLst>
                  <a:ext uri="{FF2B5EF4-FFF2-40B4-BE49-F238E27FC236}">
                    <a16:creationId xmlns:a16="http://schemas.microsoft.com/office/drawing/2014/main" id="{DF0C3D0C-98D9-40A8-B1FA-69277EF08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8" name="Line 7">
                <a:extLst>
                  <a:ext uri="{FF2B5EF4-FFF2-40B4-BE49-F238E27FC236}">
                    <a16:creationId xmlns:a16="http://schemas.microsoft.com/office/drawing/2014/main" id="{8A8813F8-A18F-4133-835D-2B94F43E0E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9" name="Line 8">
                <a:extLst>
                  <a:ext uri="{FF2B5EF4-FFF2-40B4-BE49-F238E27FC236}">
                    <a16:creationId xmlns:a16="http://schemas.microsoft.com/office/drawing/2014/main" id="{4C72BC44-53C2-4F8A-BD7B-283277BAD0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0" name="Line 9">
                <a:extLst>
                  <a:ext uri="{FF2B5EF4-FFF2-40B4-BE49-F238E27FC236}">
                    <a16:creationId xmlns:a16="http://schemas.microsoft.com/office/drawing/2014/main" id="{046B3EEE-B3CF-4812-9434-77458F31E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1" name="Line 10">
                <a:extLst>
                  <a:ext uri="{FF2B5EF4-FFF2-40B4-BE49-F238E27FC236}">
                    <a16:creationId xmlns:a16="http://schemas.microsoft.com/office/drawing/2014/main" id="{920FBED3-D81D-4BAD-8AD1-6F4356166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2" name="Line 11">
                <a:extLst>
                  <a:ext uri="{FF2B5EF4-FFF2-40B4-BE49-F238E27FC236}">
                    <a16:creationId xmlns:a16="http://schemas.microsoft.com/office/drawing/2014/main" id="{3FC274CF-06DA-4868-9B2A-CEEA7033E9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3" name="Line 12">
                <a:extLst>
                  <a:ext uri="{FF2B5EF4-FFF2-40B4-BE49-F238E27FC236}">
                    <a16:creationId xmlns:a16="http://schemas.microsoft.com/office/drawing/2014/main" id="{F8B097E9-F1CD-49E0-B109-12237B6961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45" name="Rectangle 58">
              <a:extLst>
                <a:ext uri="{FF2B5EF4-FFF2-40B4-BE49-F238E27FC236}">
                  <a16:creationId xmlns:a16="http://schemas.microsoft.com/office/drawing/2014/main" id="{3ACD98D0-44F2-4B1F-A80A-58584FAF65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154" name="Rectangle 62">
            <a:extLst>
              <a:ext uri="{FF2B5EF4-FFF2-40B4-BE49-F238E27FC236}">
                <a16:creationId xmlns:a16="http://schemas.microsoft.com/office/drawing/2014/main" id="{060A88EC-4705-4DE2-9CAE-54CDD83D5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600" y="4782414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Rectangle 63">
            <a:extLst>
              <a:ext uri="{FF2B5EF4-FFF2-40B4-BE49-F238E27FC236}">
                <a16:creationId xmlns:a16="http://schemas.microsoft.com/office/drawing/2014/main" id="{1832CD8D-80DA-4D18-A52A-855EF6DA1F9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452739" y="5015263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6" name="Rectangle 64">
            <a:extLst>
              <a:ext uri="{FF2B5EF4-FFF2-40B4-BE49-F238E27FC236}">
                <a16:creationId xmlns:a16="http://schemas.microsoft.com/office/drawing/2014/main" id="{1D3741CB-0695-4905-AD31-CE495F3498E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74601" y="460540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57" name="Line 79">
            <a:extLst>
              <a:ext uri="{FF2B5EF4-FFF2-40B4-BE49-F238E27FC236}">
                <a16:creationId xmlns:a16="http://schemas.microsoft.com/office/drawing/2014/main" id="{4249F663-4C57-4C68-93E2-0151D9D23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1200" y="5150714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8" name="Line 82">
            <a:extLst>
              <a:ext uri="{FF2B5EF4-FFF2-40B4-BE49-F238E27FC236}">
                <a16:creationId xmlns:a16="http://schemas.microsoft.com/office/drawing/2014/main" id="{499DAAB0-F8DB-4837-8206-EDB83B304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8071" y="5149127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9" name="Line 83">
            <a:extLst>
              <a:ext uri="{FF2B5EF4-FFF2-40B4-BE49-F238E27FC236}">
                <a16:creationId xmlns:a16="http://schemas.microsoft.com/office/drawing/2014/main" id="{16AE08C1-9103-4A3F-8D24-B28339EEA9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0448" y="5079176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0" name="Rectangle 84">
            <a:extLst>
              <a:ext uri="{FF2B5EF4-FFF2-40B4-BE49-F238E27FC236}">
                <a16:creationId xmlns:a16="http://schemas.microsoft.com/office/drawing/2014/main" id="{BD4A4703-1953-468B-AF5D-38C285729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270" y="522691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161" name="Rectangle 85">
            <a:extLst>
              <a:ext uri="{FF2B5EF4-FFF2-40B4-BE49-F238E27FC236}">
                <a16:creationId xmlns:a16="http://schemas.microsoft.com/office/drawing/2014/main" id="{95C704E6-665B-431D-8039-37EFA5B0C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0" y="5074514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162" name="Line 86">
            <a:extLst>
              <a:ext uri="{FF2B5EF4-FFF2-40B4-BE49-F238E27FC236}">
                <a16:creationId xmlns:a16="http://schemas.microsoft.com/office/drawing/2014/main" id="{FA46B475-925D-4E19-B2D6-6F10AC4069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3409" y="3110122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3" name="Rectangle 87">
            <a:extLst>
              <a:ext uri="{FF2B5EF4-FFF2-40B4-BE49-F238E27FC236}">
                <a16:creationId xmlns:a16="http://schemas.microsoft.com/office/drawing/2014/main" id="{9AB4B76C-255B-4C0C-8793-BD7931C1D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54" y="2798596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64" name="Group 57">
            <a:extLst>
              <a:ext uri="{FF2B5EF4-FFF2-40B4-BE49-F238E27FC236}">
                <a16:creationId xmlns:a16="http://schemas.microsoft.com/office/drawing/2014/main" id="{CB61300F-BAA7-4AEC-96A1-19E71AFFC9FB}"/>
              </a:ext>
            </a:extLst>
          </p:cNvPr>
          <p:cNvGrpSpPr>
            <a:grpSpLocks/>
          </p:cNvGrpSpPr>
          <p:nvPr/>
        </p:nvGrpSpPr>
        <p:grpSpPr bwMode="auto">
          <a:xfrm>
            <a:off x="2724619" y="4165929"/>
            <a:ext cx="311150" cy="1117600"/>
            <a:chOff x="3116" y="3032"/>
            <a:chExt cx="196" cy="704"/>
          </a:xfrm>
        </p:grpSpPr>
        <p:sp>
          <p:nvSpPr>
            <p:cNvPr id="165" name="Line 58">
              <a:extLst>
                <a:ext uri="{FF2B5EF4-FFF2-40B4-BE49-F238E27FC236}">
                  <a16:creationId xmlns:a16="http://schemas.microsoft.com/office/drawing/2014/main" id="{33A1D9C1-CD50-47E5-AD4F-D6CE24626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6" name="Line 59">
              <a:extLst>
                <a:ext uri="{FF2B5EF4-FFF2-40B4-BE49-F238E27FC236}">
                  <a16:creationId xmlns:a16="http://schemas.microsoft.com/office/drawing/2014/main" id="{7DEBAD62-F148-4477-AEDB-97FBABDEA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7" name="Line 60">
              <a:extLst>
                <a:ext uri="{FF2B5EF4-FFF2-40B4-BE49-F238E27FC236}">
                  <a16:creationId xmlns:a16="http://schemas.microsoft.com/office/drawing/2014/main" id="{CF1B6AF7-79D7-4123-9802-4E88E493C0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8" name="Line 61">
              <a:extLst>
                <a:ext uri="{FF2B5EF4-FFF2-40B4-BE49-F238E27FC236}">
                  <a16:creationId xmlns:a16="http://schemas.microsoft.com/office/drawing/2014/main" id="{20DC1023-5DDD-4DC6-8956-ED71B698F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69" name="Line 89">
            <a:extLst>
              <a:ext uri="{FF2B5EF4-FFF2-40B4-BE49-F238E27FC236}">
                <a16:creationId xmlns:a16="http://schemas.microsoft.com/office/drawing/2014/main" id="{E6446CC2-FB1C-4A45-8CF0-F663F0E4CC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7688" y="3989191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0" name="Rectangle 114">
            <a:extLst>
              <a:ext uri="{FF2B5EF4-FFF2-40B4-BE49-F238E27FC236}">
                <a16:creationId xmlns:a16="http://schemas.microsoft.com/office/drawing/2014/main" id="{7C86E89C-5502-4299-BF19-51C0312BD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16" y="5331785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1" name="Line 115">
            <a:extLst>
              <a:ext uri="{FF2B5EF4-FFF2-40B4-BE49-F238E27FC236}">
                <a16:creationId xmlns:a16="http://schemas.microsoft.com/office/drawing/2014/main" id="{7C0DAD7B-C1FE-487C-B3AA-F975D095DE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6771" y="6352875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2" name="Rectangle 116">
            <a:extLst>
              <a:ext uri="{FF2B5EF4-FFF2-40B4-BE49-F238E27FC236}">
                <a16:creationId xmlns:a16="http://schemas.microsoft.com/office/drawing/2014/main" id="{FBB5E30B-255F-4810-987D-0E86214BC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1580" y="604688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3" name="Rectangle 117">
            <a:extLst>
              <a:ext uri="{FF2B5EF4-FFF2-40B4-BE49-F238E27FC236}">
                <a16:creationId xmlns:a16="http://schemas.microsoft.com/office/drawing/2014/main" id="{DA17FC5A-C95C-4F00-96D6-39E446523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178" y="5505572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174" name="Line 118">
            <a:extLst>
              <a:ext uri="{FF2B5EF4-FFF2-40B4-BE49-F238E27FC236}">
                <a16:creationId xmlns:a16="http://schemas.microsoft.com/office/drawing/2014/main" id="{552EC21F-3B94-4335-97F1-BDE0B2D34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842" y="6258885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5" name="Line 119">
            <a:extLst>
              <a:ext uri="{FF2B5EF4-FFF2-40B4-BE49-F238E27FC236}">
                <a16:creationId xmlns:a16="http://schemas.microsoft.com/office/drawing/2014/main" id="{DF9D06A8-3730-41E6-9F34-061D0968A0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4541" y="6352875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6" name="Rectangle 121">
            <a:extLst>
              <a:ext uri="{FF2B5EF4-FFF2-40B4-BE49-F238E27FC236}">
                <a16:creationId xmlns:a16="http://schemas.microsoft.com/office/drawing/2014/main" id="{ED38AB7B-32E0-45DD-8430-58A0FB14D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66" y="5315910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7" name="Line 122">
            <a:extLst>
              <a:ext uri="{FF2B5EF4-FFF2-40B4-BE49-F238E27FC236}">
                <a16:creationId xmlns:a16="http://schemas.microsoft.com/office/drawing/2014/main" id="{1A2B3C03-F09B-48D8-9969-062D6CDBC3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964" y="5825497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8" name="Line 123">
            <a:extLst>
              <a:ext uri="{FF2B5EF4-FFF2-40B4-BE49-F238E27FC236}">
                <a16:creationId xmlns:a16="http://schemas.microsoft.com/office/drawing/2014/main" id="{F590E37A-64CB-479D-AEB2-09B329192B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8291" y="5760410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9" name="Rectangle 124">
            <a:extLst>
              <a:ext uri="{FF2B5EF4-FFF2-40B4-BE49-F238E27FC236}">
                <a16:creationId xmlns:a16="http://schemas.microsoft.com/office/drawing/2014/main" id="{9596FCE4-A652-4790-9909-56C3F47B1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385" y="576673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0" name="Line 125">
            <a:extLst>
              <a:ext uri="{FF2B5EF4-FFF2-40B4-BE49-F238E27FC236}">
                <a16:creationId xmlns:a16="http://schemas.microsoft.com/office/drawing/2014/main" id="{DB1D9B23-4716-4F25-8FBA-81FB784B0A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6641" y="5090485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1" name="Rectangle 127">
            <a:extLst>
              <a:ext uri="{FF2B5EF4-FFF2-40B4-BE49-F238E27FC236}">
                <a16:creationId xmlns:a16="http://schemas.microsoft.com/office/drawing/2014/main" id="{10E26471-4E72-4FC7-822A-35A5D9803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54" y="5317497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2" name="Rectangle 128">
            <a:extLst>
              <a:ext uri="{FF2B5EF4-FFF2-40B4-BE49-F238E27FC236}">
                <a16:creationId xmlns:a16="http://schemas.microsoft.com/office/drawing/2014/main" id="{9755C19B-094D-452F-A5D8-462AA2389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034" y="5648642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83" name="Line 130">
            <a:extLst>
              <a:ext uri="{FF2B5EF4-FFF2-40B4-BE49-F238E27FC236}">
                <a16:creationId xmlns:a16="http://schemas.microsoft.com/office/drawing/2014/main" id="{A1CEBAC1-6B51-42E8-8C08-6E14136647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8991" y="5830614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4" name="Rectangle 131">
            <a:extLst>
              <a:ext uri="{FF2B5EF4-FFF2-40B4-BE49-F238E27FC236}">
                <a16:creationId xmlns:a16="http://schemas.microsoft.com/office/drawing/2014/main" id="{93C4EA6F-3BDB-484D-97E2-8024625F0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242" y="557387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5" name="Rectangle 133">
            <a:extLst>
              <a:ext uri="{FF2B5EF4-FFF2-40B4-BE49-F238E27FC236}">
                <a16:creationId xmlns:a16="http://schemas.microsoft.com/office/drawing/2014/main" id="{C95B8BA0-F7EC-40B8-A949-1C28547FD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816" y="4819254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6" name="Line 122">
            <a:extLst>
              <a:ext uri="{FF2B5EF4-FFF2-40B4-BE49-F238E27FC236}">
                <a16:creationId xmlns:a16="http://schemas.microsoft.com/office/drawing/2014/main" id="{891810DA-D044-46A8-A376-965E65F640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2140" y="5892172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7" name="Rectangle 117">
            <a:extLst>
              <a:ext uri="{FF2B5EF4-FFF2-40B4-BE49-F238E27FC236}">
                <a16:creationId xmlns:a16="http://schemas.microsoft.com/office/drawing/2014/main" id="{7CD66C97-8FE3-4442-9783-B98FE1B88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13" y="5593106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88" name="Group 57">
            <a:extLst>
              <a:ext uri="{FF2B5EF4-FFF2-40B4-BE49-F238E27FC236}">
                <a16:creationId xmlns:a16="http://schemas.microsoft.com/office/drawing/2014/main" id="{517B344D-6691-4D26-B547-C3AC2259B7D4}"/>
              </a:ext>
            </a:extLst>
          </p:cNvPr>
          <p:cNvGrpSpPr>
            <a:grpSpLocks/>
          </p:cNvGrpSpPr>
          <p:nvPr/>
        </p:nvGrpSpPr>
        <p:grpSpPr bwMode="auto">
          <a:xfrm>
            <a:off x="4932422" y="5036414"/>
            <a:ext cx="311150" cy="1117600"/>
            <a:chOff x="3116" y="3032"/>
            <a:chExt cx="196" cy="704"/>
          </a:xfrm>
        </p:grpSpPr>
        <p:sp>
          <p:nvSpPr>
            <p:cNvPr id="189" name="Line 58">
              <a:extLst>
                <a:ext uri="{FF2B5EF4-FFF2-40B4-BE49-F238E27FC236}">
                  <a16:creationId xmlns:a16="http://schemas.microsoft.com/office/drawing/2014/main" id="{00C6E90A-5E79-4EEF-BA9E-FC99A5486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0" name="Line 59">
              <a:extLst>
                <a:ext uri="{FF2B5EF4-FFF2-40B4-BE49-F238E27FC236}">
                  <a16:creationId xmlns:a16="http://schemas.microsoft.com/office/drawing/2014/main" id="{8D689E13-A3A0-4C5E-8A1D-84459D44B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1" name="Line 60">
              <a:extLst>
                <a:ext uri="{FF2B5EF4-FFF2-40B4-BE49-F238E27FC236}">
                  <a16:creationId xmlns:a16="http://schemas.microsoft.com/office/drawing/2014/main" id="{B67CEC73-56D2-4F4D-96A1-7E8D7716E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2" name="Line 61">
              <a:extLst>
                <a:ext uri="{FF2B5EF4-FFF2-40B4-BE49-F238E27FC236}">
                  <a16:creationId xmlns:a16="http://schemas.microsoft.com/office/drawing/2014/main" id="{2577C9F5-3904-49C1-A52E-E9037A741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93" name="Line 89">
            <a:extLst>
              <a:ext uri="{FF2B5EF4-FFF2-40B4-BE49-F238E27FC236}">
                <a16:creationId xmlns:a16="http://schemas.microsoft.com/office/drawing/2014/main" id="{CF541157-DDEC-4843-BBDC-2DC2D9355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572" y="5614264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4" name="Line 89">
            <a:extLst>
              <a:ext uri="{FF2B5EF4-FFF2-40B4-BE49-F238E27FC236}">
                <a16:creationId xmlns:a16="http://schemas.microsoft.com/office/drawing/2014/main" id="{65FB038F-FEE9-4E3A-8260-C48F65F181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3989191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5" name="Line 89">
            <a:extLst>
              <a:ext uri="{FF2B5EF4-FFF2-40B4-BE49-F238E27FC236}">
                <a16:creationId xmlns:a16="http://schemas.microsoft.com/office/drawing/2014/main" id="{2D4935A9-A4CF-4369-8156-D8372BEC20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5325435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6" name="Rectangle 64">
            <a:extLst>
              <a:ext uri="{FF2B5EF4-FFF2-40B4-BE49-F238E27FC236}">
                <a16:creationId xmlns:a16="http://schemas.microsoft.com/office/drawing/2014/main" id="{37771FDC-B327-466E-93D7-D05C3E76767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6331" y="5482351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98" name="Line 112">
            <a:extLst>
              <a:ext uri="{FF2B5EF4-FFF2-40B4-BE49-F238E27FC236}">
                <a16:creationId xmlns:a16="http://schemas.microsoft.com/office/drawing/2014/main" id="{D7645172-312F-4A2C-AE07-7AFFFB876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684" y="5599364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9" name="Rectangle 113">
            <a:extLst>
              <a:ext uri="{FF2B5EF4-FFF2-40B4-BE49-F238E27FC236}">
                <a16:creationId xmlns:a16="http://schemas.microsoft.com/office/drawing/2014/main" id="{2AD52A80-C132-4684-9089-186E08E97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288" y="5701881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0" name="Line 89">
            <a:extLst>
              <a:ext uri="{FF2B5EF4-FFF2-40B4-BE49-F238E27FC236}">
                <a16:creationId xmlns:a16="http://schemas.microsoft.com/office/drawing/2014/main" id="{9092CFF8-DD37-41DB-9937-C58E2FDD53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2964" y="4440100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1" name="Line 88">
            <a:extLst>
              <a:ext uri="{FF2B5EF4-FFF2-40B4-BE49-F238E27FC236}">
                <a16:creationId xmlns:a16="http://schemas.microsoft.com/office/drawing/2014/main" id="{3120BB84-9D10-4ED0-A29A-2661F0D5D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5864" y="3783981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2" name="Rectangle 18">
            <a:extLst>
              <a:ext uri="{FF2B5EF4-FFF2-40B4-BE49-F238E27FC236}">
                <a16:creationId xmlns:a16="http://schemas.microsoft.com/office/drawing/2014/main" id="{6CAF982E-9F6D-4EFB-B37F-398B935A2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636" y="3556491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AE255D9-4D21-68DD-2B50-3974FB9C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ExtOp</a:t>
            </a:r>
            <a:r>
              <a:rPr lang="en-US" altLang="en-US" dirty="0"/>
              <a:t>: </a:t>
            </a:r>
            <a:r>
              <a:rPr lang="zh-CN" altLang="en-US" dirty="0"/>
              <a:t>立即数扩展方式控制</a:t>
            </a:r>
          </a:p>
        </p:txBody>
      </p:sp>
    </p:spTree>
    <p:extLst>
      <p:ext uri="{BB962C8B-B14F-4D97-AF65-F5344CB8AC3E}">
        <p14:creationId xmlns:p14="http://schemas.microsoft.com/office/powerpoint/2010/main" val="1570065180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31" name="Rectangle 95"/>
          <p:cNvSpPr>
            <a:spLocks noGrp="1" noChangeArrowheads="1"/>
          </p:cNvSpPr>
          <p:nvPr>
            <p:ph idx="1"/>
          </p:nvPr>
        </p:nvSpPr>
        <p:spPr>
          <a:xfrm>
            <a:off x="436564" y="1496478"/>
            <a:ext cx="8229600" cy="420628"/>
          </a:xfr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r>
              <a:rPr lang="en-US" altLang="en-US" sz="2400" dirty="0" err="1">
                <a:solidFill>
                  <a:srgbClr val="00B050"/>
                </a:solidFill>
              </a:rPr>
              <a:t>RegWr</a:t>
            </a:r>
            <a:r>
              <a:rPr lang="en-US" altLang="en-US" sz="2400" dirty="0">
                <a:solidFill>
                  <a:srgbClr val="00B050"/>
                </a:solidFill>
              </a:rPr>
              <a:t>: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/>
              <a:t>1 </a:t>
            </a:r>
            <a:r>
              <a:rPr lang="en-US" altLang="en-US" sz="2400" dirty="0">
                <a:sym typeface="Symbol" pitchFamily="18" charset="2"/>
              </a:rPr>
              <a:t></a:t>
            </a:r>
            <a:r>
              <a:rPr lang="en-US" altLang="en-US" sz="2400" dirty="0"/>
              <a:t> </a:t>
            </a:r>
            <a:r>
              <a:rPr lang="zh-CN" altLang="en-US" sz="2400" dirty="0"/>
              <a:t>写寄存器使能</a:t>
            </a:r>
            <a:endParaRPr lang="en-US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1B5E0DC-28BF-4095-923E-8AB0EDA7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9E17-5129-400D-8A43-FFE07417D79B}" type="slidenum">
              <a:rPr lang="zh-CN" altLang="en-US" smtClean="0"/>
              <a:pPr/>
              <a:t>88</a:t>
            </a:fld>
            <a:endParaRPr lang="en-US" altLang="zh-CN" dirty="0"/>
          </a:p>
        </p:txBody>
      </p:sp>
      <p:graphicFrame>
        <p:nvGraphicFramePr>
          <p:cNvPr id="97" name="Table 3">
            <a:extLst>
              <a:ext uri="{FF2B5EF4-FFF2-40B4-BE49-F238E27FC236}">
                <a16:creationId xmlns:a16="http://schemas.microsoft.com/office/drawing/2014/main" id="{767AA5EE-396F-43AE-9190-3B52DB74C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553990"/>
              </p:ext>
            </p:extLst>
          </p:nvPr>
        </p:nvGraphicFramePr>
        <p:xfrm>
          <a:off x="4809957" y="2229771"/>
          <a:ext cx="4206875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5457">
                  <a:extLst>
                    <a:ext uri="{9D8B030D-6E8A-4147-A177-3AD203B41FA5}">
                      <a16:colId xmlns:a16="http://schemas.microsoft.com/office/drawing/2014/main" val="1061249956"/>
                    </a:ext>
                  </a:extLst>
                </a:gridCol>
                <a:gridCol w="679599">
                  <a:extLst>
                    <a:ext uri="{9D8B030D-6E8A-4147-A177-3AD203B41FA5}">
                      <a16:colId xmlns:a16="http://schemas.microsoft.com/office/drawing/2014/main" val="3720006457"/>
                    </a:ext>
                  </a:extLst>
                </a:gridCol>
                <a:gridCol w="662263">
                  <a:extLst>
                    <a:ext uri="{9D8B030D-6E8A-4147-A177-3AD203B41FA5}">
                      <a16:colId xmlns:a16="http://schemas.microsoft.com/office/drawing/2014/main" val="3092764089"/>
                    </a:ext>
                  </a:extLst>
                </a:gridCol>
                <a:gridCol w="484554">
                  <a:extLst>
                    <a:ext uri="{9D8B030D-6E8A-4147-A177-3AD203B41FA5}">
                      <a16:colId xmlns:a16="http://schemas.microsoft.com/office/drawing/2014/main" val="3137434304"/>
                    </a:ext>
                  </a:extLst>
                </a:gridCol>
                <a:gridCol w="500893">
                  <a:extLst>
                    <a:ext uri="{9D8B030D-6E8A-4147-A177-3AD203B41FA5}">
                      <a16:colId xmlns:a16="http://schemas.microsoft.com/office/drawing/2014/main" val="1154784256"/>
                    </a:ext>
                  </a:extLst>
                </a:gridCol>
                <a:gridCol w="537041">
                  <a:extLst>
                    <a:ext uri="{9D8B030D-6E8A-4147-A177-3AD203B41FA5}">
                      <a16:colId xmlns:a16="http://schemas.microsoft.com/office/drawing/2014/main" val="2084845388"/>
                    </a:ext>
                  </a:extLst>
                </a:gridCol>
                <a:gridCol w="567068">
                  <a:extLst>
                    <a:ext uri="{9D8B030D-6E8A-4147-A177-3AD203B41FA5}">
                      <a16:colId xmlns:a16="http://schemas.microsoft.com/office/drawing/2014/main" val="2814040972"/>
                    </a:ext>
                  </a:extLst>
                </a:gridCol>
              </a:tblGrid>
              <a:tr h="201299">
                <a:tc>
                  <a:txBody>
                    <a:bodyPr/>
                    <a:lstStyle/>
                    <a:p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44675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PCSrc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Zero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363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ALUsrc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505304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ea typeface="SimHei" panose="02010609060101010101" pitchFamily="49" charset="-122"/>
                        </a:rPr>
                        <a:t>ExtOp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021078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RegWr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04037"/>
                  </a:ext>
                </a:extLst>
              </a:tr>
            </a:tbl>
          </a:graphicData>
        </a:graphic>
      </p:graphicFrame>
      <p:sp>
        <p:nvSpPr>
          <p:cNvPr id="98" name="Rectangle 4">
            <a:extLst>
              <a:ext uri="{FF2B5EF4-FFF2-40B4-BE49-F238E27FC236}">
                <a16:creationId xmlns:a16="http://schemas.microsoft.com/office/drawing/2014/main" id="{CA942DC0-427A-4344-9FB2-95AA76393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477000"/>
            <a:ext cx="25146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99" name="Oval 90">
            <a:extLst>
              <a:ext uri="{FF2B5EF4-FFF2-40B4-BE49-F238E27FC236}">
                <a16:creationId xmlns:a16="http://schemas.microsoft.com/office/drawing/2014/main" id="{C23E53B8-BA6B-4686-8E25-926FD1BAA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9" y="2641944"/>
            <a:ext cx="847684" cy="623508"/>
          </a:xfrm>
          <a:prstGeom prst="ellipse">
            <a:avLst/>
          </a:prstGeom>
          <a:noFill/>
          <a:ln w="508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1" name="Line 15">
            <a:extLst>
              <a:ext uri="{FF2B5EF4-FFF2-40B4-BE49-F238E27FC236}">
                <a16:creationId xmlns:a16="http://schemas.microsoft.com/office/drawing/2014/main" id="{E3ABEC4B-9384-48C9-89B1-2A436478BE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8637" y="3995541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2" name="Line 16">
            <a:extLst>
              <a:ext uri="{FF2B5EF4-FFF2-40B4-BE49-F238E27FC236}">
                <a16:creationId xmlns:a16="http://schemas.microsoft.com/office/drawing/2014/main" id="{A48F9713-66B1-46E1-B906-7A70BACC35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7165" y="391897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3" name="Rectangle 17">
            <a:extLst>
              <a:ext uri="{FF2B5EF4-FFF2-40B4-BE49-F238E27FC236}">
                <a16:creationId xmlns:a16="http://schemas.microsoft.com/office/drawing/2014/main" id="{EEAC4F23-3B24-4979-A7F5-3B4D6F813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795" y="39955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04" name="Rectangle 18">
            <a:extLst>
              <a:ext uri="{FF2B5EF4-FFF2-40B4-BE49-F238E27FC236}">
                <a16:creationId xmlns:a16="http://schemas.microsoft.com/office/drawing/2014/main" id="{71F5EB6F-2C5E-4B16-AB56-FBB47E78A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8603" y="3829499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05" name="Line 19">
            <a:extLst>
              <a:ext uri="{FF2B5EF4-FFF2-40B4-BE49-F238E27FC236}">
                <a16:creationId xmlns:a16="http://schemas.microsoft.com/office/drawing/2014/main" id="{357AF9A0-FE26-4478-A23A-D80B12797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0282" y="3120832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6" name="Rectangle 20">
            <a:extLst>
              <a:ext uri="{FF2B5EF4-FFF2-40B4-BE49-F238E27FC236}">
                <a16:creationId xmlns:a16="http://schemas.microsoft.com/office/drawing/2014/main" id="{D39E246E-2D85-4BDF-BAF6-2A0C15604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732" y="3025989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7" name="Rectangle 21">
            <a:extLst>
              <a:ext uri="{FF2B5EF4-FFF2-40B4-BE49-F238E27FC236}">
                <a16:creationId xmlns:a16="http://schemas.microsoft.com/office/drawing/2014/main" id="{C979C43C-ADC3-45A5-B594-9D53B2D43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23" y="44104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8" name="Rectangle 22">
            <a:extLst>
              <a:ext uri="{FF2B5EF4-FFF2-40B4-BE49-F238E27FC236}">
                <a16:creationId xmlns:a16="http://schemas.microsoft.com/office/drawing/2014/main" id="{64ABC9BD-A5AD-408E-9B7C-D88513FAF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08" y="3568874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09" name="Rectangle 23">
            <a:extLst>
              <a:ext uri="{FF2B5EF4-FFF2-40B4-BE49-F238E27FC236}">
                <a16:creationId xmlns:a16="http://schemas.microsoft.com/office/drawing/2014/main" id="{5152F62E-025E-4F66-9974-74AF2CC92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2" y="3398641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0" name="Line 24">
            <a:extLst>
              <a:ext uri="{FF2B5EF4-FFF2-40B4-BE49-F238E27FC236}">
                <a16:creationId xmlns:a16="http://schemas.microsoft.com/office/drawing/2014/main" id="{3628FC30-DE25-4DC9-BC0C-73FE836C7B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541" y="4364695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1" name="Line 25">
            <a:extLst>
              <a:ext uri="{FF2B5EF4-FFF2-40B4-BE49-F238E27FC236}">
                <a16:creationId xmlns:a16="http://schemas.microsoft.com/office/drawing/2014/main" id="{1FADE8FF-69F8-4699-B918-E1D66928A7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82" y="4476652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2" name="Rectangle 27">
            <a:extLst>
              <a:ext uri="{FF2B5EF4-FFF2-40B4-BE49-F238E27FC236}">
                <a16:creationId xmlns:a16="http://schemas.microsoft.com/office/drawing/2014/main" id="{3BB150B6-AD30-41A8-B11B-850B8D325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2" y="2850954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3" name="Line 28">
            <a:extLst>
              <a:ext uri="{FF2B5EF4-FFF2-40B4-BE49-F238E27FC236}">
                <a16:creationId xmlns:a16="http://schemas.microsoft.com/office/drawing/2014/main" id="{850AF1B4-1ADB-4170-A999-CE1CF26CB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4" y="3919341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4" name="Line 29">
            <a:extLst>
              <a:ext uri="{FF2B5EF4-FFF2-40B4-BE49-F238E27FC236}">
                <a16:creationId xmlns:a16="http://schemas.microsoft.com/office/drawing/2014/main" id="{F8E2542A-C413-476D-9C42-B671E24254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313" y="383655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5" name="Rectangle 30">
            <a:extLst>
              <a:ext uri="{FF2B5EF4-FFF2-40B4-BE49-F238E27FC236}">
                <a16:creationId xmlns:a16="http://schemas.microsoft.com/office/drawing/2014/main" id="{2104D531-F821-46B1-A673-B8F397029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7" y="387613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16" name="Line 31">
            <a:extLst>
              <a:ext uri="{FF2B5EF4-FFF2-40B4-BE49-F238E27FC236}">
                <a16:creationId xmlns:a16="http://schemas.microsoft.com/office/drawing/2014/main" id="{A9AB4492-1AF6-4B60-A770-FD6D12E57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3544751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7" name="Line 32">
            <a:extLst>
              <a:ext uri="{FF2B5EF4-FFF2-40B4-BE49-F238E27FC236}">
                <a16:creationId xmlns:a16="http://schemas.microsoft.com/office/drawing/2014/main" id="{B65DAE60-964B-4CD3-A426-F829048A02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5257" y="346849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18" name="Rectangle 33">
            <a:extLst>
              <a:ext uri="{FF2B5EF4-FFF2-40B4-BE49-F238E27FC236}">
                <a16:creationId xmlns:a16="http://schemas.microsoft.com/office/drawing/2014/main" id="{DA255AA6-9707-4149-A296-E4EB9ACA1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520" y="361454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19" name="Rectangle 34">
            <a:extLst>
              <a:ext uri="{FF2B5EF4-FFF2-40B4-BE49-F238E27FC236}">
                <a16:creationId xmlns:a16="http://schemas.microsoft.com/office/drawing/2014/main" id="{7138B05C-0E88-47A6-9786-72B81DCEC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3233541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0" name="Line 35">
            <a:extLst>
              <a:ext uri="{FF2B5EF4-FFF2-40B4-BE49-F238E27FC236}">
                <a16:creationId xmlns:a16="http://schemas.microsoft.com/office/drawing/2014/main" id="{0227F313-C343-4B7B-A024-0BA7323F22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557" y="3144641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1" name="Line 36">
            <a:extLst>
              <a:ext uri="{FF2B5EF4-FFF2-40B4-BE49-F238E27FC236}">
                <a16:creationId xmlns:a16="http://schemas.microsoft.com/office/drawing/2014/main" id="{874F264B-A847-43C8-A0E9-CF27ADBCF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4440101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2" name="Line 37">
            <a:extLst>
              <a:ext uri="{FF2B5EF4-FFF2-40B4-BE49-F238E27FC236}">
                <a16:creationId xmlns:a16="http://schemas.microsoft.com/office/drawing/2014/main" id="{4E918F4C-589E-43DF-AD5E-DACEB3D02D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8057" y="438289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3" name="Rectangle 38">
            <a:extLst>
              <a:ext uri="{FF2B5EF4-FFF2-40B4-BE49-F238E27FC236}">
                <a16:creationId xmlns:a16="http://schemas.microsoft.com/office/drawing/2014/main" id="{20D4ECD0-6872-444A-AD61-DB8F484F6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441415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24" name="Rectangle 39">
            <a:extLst>
              <a:ext uri="{FF2B5EF4-FFF2-40B4-BE49-F238E27FC236}">
                <a16:creationId xmlns:a16="http://schemas.microsoft.com/office/drawing/2014/main" id="{190E283A-0846-4A93-93D3-94DCC3098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712" y="4101153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5" name="Line 40">
            <a:extLst>
              <a:ext uri="{FF2B5EF4-FFF2-40B4-BE49-F238E27FC236}">
                <a16:creationId xmlns:a16="http://schemas.microsoft.com/office/drawing/2014/main" id="{22AF1861-AC53-4664-BA3E-F05303CEA1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109" y="4476648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6" name="Line 41">
            <a:extLst>
              <a:ext uri="{FF2B5EF4-FFF2-40B4-BE49-F238E27FC236}">
                <a16:creationId xmlns:a16="http://schemas.microsoft.com/office/drawing/2014/main" id="{BDB9DD39-E639-4C90-AA97-6912BD0DB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2357" y="2661335"/>
            <a:ext cx="0" cy="7452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7" name="Line 42">
            <a:extLst>
              <a:ext uri="{FF2B5EF4-FFF2-40B4-BE49-F238E27FC236}">
                <a16:creationId xmlns:a16="http://schemas.microsoft.com/office/drawing/2014/main" id="{CDFAB9F9-3510-42D1-8705-A61E1760A6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2507" y="307479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28" name="Rectangle 43">
            <a:extLst>
              <a:ext uri="{FF2B5EF4-FFF2-40B4-BE49-F238E27FC236}">
                <a16:creationId xmlns:a16="http://schemas.microsoft.com/office/drawing/2014/main" id="{8C37D081-86F4-4896-9020-D54ACF0F7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292874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29" name="Line 44">
            <a:extLst>
              <a:ext uri="{FF2B5EF4-FFF2-40B4-BE49-F238E27FC236}">
                <a16:creationId xmlns:a16="http://schemas.microsoft.com/office/drawing/2014/main" id="{80A9F850-FBFB-4F94-B1C5-9E5072E71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3357" y="2974782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0" name="Line 45">
            <a:extLst>
              <a:ext uri="{FF2B5EF4-FFF2-40B4-BE49-F238E27FC236}">
                <a16:creationId xmlns:a16="http://schemas.microsoft.com/office/drawing/2014/main" id="{A712578F-C17C-4B1E-B0B9-7748424A9B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3507" y="307479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1" name="Rectangle 46">
            <a:extLst>
              <a:ext uri="{FF2B5EF4-FFF2-40B4-BE49-F238E27FC236}">
                <a16:creationId xmlns:a16="http://schemas.microsoft.com/office/drawing/2014/main" id="{CDFA002D-F154-4DE8-B473-31D505C59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470" y="292874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32" name="Line 47">
            <a:extLst>
              <a:ext uri="{FF2B5EF4-FFF2-40B4-BE49-F238E27FC236}">
                <a16:creationId xmlns:a16="http://schemas.microsoft.com/office/drawing/2014/main" id="{DF16CF9B-3F0E-4F28-AC10-EDB7CE00D4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0557" y="2974782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3" name="Line 48">
            <a:extLst>
              <a:ext uri="{FF2B5EF4-FFF2-40B4-BE49-F238E27FC236}">
                <a16:creationId xmlns:a16="http://schemas.microsoft.com/office/drawing/2014/main" id="{E1EFA10A-9A94-4CC5-97AC-35B49BCF37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0707" y="307479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4" name="Rectangle 49">
            <a:extLst>
              <a:ext uri="{FF2B5EF4-FFF2-40B4-BE49-F238E27FC236}">
                <a16:creationId xmlns:a16="http://schemas.microsoft.com/office/drawing/2014/main" id="{57A0FEA9-7B04-432F-B0F2-854B40439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292874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35" name="Rectangle 50">
            <a:extLst>
              <a:ext uri="{FF2B5EF4-FFF2-40B4-BE49-F238E27FC236}">
                <a16:creationId xmlns:a16="http://schemas.microsoft.com/office/drawing/2014/main" id="{2556FC13-ED84-4367-AA23-20C72B22C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385941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6" name="Rectangle 51">
            <a:extLst>
              <a:ext uri="{FF2B5EF4-FFF2-40B4-BE49-F238E27FC236}">
                <a16:creationId xmlns:a16="http://schemas.microsoft.com/office/drawing/2014/main" id="{AC822548-F5A7-4A38-9D6C-D04119E92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670" y="3385941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137" name="Rectangle 52">
            <a:extLst>
              <a:ext uri="{FF2B5EF4-FFF2-40B4-BE49-F238E27FC236}">
                <a16:creationId xmlns:a16="http://schemas.microsoft.com/office/drawing/2014/main" id="{6C2D9B62-68BA-4E3B-927B-C65D3C8F0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3385941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138" name="Rectangle 53">
            <a:extLst>
              <a:ext uri="{FF2B5EF4-FFF2-40B4-BE49-F238E27FC236}">
                <a16:creationId xmlns:a16="http://schemas.microsoft.com/office/drawing/2014/main" id="{48EEA821-D1B1-4144-B621-87CB1DA1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690741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139" name="Line 54">
            <a:extLst>
              <a:ext uri="{FF2B5EF4-FFF2-40B4-BE49-F238E27FC236}">
                <a16:creationId xmlns:a16="http://schemas.microsoft.com/office/drawing/2014/main" id="{CA19B945-3261-4ACF-AE31-F2023306D2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3" y="6643687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0" name="Line 55">
            <a:extLst>
              <a:ext uri="{FF2B5EF4-FFF2-40B4-BE49-F238E27FC236}">
                <a16:creationId xmlns:a16="http://schemas.microsoft.com/office/drawing/2014/main" id="{83826379-3E7C-4CFC-AAD7-5937E8312B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114" y="3910986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1" name="Line 88">
            <a:extLst>
              <a:ext uri="{FF2B5EF4-FFF2-40B4-BE49-F238E27FC236}">
                <a16:creationId xmlns:a16="http://schemas.microsoft.com/office/drawing/2014/main" id="{58B6C39B-1F7D-4894-935D-9C5CB531C5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769" y="4452741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2" name="Line 89">
            <a:extLst>
              <a:ext uri="{FF2B5EF4-FFF2-40B4-BE49-F238E27FC236}">
                <a16:creationId xmlns:a16="http://schemas.microsoft.com/office/drawing/2014/main" id="{259B32AF-F017-4F2F-A7FA-667B13FE1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589" y="5605122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84E53BE3-7D89-4454-8398-6CD97A02FFAB}"/>
              </a:ext>
            </a:extLst>
          </p:cNvPr>
          <p:cNvGrpSpPr/>
          <p:nvPr/>
        </p:nvGrpSpPr>
        <p:grpSpPr>
          <a:xfrm>
            <a:off x="3322314" y="3398641"/>
            <a:ext cx="505337" cy="1193800"/>
            <a:chOff x="5799138" y="4889500"/>
            <a:chExt cx="505337" cy="1193800"/>
          </a:xfrm>
        </p:grpSpPr>
        <p:grpSp>
          <p:nvGrpSpPr>
            <p:cNvPr id="144" name="Group 4">
              <a:extLst>
                <a:ext uri="{FF2B5EF4-FFF2-40B4-BE49-F238E27FC236}">
                  <a16:creationId xmlns:a16="http://schemas.microsoft.com/office/drawing/2014/main" id="{5C596BA5-24BF-4BA8-AB8A-3295BB98D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46" name="Line 5">
                <a:extLst>
                  <a:ext uri="{FF2B5EF4-FFF2-40B4-BE49-F238E27FC236}">
                    <a16:creationId xmlns:a16="http://schemas.microsoft.com/office/drawing/2014/main" id="{E10B7294-5AF7-4D14-9817-1FBC6C5CF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7" name="Line 6">
                <a:extLst>
                  <a:ext uri="{FF2B5EF4-FFF2-40B4-BE49-F238E27FC236}">
                    <a16:creationId xmlns:a16="http://schemas.microsoft.com/office/drawing/2014/main" id="{7EBEBA5F-4545-4281-802B-6C1E0CA817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8" name="Line 7">
                <a:extLst>
                  <a:ext uri="{FF2B5EF4-FFF2-40B4-BE49-F238E27FC236}">
                    <a16:creationId xmlns:a16="http://schemas.microsoft.com/office/drawing/2014/main" id="{F8C43408-900B-47ED-8B55-B526092C00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49" name="Line 8">
                <a:extLst>
                  <a:ext uri="{FF2B5EF4-FFF2-40B4-BE49-F238E27FC236}">
                    <a16:creationId xmlns:a16="http://schemas.microsoft.com/office/drawing/2014/main" id="{7C8FB8B3-F71D-4BFC-BFB1-2C79A5CDD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0" name="Line 9">
                <a:extLst>
                  <a:ext uri="{FF2B5EF4-FFF2-40B4-BE49-F238E27FC236}">
                    <a16:creationId xmlns:a16="http://schemas.microsoft.com/office/drawing/2014/main" id="{4C717F0A-A5CF-4EEC-AA2C-5CAA29374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1" name="Line 10">
                <a:extLst>
                  <a:ext uri="{FF2B5EF4-FFF2-40B4-BE49-F238E27FC236}">
                    <a16:creationId xmlns:a16="http://schemas.microsoft.com/office/drawing/2014/main" id="{0A667FC3-84A9-4A4F-BC09-000DA3EFB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2" name="Line 11">
                <a:extLst>
                  <a:ext uri="{FF2B5EF4-FFF2-40B4-BE49-F238E27FC236}">
                    <a16:creationId xmlns:a16="http://schemas.microsoft.com/office/drawing/2014/main" id="{5102A733-487F-428C-A6AE-BD4E63FB0B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53" name="Line 12">
                <a:extLst>
                  <a:ext uri="{FF2B5EF4-FFF2-40B4-BE49-F238E27FC236}">
                    <a16:creationId xmlns:a16="http://schemas.microsoft.com/office/drawing/2014/main" id="{0D44BF25-CB7E-468D-9EDF-FAAB9D17C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45" name="Rectangle 58">
              <a:extLst>
                <a:ext uri="{FF2B5EF4-FFF2-40B4-BE49-F238E27FC236}">
                  <a16:creationId xmlns:a16="http://schemas.microsoft.com/office/drawing/2014/main" id="{706D6654-FFDC-4409-B538-37D40A8F98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154" name="Rectangle 62">
            <a:extLst>
              <a:ext uri="{FF2B5EF4-FFF2-40B4-BE49-F238E27FC236}">
                <a16:creationId xmlns:a16="http://schemas.microsoft.com/office/drawing/2014/main" id="{4F09722D-3D70-40D6-A279-026D5FD2C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600" y="4782414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Rectangle 63">
            <a:extLst>
              <a:ext uri="{FF2B5EF4-FFF2-40B4-BE49-F238E27FC236}">
                <a16:creationId xmlns:a16="http://schemas.microsoft.com/office/drawing/2014/main" id="{3750072F-FBC6-49C9-BEE0-34D4008A352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452739" y="5015263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6" name="Rectangle 64">
            <a:extLst>
              <a:ext uri="{FF2B5EF4-FFF2-40B4-BE49-F238E27FC236}">
                <a16:creationId xmlns:a16="http://schemas.microsoft.com/office/drawing/2014/main" id="{B2B19297-839E-4A00-BC6B-4A32F0C6B72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74601" y="460540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57" name="Line 79">
            <a:extLst>
              <a:ext uri="{FF2B5EF4-FFF2-40B4-BE49-F238E27FC236}">
                <a16:creationId xmlns:a16="http://schemas.microsoft.com/office/drawing/2014/main" id="{6711139F-0161-4316-AEF9-6DBD9B21F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1200" y="5150714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8" name="Line 82">
            <a:extLst>
              <a:ext uri="{FF2B5EF4-FFF2-40B4-BE49-F238E27FC236}">
                <a16:creationId xmlns:a16="http://schemas.microsoft.com/office/drawing/2014/main" id="{3FDEDCA5-D6B4-409A-9B77-F66C72B1B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8071" y="5149127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9" name="Line 83">
            <a:extLst>
              <a:ext uri="{FF2B5EF4-FFF2-40B4-BE49-F238E27FC236}">
                <a16:creationId xmlns:a16="http://schemas.microsoft.com/office/drawing/2014/main" id="{6A92849D-4888-4556-B5B8-DC58AB63D6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0448" y="5079176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0" name="Rectangle 84">
            <a:extLst>
              <a:ext uri="{FF2B5EF4-FFF2-40B4-BE49-F238E27FC236}">
                <a16:creationId xmlns:a16="http://schemas.microsoft.com/office/drawing/2014/main" id="{92238947-975D-4785-86FD-E7D18D59C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270" y="522691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161" name="Rectangle 85">
            <a:extLst>
              <a:ext uri="{FF2B5EF4-FFF2-40B4-BE49-F238E27FC236}">
                <a16:creationId xmlns:a16="http://schemas.microsoft.com/office/drawing/2014/main" id="{5400CCA3-6EB5-416A-B285-4C833A6BB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0" y="5074514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162" name="Line 86">
            <a:extLst>
              <a:ext uri="{FF2B5EF4-FFF2-40B4-BE49-F238E27FC236}">
                <a16:creationId xmlns:a16="http://schemas.microsoft.com/office/drawing/2014/main" id="{16514188-5788-4B8B-88F2-F22BFAD096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3409" y="3110122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3" name="Rectangle 87">
            <a:extLst>
              <a:ext uri="{FF2B5EF4-FFF2-40B4-BE49-F238E27FC236}">
                <a16:creationId xmlns:a16="http://schemas.microsoft.com/office/drawing/2014/main" id="{00C7FF38-05BD-46E5-BAF2-4B4DF580A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54" y="2798596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64" name="Group 57">
            <a:extLst>
              <a:ext uri="{FF2B5EF4-FFF2-40B4-BE49-F238E27FC236}">
                <a16:creationId xmlns:a16="http://schemas.microsoft.com/office/drawing/2014/main" id="{2B6428AA-BB35-4242-B66A-A593DD81E7B6}"/>
              </a:ext>
            </a:extLst>
          </p:cNvPr>
          <p:cNvGrpSpPr>
            <a:grpSpLocks/>
          </p:cNvGrpSpPr>
          <p:nvPr/>
        </p:nvGrpSpPr>
        <p:grpSpPr bwMode="auto">
          <a:xfrm>
            <a:off x="2724619" y="4165929"/>
            <a:ext cx="311150" cy="1117600"/>
            <a:chOff x="3116" y="3032"/>
            <a:chExt cx="196" cy="704"/>
          </a:xfrm>
        </p:grpSpPr>
        <p:sp>
          <p:nvSpPr>
            <p:cNvPr id="165" name="Line 58">
              <a:extLst>
                <a:ext uri="{FF2B5EF4-FFF2-40B4-BE49-F238E27FC236}">
                  <a16:creationId xmlns:a16="http://schemas.microsoft.com/office/drawing/2014/main" id="{52E7F739-4FCC-411B-A60D-67FA43922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6" name="Line 59">
              <a:extLst>
                <a:ext uri="{FF2B5EF4-FFF2-40B4-BE49-F238E27FC236}">
                  <a16:creationId xmlns:a16="http://schemas.microsoft.com/office/drawing/2014/main" id="{DB296C9D-74A7-4C6F-A1DA-93B9B8FD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7" name="Line 60">
              <a:extLst>
                <a:ext uri="{FF2B5EF4-FFF2-40B4-BE49-F238E27FC236}">
                  <a16:creationId xmlns:a16="http://schemas.microsoft.com/office/drawing/2014/main" id="{8FE66E9A-4668-4E91-90EE-E54346465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8" name="Line 61">
              <a:extLst>
                <a:ext uri="{FF2B5EF4-FFF2-40B4-BE49-F238E27FC236}">
                  <a16:creationId xmlns:a16="http://schemas.microsoft.com/office/drawing/2014/main" id="{99E9D4CB-AFB9-4AE6-8686-6BE086F63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69" name="Line 89">
            <a:extLst>
              <a:ext uri="{FF2B5EF4-FFF2-40B4-BE49-F238E27FC236}">
                <a16:creationId xmlns:a16="http://schemas.microsoft.com/office/drawing/2014/main" id="{2C71D097-0421-4238-99AA-5A12A6639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7688" y="3989191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0" name="Rectangle 114">
            <a:extLst>
              <a:ext uri="{FF2B5EF4-FFF2-40B4-BE49-F238E27FC236}">
                <a16:creationId xmlns:a16="http://schemas.microsoft.com/office/drawing/2014/main" id="{8EBBDAB8-8B1D-4D5D-A2AB-DA8EFD309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16" y="5331785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1" name="Line 115">
            <a:extLst>
              <a:ext uri="{FF2B5EF4-FFF2-40B4-BE49-F238E27FC236}">
                <a16:creationId xmlns:a16="http://schemas.microsoft.com/office/drawing/2014/main" id="{6656BFCD-CAD4-44D6-B15C-DC152562D7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6771" y="6352875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2" name="Rectangle 116">
            <a:extLst>
              <a:ext uri="{FF2B5EF4-FFF2-40B4-BE49-F238E27FC236}">
                <a16:creationId xmlns:a16="http://schemas.microsoft.com/office/drawing/2014/main" id="{55E56563-2B8D-4152-95BA-2E6897C5C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1580" y="604688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3" name="Rectangle 117">
            <a:extLst>
              <a:ext uri="{FF2B5EF4-FFF2-40B4-BE49-F238E27FC236}">
                <a16:creationId xmlns:a16="http://schemas.microsoft.com/office/drawing/2014/main" id="{9F38396D-B8DD-45B7-A11D-A84646E6D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178" y="5505572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174" name="Line 118">
            <a:extLst>
              <a:ext uri="{FF2B5EF4-FFF2-40B4-BE49-F238E27FC236}">
                <a16:creationId xmlns:a16="http://schemas.microsoft.com/office/drawing/2014/main" id="{80F50468-2302-4459-837B-86C75C708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842" y="6258885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5" name="Line 119">
            <a:extLst>
              <a:ext uri="{FF2B5EF4-FFF2-40B4-BE49-F238E27FC236}">
                <a16:creationId xmlns:a16="http://schemas.microsoft.com/office/drawing/2014/main" id="{F1CA6D89-370E-45A1-8F65-D25FFA6509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4541" y="6352875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6" name="Rectangle 121">
            <a:extLst>
              <a:ext uri="{FF2B5EF4-FFF2-40B4-BE49-F238E27FC236}">
                <a16:creationId xmlns:a16="http://schemas.microsoft.com/office/drawing/2014/main" id="{19DFB20F-847A-473A-BA65-4DE94FE36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66" y="5315910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7" name="Line 122">
            <a:extLst>
              <a:ext uri="{FF2B5EF4-FFF2-40B4-BE49-F238E27FC236}">
                <a16:creationId xmlns:a16="http://schemas.microsoft.com/office/drawing/2014/main" id="{4E5410FD-D9AE-40A6-B748-C9935C72A8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964" y="5825497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8" name="Line 123">
            <a:extLst>
              <a:ext uri="{FF2B5EF4-FFF2-40B4-BE49-F238E27FC236}">
                <a16:creationId xmlns:a16="http://schemas.microsoft.com/office/drawing/2014/main" id="{18F39C0D-2DC0-4AB5-858A-066C9C5465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8291" y="5760410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9" name="Rectangle 124">
            <a:extLst>
              <a:ext uri="{FF2B5EF4-FFF2-40B4-BE49-F238E27FC236}">
                <a16:creationId xmlns:a16="http://schemas.microsoft.com/office/drawing/2014/main" id="{AA4B4545-66A2-4308-AC9E-1CAA289AF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385" y="576673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0" name="Line 125">
            <a:extLst>
              <a:ext uri="{FF2B5EF4-FFF2-40B4-BE49-F238E27FC236}">
                <a16:creationId xmlns:a16="http://schemas.microsoft.com/office/drawing/2014/main" id="{CE502CFC-21E3-4AF9-B94F-C92DD80E3C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6641" y="5090485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1" name="Rectangle 127">
            <a:extLst>
              <a:ext uri="{FF2B5EF4-FFF2-40B4-BE49-F238E27FC236}">
                <a16:creationId xmlns:a16="http://schemas.microsoft.com/office/drawing/2014/main" id="{8CD62A4E-66B6-42C7-95FD-35E905940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54" y="5317497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2" name="Rectangle 128">
            <a:extLst>
              <a:ext uri="{FF2B5EF4-FFF2-40B4-BE49-F238E27FC236}">
                <a16:creationId xmlns:a16="http://schemas.microsoft.com/office/drawing/2014/main" id="{F636CB4B-030B-4768-863C-DBD34FC0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034" y="5648642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83" name="Line 130">
            <a:extLst>
              <a:ext uri="{FF2B5EF4-FFF2-40B4-BE49-F238E27FC236}">
                <a16:creationId xmlns:a16="http://schemas.microsoft.com/office/drawing/2014/main" id="{D66DF8FA-77A6-4E33-9E07-1A98E83382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8991" y="5830614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4" name="Rectangle 131">
            <a:extLst>
              <a:ext uri="{FF2B5EF4-FFF2-40B4-BE49-F238E27FC236}">
                <a16:creationId xmlns:a16="http://schemas.microsoft.com/office/drawing/2014/main" id="{1DEAC39A-C494-4E6F-A43E-94B57F1FA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242" y="557387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5" name="Rectangle 133">
            <a:extLst>
              <a:ext uri="{FF2B5EF4-FFF2-40B4-BE49-F238E27FC236}">
                <a16:creationId xmlns:a16="http://schemas.microsoft.com/office/drawing/2014/main" id="{096C9C1E-2FE6-430F-B022-CBF83FF82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816" y="4819254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6" name="Line 122">
            <a:extLst>
              <a:ext uri="{FF2B5EF4-FFF2-40B4-BE49-F238E27FC236}">
                <a16:creationId xmlns:a16="http://schemas.microsoft.com/office/drawing/2014/main" id="{31F7487F-779F-480F-8639-22F42AF73C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2140" y="5892172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7" name="Rectangle 117">
            <a:extLst>
              <a:ext uri="{FF2B5EF4-FFF2-40B4-BE49-F238E27FC236}">
                <a16:creationId xmlns:a16="http://schemas.microsoft.com/office/drawing/2014/main" id="{DC50ABF3-D23F-4691-B02D-312318754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13" y="5593106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88" name="Group 57">
            <a:extLst>
              <a:ext uri="{FF2B5EF4-FFF2-40B4-BE49-F238E27FC236}">
                <a16:creationId xmlns:a16="http://schemas.microsoft.com/office/drawing/2014/main" id="{104EA212-9272-4BF0-9842-1D2911E296D4}"/>
              </a:ext>
            </a:extLst>
          </p:cNvPr>
          <p:cNvGrpSpPr>
            <a:grpSpLocks/>
          </p:cNvGrpSpPr>
          <p:nvPr/>
        </p:nvGrpSpPr>
        <p:grpSpPr bwMode="auto">
          <a:xfrm>
            <a:off x="4932422" y="5036414"/>
            <a:ext cx="311150" cy="1117600"/>
            <a:chOff x="3116" y="3032"/>
            <a:chExt cx="196" cy="704"/>
          </a:xfrm>
        </p:grpSpPr>
        <p:sp>
          <p:nvSpPr>
            <p:cNvPr id="189" name="Line 58">
              <a:extLst>
                <a:ext uri="{FF2B5EF4-FFF2-40B4-BE49-F238E27FC236}">
                  <a16:creationId xmlns:a16="http://schemas.microsoft.com/office/drawing/2014/main" id="{821CFECF-AA82-4615-810F-7F76924B9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0" name="Line 59">
              <a:extLst>
                <a:ext uri="{FF2B5EF4-FFF2-40B4-BE49-F238E27FC236}">
                  <a16:creationId xmlns:a16="http://schemas.microsoft.com/office/drawing/2014/main" id="{2A9C24D0-E551-48AB-9AF8-F49C09215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1" name="Line 60">
              <a:extLst>
                <a:ext uri="{FF2B5EF4-FFF2-40B4-BE49-F238E27FC236}">
                  <a16:creationId xmlns:a16="http://schemas.microsoft.com/office/drawing/2014/main" id="{2FABBDD5-5A3B-4150-8E29-A98AF173A6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2" name="Line 61">
              <a:extLst>
                <a:ext uri="{FF2B5EF4-FFF2-40B4-BE49-F238E27FC236}">
                  <a16:creationId xmlns:a16="http://schemas.microsoft.com/office/drawing/2014/main" id="{E459E0E0-E140-4DDA-AFD9-C09498048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93" name="Line 89">
            <a:extLst>
              <a:ext uri="{FF2B5EF4-FFF2-40B4-BE49-F238E27FC236}">
                <a16:creationId xmlns:a16="http://schemas.microsoft.com/office/drawing/2014/main" id="{04F2229F-49BA-4611-B019-CEC8E9805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572" y="5614264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4" name="Line 89">
            <a:extLst>
              <a:ext uri="{FF2B5EF4-FFF2-40B4-BE49-F238E27FC236}">
                <a16:creationId xmlns:a16="http://schemas.microsoft.com/office/drawing/2014/main" id="{5CD1B0FA-8C69-4C78-924B-1FCF95606A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3989191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5" name="Line 89">
            <a:extLst>
              <a:ext uri="{FF2B5EF4-FFF2-40B4-BE49-F238E27FC236}">
                <a16:creationId xmlns:a16="http://schemas.microsoft.com/office/drawing/2014/main" id="{4A65D7D5-2A0C-4EA4-8D82-D385A8D43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5325435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6" name="Rectangle 64">
            <a:extLst>
              <a:ext uri="{FF2B5EF4-FFF2-40B4-BE49-F238E27FC236}">
                <a16:creationId xmlns:a16="http://schemas.microsoft.com/office/drawing/2014/main" id="{0EA8970E-FEB4-4EEF-9030-4C07DDA563C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6331" y="5482351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98" name="Line 112">
            <a:extLst>
              <a:ext uri="{FF2B5EF4-FFF2-40B4-BE49-F238E27FC236}">
                <a16:creationId xmlns:a16="http://schemas.microsoft.com/office/drawing/2014/main" id="{4C053358-3E42-4384-B511-6CAABFA1D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684" y="5599364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9" name="Rectangle 113">
            <a:extLst>
              <a:ext uri="{FF2B5EF4-FFF2-40B4-BE49-F238E27FC236}">
                <a16:creationId xmlns:a16="http://schemas.microsoft.com/office/drawing/2014/main" id="{704F43BD-EA47-43CC-B5AC-AD139933F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288" y="5701881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0" name="Line 89">
            <a:extLst>
              <a:ext uri="{FF2B5EF4-FFF2-40B4-BE49-F238E27FC236}">
                <a16:creationId xmlns:a16="http://schemas.microsoft.com/office/drawing/2014/main" id="{878BBE4B-BD95-405F-8AA3-3379D932E5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2964" y="4440100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1" name="Line 88">
            <a:extLst>
              <a:ext uri="{FF2B5EF4-FFF2-40B4-BE49-F238E27FC236}">
                <a16:creationId xmlns:a16="http://schemas.microsoft.com/office/drawing/2014/main" id="{1607E5FD-4D1D-43C3-8712-3A90B274D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5864" y="3783981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2" name="Rectangle 18">
            <a:extLst>
              <a:ext uri="{FF2B5EF4-FFF2-40B4-BE49-F238E27FC236}">
                <a16:creationId xmlns:a16="http://schemas.microsoft.com/office/drawing/2014/main" id="{69CCB770-14A5-4AF1-BA64-7036865B2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636" y="3556491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03" name="Group 65">
            <a:extLst>
              <a:ext uri="{FF2B5EF4-FFF2-40B4-BE49-F238E27FC236}">
                <a16:creationId xmlns:a16="http://schemas.microsoft.com/office/drawing/2014/main" id="{9B164DA2-15F2-4CDA-B737-356DCF034ADA}"/>
              </a:ext>
            </a:extLst>
          </p:cNvPr>
          <p:cNvGrpSpPr>
            <a:grpSpLocks/>
          </p:cNvGrpSpPr>
          <p:nvPr/>
        </p:nvGrpSpPr>
        <p:grpSpPr bwMode="auto">
          <a:xfrm>
            <a:off x="657902" y="2013634"/>
            <a:ext cx="2116138" cy="676276"/>
            <a:chOff x="1408" y="1728"/>
            <a:chExt cx="1333" cy="426"/>
          </a:xfrm>
        </p:grpSpPr>
        <p:sp>
          <p:nvSpPr>
            <p:cNvPr id="204" name="Rectangle 67">
              <a:extLst>
                <a:ext uri="{FF2B5EF4-FFF2-40B4-BE49-F238E27FC236}">
                  <a16:creationId xmlns:a16="http://schemas.microsoft.com/office/drawing/2014/main" id="{E6ED482F-3AB5-463C-A05D-801395D82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05" name="Group 68">
              <a:extLst>
                <a:ext uri="{FF2B5EF4-FFF2-40B4-BE49-F238E27FC236}">
                  <a16:creationId xmlns:a16="http://schemas.microsoft.com/office/drawing/2014/main" id="{3A7BA813-0D59-4BA0-BE07-B271A17AFA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12" name="Line 69">
                <a:extLst>
                  <a:ext uri="{FF2B5EF4-FFF2-40B4-BE49-F238E27FC236}">
                    <a16:creationId xmlns:a16="http://schemas.microsoft.com/office/drawing/2014/main" id="{DE16FD85-1F9D-4F0E-91CD-46EE555F89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3" name="Line 70">
                <a:extLst>
                  <a:ext uri="{FF2B5EF4-FFF2-40B4-BE49-F238E27FC236}">
                    <a16:creationId xmlns:a16="http://schemas.microsoft.com/office/drawing/2014/main" id="{34D9DA85-6858-4ED6-9029-85A899889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4" name="Line 71">
                <a:extLst>
                  <a:ext uri="{FF2B5EF4-FFF2-40B4-BE49-F238E27FC236}">
                    <a16:creationId xmlns:a16="http://schemas.microsoft.com/office/drawing/2014/main" id="{0BA613CA-DAD9-4A2F-8C81-0616C6FD5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15" name="Line 72">
                <a:extLst>
                  <a:ext uri="{FF2B5EF4-FFF2-40B4-BE49-F238E27FC236}">
                    <a16:creationId xmlns:a16="http://schemas.microsoft.com/office/drawing/2014/main" id="{C260EF7F-97F7-4119-A514-21B18B04A1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06" name="Line 73">
              <a:extLst>
                <a:ext uri="{FF2B5EF4-FFF2-40B4-BE49-F238E27FC236}">
                  <a16:creationId xmlns:a16="http://schemas.microsoft.com/office/drawing/2014/main" id="{B3B4432D-3086-4110-8AE9-127C6CC92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7" name="Line 74">
              <a:extLst>
                <a:ext uri="{FF2B5EF4-FFF2-40B4-BE49-F238E27FC236}">
                  <a16:creationId xmlns:a16="http://schemas.microsoft.com/office/drawing/2014/main" id="{279A9720-989E-460C-A53C-487E8B453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8" name="Rectangle 75">
              <a:extLst>
                <a:ext uri="{FF2B5EF4-FFF2-40B4-BE49-F238E27FC236}">
                  <a16:creationId xmlns:a16="http://schemas.microsoft.com/office/drawing/2014/main" id="{3126EC13-B9BC-474E-AD62-6EA7919CF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09" name="Line 76">
              <a:extLst>
                <a:ext uri="{FF2B5EF4-FFF2-40B4-BE49-F238E27FC236}">
                  <a16:creationId xmlns:a16="http://schemas.microsoft.com/office/drawing/2014/main" id="{3046398C-2068-4EFA-8CE3-895986C12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070"/>
              <a:ext cx="1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0" name="Rectangle 77">
              <a:extLst>
                <a:ext uri="{FF2B5EF4-FFF2-40B4-BE49-F238E27FC236}">
                  <a16:creationId xmlns:a16="http://schemas.microsoft.com/office/drawing/2014/main" id="{F8A0BB7F-08BF-4E7D-B731-E36DC3A3C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935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1" name="Rectangle 78">
              <a:extLst>
                <a:ext uri="{FF2B5EF4-FFF2-40B4-BE49-F238E27FC236}">
                  <a16:creationId xmlns:a16="http://schemas.microsoft.com/office/drawing/2014/main" id="{EA07A13F-7789-4E72-85BA-736CB95F7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55CE6D9B-0139-2D61-FEB3-B02141A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RegWr</a:t>
            </a:r>
            <a:r>
              <a:rPr lang="en-US" altLang="en-US" dirty="0"/>
              <a:t>: </a:t>
            </a:r>
            <a:r>
              <a:rPr lang="zh-CN" altLang="en-US" dirty="0"/>
              <a:t>寄存器写入控制</a:t>
            </a: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0" name="Rectangle 139"/>
          <p:cNvSpPr>
            <a:spLocks noGrp="1" noChangeArrowheads="1"/>
          </p:cNvSpPr>
          <p:nvPr>
            <p:ph idx="1"/>
          </p:nvPr>
        </p:nvSpPr>
        <p:spPr>
          <a:xfrm>
            <a:off x="490213" y="1406086"/>
            <a:ext cx="8120062" cy="428625"/>
          </a:xfrm>
          <a:noFill/>
          <a:ln w="12700">
            <a:noFill/>
            <a:miter lim="800000"/>
            <a:headEnd/>
            <a:tailEnd/>
          </a:ln>
        </p:spPr>
        <p:txBody>
          <a:bodyPr wrap="square" lIns="63500" tIns="25400" rIns="63500" bIns="25400">
            <a:spAutoFit/>
          </a:bodyPr>
          <a:lstStyle/>
          <a:p>
            <a:pPr eaLnBrk="1" hangingPunct="1">
              <a:tabLst>
                <a:tab pos="1600200" algn="l"/>
              </a:tabLst>
            </a:pPr>
            <a:r>
              <a:rPr lang="en-US" altLang="en-US" sz="2400" dirty="0" err="1">
                <a:solidFill>
                  <a:srgbClr val="00B050"/>
                </a:solidFill>
              </a:rPr>
              <a:t>RegDst</a:t>
            </a:r>
            <a:r>
              <a:rPr lang="en-US" altLang="en-US" sz="2400" dirty="0">
                <a:solidFill>
                  <a:srgbClr val="00B050"/>
                </a:solidFill>
              </a:rPr>
              <a:t>:</a:t>
            </a:r>
            <a:r>
              <a:rPr lang="en-US" altLang="zh-CN" sz="2400" dirty="0">
                <a:solidFill>
                  <a:srgbClr val="00B050"/>
                </a:solidFill>
              </a:rPr>
              <a:t>    </a:t>
            </a:r>
            <a:r>
              <a:rPr lang="en-US" altLang="en-US" sz="2400" dirty="0"/>
              <a:t>0 </a:t>
            </a:r>
            <a:r>
              <a:rPr lang="en-US" altLang="en-US" sz="2400" dirty="0">
                <a:sym typeface="Symbol" pitchFamily="18" charset="2"/>
              </a:rPr>
              <a:t></a:t>
            </a:r>
            <a:r>
              <a:rPr lang="en-US" altLang="en-US" sz="2400" dirty="0"/>
              <a:t> </a:t>
            </a:r>
            <a:r>
              <a:rPr lang="en-US" altLang="en-US" sz="2400" dirty="0">
                <a:latin typeface="Arial" charset="0"/>
              </a:rPr>
              <a:t>“</a:t>
            </a:r>
            <a:r>
              <a:rPr lang="en-US" altLang="en-US" sz="2400" dirty="0"/>
              <a:t>rt</a:t>
            </a:r>
            <a:r>
              <a:rPr lang="en-US" altLang="en-US" sz="2400" dirty="0">
                <a:latin typeface="Arial" charset="0"/>
              </a:rPr>
              <a:t>”</a:t>
            </a:r>
            <a:r>
              <a:rPr lang="en-US" altLang="en-US" sz="2400" dirty="0"/>
              <a:t>;</a:t>
            </a:r>
            <a:r>
              <a:rPr lang="en-US" altLang="zh-CN" sz="2400" dirty="0"/>
              <a:t>    </a:t>
            </a:r>
            <a:r>
              <a:rPr lang="en-US" altLang="en-US" sz="2400" dirty="0"/>
              <a:t> 1 </a:t>
            </a:r>
            <a:r>
              <a:rPr lang="en-US" altLang="en-US" sz="2400" dirty="0">
                <a:sym typeface="Symbol" pitchFamily="18" charset="2"/>
              </a:rPr>
              <a:t></a:t>
            </a:r>
            <a:r>
              <a:rPr lang="en-US" altLang="en-US" sz="2400" dirty="0"/>
              <a:t> </a:t>
            </a:r>
            <a:r>
              <a:rPr lang="en-US" altLang="en-US" sz="2400" dirty="0">
                <a:latin typeface="Arial" charset="0"/>
              </a:rPr>
              <a:t>“</a:t>
            </a:r>
            <a:r>
              <a:rPr lang="en-US" altLang="en-US" sz="2400" dirty="0" err="1"/>
              <a:t>rd</a:t>
            </a:r>
            <a:r>
              <a:rPr lang="en-US" altLang="en-US" sz="2400" dirty="0">
                <a:latin typeface="Arial" charset="0"/>
              </a:rPr>
              <a:t>”</a:t>
            </a:r>
            <a:endParaRPr lang="en-US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D7A9578-D1B1-4A8F-81F5-5E796666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89</a:t>
            </a:fld>
            <a:endParaRPr lang="en-US" altLang="zh-CN" dirty="0"/>
          </a:p>
        </p:txBody>
      </p:sp>
      <p:grpSp>
        <p:nvGrpSpPr>
          <p:cNvPr id="51278" name="Group 92"/>
          <p:cNvGrpSpPr>
            <a:grpSpLocks/>
          </p:cNvGrpSpPr>
          <p:nvPr/>
        </p:nvGrpSpPr>
        <p:grpSpPr bwMode="auto">
          <a:xfrm>
            <a:off x="2906348" y="2287262"/>
            <a:ext cx="6322327" cy="617288"/>
            <a:chOff x="1098" y="380"/>
            <a:chExt cx="3746" cy="422"/>
          </a:xfrm>
        </p:grpSpPr>
        <p:sp>
          <p:nvSpPr>
            <p:cNvPr id="51307" name="Rectangle 93"/>
            <p:cNvSpPr>
              <a:spLocks noChangeArrowheads="1"/>
            </p:cNvSpPr>
            <p:nvPr/>
          </p:nvSpPr>
          <p:spPr bwMode="auto">
            <a:xfrm>
              <a:off x="1167" y="58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grpSp>
          <p:nvGrpSpPr>
            <p:cNvPr id="51308" name="Group 94"/>
            <p:cNvGrpSpPr>
              <a:grpSpLocks/>
            </p:cNvGrpSpPr>
            <p:nvPr/>
          </p:nvGrpSpPr>
          <p:grpSpPr bwMode="auto">
            <a:xfrm>
              <a:off x="1163" y="571"/>
              <a:ext cx="624" cy="230"/>
              <a:chOff x="1163" y="571"/>
              <a:chExt cx="624" cy="230"/>
            </a:xfrm>
          </p:grpSpPr>
          <p:sp>
            <p:nvSpPr>
              <p:cNvPr id="51322" name="Rectangle 95"/>
              <p:cNvSpPr>
                <a:spLocks noChangeArrowheads="1"/>
              </p:cNvSpPr>
              <p:nvPr/>
            </p:nvSpPr>
            <p:spPr bwMode="auto">
              <a:xfrm>
                <a:off x="1163" y="58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51323" name="Rectangle 96"/>
              <p:cNvSpPr>
                <a:spLocks noChangeArrowheads="1"/>
              </p:cNvSpPr>
              <p:nvPr/>
            </p:nvSpPr>
            <p:spPr bwMode="auto">
              <a:xfrm>
                <a:off x="1341" y="571"/>
                <a:ext cx="243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Arial" panose="020B0604020202020204" pitchFamily="34" charset="0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51309" name="Group 97"/>
            <p:cNvGrpSpPr>
              <a:grpSpLocks/>
            </p:cNvGrpSpPr>
            <p:nvPr/>
          </p:nvGrpSpPr>
          <p:grpSpPr bwMode="auto">
            <a:xfrm>
              <a:off x="1795" y="571"/>
              <a:ext cx="580" cy="230"/>
              <a:chOff x="1795" y="571"/>
              <a:chExt cx="580" cy="230"/>
            </a:xfrm>
          </p:grpSpPr>
          <p:sp>
            <p:nvSpPr>
              <p:cNvPr id="51320" name="Rectangle 98"/>
              <p:cNvSpPr>
                <a:spLocks noChangeArrowheads="1"/>
              </p:cNvSpPr>
              <p:nvPr/>
            </p:nvSpPr>
            <p:spPr bwMode="auto">
              <a:xfrm>
                <a:off x="1795" y="58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51321" name="Rectangle 99"/>
              <p:cNvSpPr>
                <a:spLocks noChangeArrowheads="1"/>
              </p:cNvSpPr>
              <p:nvPr/>
            </p:nvSpPr>
            <p:spPr bwMode="auto">
              <a:xfrm>
                <a:off x="1956" y="571"/>
                <a:ext cx="21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Arial" panose="020B0604020202020204" pitchFamily="34" charset="0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51310" name="Group 100"/>
            <p:cNvGrpSpPr>
              <a:grpSpLocks/>
            </p:cNvGrpSpPr>
            <p:nvPr/>
          </p:nvGrpSpPr>
          <p:grpSpPr bwMode="auto">
            <a:xfrm>
              <a:off x="2383" y="571"/>
              <a:ext cx="579" cy="230"/>
              <a:chOff x="2383" y="571"/>
              <a:chExt cx="579" cy="230"/>
            </a:xfrm>
          </p:grpSpPr>
          <p:sp>
            <p:nvSpPr>
              <p:cNvPr id="51318" name="Rectangle 101"/>
              <p:cNvSpPr>
                <a:spLocks noChangeArrowheads="1"/>
              </p:cNvSpPr>
              <p:nvPr/>
            </p:nvSpPr>
            <p:spPr bwMode="auto">
              <a:xfrm>
                <a:off x="2383" y="58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51319" name="Rectangle 102"/>
              <p:cNvSpPr>
                <a:spLocks noChangeArrowheads="1"/>
              </p:cNvSpPr>
              <p:nvPr/>
            </p:nvSpPr>
            <p:spPr bwMode="auto">
              <a:xfrm>
                <a:off x="2542" y="571"/>
                <a:ext cx="183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Arial" panose="020B0604020202020204" pitchFamily="34" charset="0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sp>
          <p:nvSpPr>
            <p:cNvPr id="51311" name="Rectangle 103"/>
            <p:cNvSpPr>
              <a:spLocks noChangeArrowheads="1"/>
            </p:cNvSpPr>
            <p:nvPr/>
          </p:nvSpPr>
          <p:spPr bwMode="auto">
            <a:xfrm>
              <a:off x="2970" y="58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1312" name="Rectangle 104"/>
            <p:cNvSpPr>
              <a:spLocks noChangeArrowheads="1"/>
            </p:cNvSpPr>
            <p:nvPr/>
          </p:nvSpPr>
          <p:spPr bwMode="auto">
            <a:xfrm>
              <a:off x="3469" y="572"/>
              <a:ext cx="66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51313" name="Rectangle 105"/>
            <p:cNvSpPr>
              <a:spLocks noChangeArrowheads="1"/>
            </p:cNvSpPr>
            <p:nvPr/>
          </p:nvSpPr>
          <p:spPr bwMode="auto">
            <a:xfrm>
              <a:off x="4668" y="380"/>
              <a:ext cx="17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51314" name="Rectangle 106"/>
            <p:cNvSpPr>
              <a:spLocks noChangeArrowheads="1"/>
            </p:cNvSpPr>
            <p:nvPr/>
          </p:nvSpPr>
          <p:spPr bwMode="auto">
            <a:xfrm>
              <a:off x="2770" y="380"/>
              <a:ext cx="24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51315" name="Rectangle 107"/>
            <p:cNvSpPr>
              <a:spLocks noChangeArrowheads="1"/>
            </p:cNvSpPr>
            <p:nvPr/>
          </p:nvSpPr>
          <p:spPr bwMode="auto">
            <a:xfrm>
              <a:off x="2182" y="380"/>
              <a:ext cx="24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51316" name="Rectangle 108"/>
            <p:cNvSpPr>
              <a:spLocks noChangeArrowheads="1"/>
            </p:cNvSpPr>
            <p:nvPr/>
          </p:nvSpPr>
          <p:spPr bwMode="auto">
            <a:xfrm>
              <a:off x="1594" y="380"/>
              <a:ext cx="24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51317" name="Rectangle 109"/>
            <p:cNvSpPr>
              <a:spLocks noChangeArrowheads="1"/>
            </p:cNvSpPr>
            <p:nvPr/>
          </p:nvSpPr>
          <p:spPr bwMode="auto">
            <a:xfrm>
              <a:off x="1098" y="380"/>
              <a:ext cx="24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31</a:t>
              </a:r>
            </a:p>
          </p:txBody>
        </p:sp>
      </p:grpSp>
      <p:grpSp>
        <p:nvGrpSpPr>
          <p:cNvPr id="51279" name="Group 110"/>
          <p:cNvGrpSpPr>
            <a:grpSpLocks/>
          </p:cNvGrpSpPr>
          <p:nvPr/>
        </p:nvGrpSpPr>
        <p:grpSpPr bwMode="auto">
          <a:xfrm>
            <a:off x="2906348" y="1753862"/>
            <a:ext cx="6316663" cy="641350"/>
            <a:chOff x="947" y="380"/>
            <a:chExt cx="3979" cy="404"/>
          </a:xfrm>
        </p:grpSpPr>
        <p:sp>
          <p:nvSpPr>
            <p:cNvPr id="51281" name="Rectangle 111"/>
            <p:cNvSpPr>
              <a:spLocks noChangeArrowheads="1"/>
            </p:cNvSpPr>
            <p:nvPr/>
          </p:nvSpPr>
          <p:spPr bwMode="auto">
            <a:xfrm>
              <a:off x="1016" y="584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grpSp>
          <p:nvGrpSpPr>
            <p:cNvPr id="51282" name="Group 112"/>
            <p:cNvGrpSpPr>
              <a:grpSpLocks/>
            </p:cNvGrpSpPr>
            <p:nvPr/>
          </p:nvGrpSpPr>
          <p:grpSpPr bwMode="auto">
            <a:xfrm>
              <a:off x="1012" y="572"/>
              <a:ext cx="664" cy="212"/>
              <a:chOff x="1012" y="572"/>
              <a:chExt cx="664" cy="212"/>
            </a:xfrm>
          </p:grpSpPr>
          <p:sp>
            <p:nvSpPr>
              <p:cNvPr id="51305" name="Rectangle 113"/>
              <p:cNvSpPr>
                <a:spLocks noChangeArrowheads="1"/>
              </p:cNvSpPr>
              <p:nvPr/>
            </p:nvSpPr>
            <p:spPr bwMode="auto">
              <a:xfrm>
                <a:off x="1012" y="58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51306" name="Rectangle 114"/>
              <p:cNvSpPr>
                <a:spLocks noChangeArrowheads="1"/>
              </p:cNvSpPr>
              <p:nvPr/>
            </p:nvSpPr>
            <p:spPr bwMode="auto">
              <a:xfrm>
                <a:off x="1205" y="572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Arial" panose="020B0604020202020204" pitchFamily="34" charset="0"/>
                    <a:ea typeface="SimHei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51283" name="Group 115"/>
            <p:cNvGrpSpPr>
              <a:grpSpLocks/>
            </p:cNvGrpSpPr>
            <p:nvPr/>
          </p:nvGrpSpPr>
          <p:grpSpPr bwMode="auto">
            <a:xfrm>
              <a:off x="1684" y="572"/>
              <a:ext cx="616" cy="212"/>
              <a:chOff x="1684" y="572"/>
              <a:chExt cx="616" cy="212"/>
            </a:xfrm>
          </p:grpSpPr>
          <p:sp>
            <p:nvSpPr>
              <p:cNvPr id="51303" name="Rectangle 116"/>
              <p:cNvSpPr>
                <a:spLocks noChangeArrowheads="1"/>
              </p:cNvSpPr>
              <p:nvPr/>
            </p:nvSpPr>
            <p:spPr bwMode="auto">
              <a:xfrm>
                <a:off x="1684" y="58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51304" name="Rectangle 117"/>
              <p:cNvSpPr>
                <a:spLocks noChangeArrowheads="1"/>
              </p:cNvSpPr>
              <p:nvPr/>
            </p:nvSpPr>
            <p:spPr bwMode="auto">
              <a:xfrm>
                <a:off x="1859" y="572"/>
                <a:ext cx="22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Arial" panose="020B0604020202020204" pitchFamily="34" charset="0"/>
                    <a:ea typeface="SimHei" panose="02010609060101010101" pitchFamily="49" charset="-122"/>
                  </a:rPr>
                  <a:t>rs</a:t>
                </a:r>
                <a:endPara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51284" name="Group 118"/>
            <p:cNvGrpSpPr>
              <a:grpSpLocks/>
            </p:cNvGrpSpPr>
            <p:nvPr/>
          </p:nvGrpSpPr>
          <p:grpSpPr bwMode="auto">
            <a:xfrm>
              <a:off x="2308" y="572"/>
              <a:ext cx="616" cy="212"/>
              <a:chOff x="2308" y="572"/>
              <a:chExt cx="616" cy="212"/>
            </a:xfrm>
          </p:grpSpPr>
          <p:sp>
            <p:nvSpPr>
              <p:cNvPr id="51301" name="Rectangle 119"/>
              <p:cNvSpPr>
                <a:spLocks noChangeArrowheads="1"/>
              </p:cNvSpPr>
              <p:nvPr/>
            </p:nvSpPr>
            <p:spPr bwMode="auto">
              <a:xfrm>
                <a:off x="2308" y="58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51302" name="Rectangle 120"/>
              <p:cNvSpPr>
                <a:spLocks noChangeArrowheads="1"/>
              </p:cNvSpPr>
              <p:nvPr/>
            </p:nvSpPr>
            <p:spPr bwMode="auto">
              <a:xfrm>
                <a:off x="2483" y="572"/>
                <a:ext cx="19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Arial" panose="020B0604020202020204" pitchFamily="34" charset="0"/>
                    <a:ea typeface="SimHei" panose="02010609060101010101" pitchFamily="49" charset="-122"/>
                  </a:rPr>
                  <a:t>rt</a:t>
                </a:r>
              </a:p>
            </p:txBody>
          </p:sp>
        </p:grpSp>
        <p:grpSp>
          <p:nvGrpSpPr>
            <p:cNvPr id="51285" name="Group 121"/>
            <p:cNvGrpSpPr>
              <a:grpSpLocks/>
            </p:cNvGrpSpPr>
            <p:nvPr/>
          </p:nvGrpSpPr>
          <p:grpSpPr bwMode="auto">
            <a:xfrm>
              <a:off x="2932" y="572"/>
              <a:ext cx="616" cy="212"/>
              <a:chOff x="2932" y="572"/>
              <a:chExt cx="616" cy="212"/>
            </a:xfrm>
          </p:grpSpPr>
          <p:sp>
            <p:nvSpPr>
              <p:cNvPr id="51299" name="Rectangle 122"/>
              <p:cNvSpPr>
                <a:spLocks noChangeArrowheads="1"/>
              </p:cNvSpPr>
              <p:nvPr/>
            </p:nvSpPr>
            <p:spPr bwMode="auto">
              <a:xfrm>
                <a:off x="2932" y="58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51300" name="Rectangle 123"/>
              <p:cNvSpPr>
                <a:spLocks noChangeArrowheads="1"/>
              </p:cNvSpPr>
              <p:nvPr/>
            </p:nvSpPr>
            <p:spPr bwMode="auto">
              <a:xfrm>
                <a:off x="3107" y="572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Arial" panose="020B0604020202020204" pitchFamily="34" charset="0"/>
                    <a:ea typeface="SimHei" panose="02010609060101010101" pitchFamily="49" charset="-122"/>
                  </a:rPr>
                  <a:t>rd</a:t>
                </a:r>
                <a:endPara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51286" name="Group 124"/>
            <p:cNvGrpSpPr>
              <a:grpSpLocks/>
            </p:cNvGrpSpPr>
            <p:nvPr/>
          </p:nvGrpSpPr>
          <p:grpSpPr bwMode="auto">
            <a:xfrm>
              <a:off x="3556" y="572"/>
              <a:ext cx="616" cy="212"/>
              <a:chOff x="3556" y="572"/>
              <a:chExt cx="616" cy="212"/>
            </a:xfrm>
          </p:grpSpPr>
          <p:sp>
            <p:nvSpPr>
              <p:cNvPr id="51297" name="Rectangle 125"/>
              <p:cNvSpPr>
                <a:spLocks noChangeArrowheads="1"/>
              </p:cNvSpPr>
              <p:nvPr/>
            </p:nvSpPr>
            <p:spPr bwMode="auto">
              <a:xfrm>
                <a:off x="3556" y="58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51298" name="Rectangle 126"/>
              <p:cNvSpPr>
                <a:spLocks noChangeArrowheads="1"/>
              </p:cNvSpPr>
              <p:nvPr/>
            </p:nvSpPr>
            <p:spPr bwMode="auto">
              <a:xfrm>
                <a:off x="3635" y="572"/>
                <a:ext cx="46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Arial" panose="020B0604020202020204" pitchFamily="34" charset="0"/>
                    <a:ea typeface="SimHei" panose="02010609060101010101" pitchFamily="49" charset="-122"/>
                  </a:rPr>
                  <a:t>shamt</a:t>
                </a:r>
                <a:endPara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endParaRPr>
              </a:p>
            </p:txBody>
          </p:sp>
        </p:grpSp>
        <p:grpSp>
          <p:nvGrpSpPr>
            <p:cNvPr id="51287" name="Group 127"/>
            <p:cNvGrpSpPr>
              <a:grpSpLocks/>
            </p:cNvGrpSpPr>
            <p:nvPr/>
          </p:nvGrpSpPr>
          <p:grpSpPr bwMode="auto">
            <a:xfrm>
              <a:off x="4180" y="572"/>
              <a:ext cx="664" cy="212"/>
              <a:chOff x="4180" y="572"/>
              <a:chExt cx="664" cy="212"/>
            </a:xfrm>
          </p:grpSpPr>
          <p:sp>
            <p:nvSpPr>
              <p:cNvPr id="51295" name="Rectangle 128"/>
              <p:cNvSpPr>
                <a:spLocks noChangeArrowheads="1"/>
              </p:cNvSpPr>
              <p:nvPr/>
            </p:nvSpPr>
            <p:spPr bwMode="auto">
              <a:xfrm>
                <a:off x="4180" y="58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51296" name="Rectangle 129"/>
              <p:cNvSpPr>
                <a:spLocks noChangeArrowheads="1"/>
              </p:cNvSpPr>
              <p:nvPr/>
            </p:nvSpPr>
            <p:spPr bwMode="auto">
              <a:xfrm>
                <a:off x="4373" y="572"/>
                <a:ext cx="39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latin typeface="Arial" panose="020B0604020202020204" pitchFamily="34" charset="0"/>
                    <a:ea typeface="SimHei" panose="02010609060101010101" pitchFamily="49" charset="-122"/>
                  </a:rPr>
                  <a:t>funct</a:t>
                </a:r>
                <a:endPara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51288" name="Rectangle 130"/>
            <p:cNvSpPr>
              <a:spLocks noChangeArrowheads="1"/>
            </p:cNvSpPr>
            <p:nvPr/>
          </p:nvSpPr>
          <p:spPr bwMode="auto">
            <a:xfrm>
              <a:off x="4739" y="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51289" name="Rectangle 131"/>
            <p:cNvSpPr>
              <a:spLocks noChangeArrowheads="1"/>
            </p:cNvSpPr>
            <p:nvPr/>
          </p:nvSpPr>
          <p:spPr bwMode="auto">
            <a:xfrm>
              <a:off x="4019" y="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6</a:t>
              </a:r>
            </a:p>
          </p:txBody>
        </p:sp>
        <p:sp>
          <p:nvSpPr>
            <p:cNvPr id="51290" name="Rectangle 132"/>
            <p:cNvSpPr>
              <a:spLocks noChangeArrowheads="1"/>
            </p:cNvSpPr>
            <p:nvPr/>
          </p:nvSpPr>
          <p:spPr bwMode="auto">
            <a:xfrm>
              <a:off x="3347" y="380"/>
              <a:ext cx="2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11</a:t>
              </a:r>
            </a:p>
          </p:txBody>
        </p:sp>
        <p:sp>
          <p:nvSpPr>
            <p:cNvPr id="51291" name="Rectangle 133"/>
            <p:cNvSpPr>
              <a:spLocks noChangeArrowheads="1"/>
            </p:cNvSpPr>
            <p:nvPr/>
          </p:nvSpPr>
          <p:spPr bwMode="auto">
            <a:xfrm>
              <a:off x="2723" y="38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51292" name="Rectangle 134"/>
            <p:cNvSpPr>
              <a:spLocks noChangeArrowheads="1"/>
            </p:cNvSpPr>
            <p:nvPr/>
          </p:nvSpPr>
          <p:spPr bwMode="auto">
            <a:xfrm>
              <a:off x="2099" y="38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51293" name="Rectangle 135"/>
            <p:cNvSpPr>
              <a:spLocks noChangeArrowheads="1"/>
            </p:cNvSpPr>
            <p:nvPr/>
          </p:nvSpPr>
          <p:spPr bwMode="auto">
            <a:xfrm>
              <a:off x="1475" y="38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51294" name="Rectangle 136"/>
            <p:cNvSpPr>
              <a:spLocks noChangeArrowheads="1"/>
            </p:cNvSpPr>
            <p:nvPr/>
          </p:nvSpPr>
          <p:spPr bwMode="auto">
            <a:xfrm>
              <a:off x="947" y="380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Arial" panose="020B0604020202020204" pitchFamily="34" charset="0"/>
                  <a:ea typeface="SimHei" panose="02010609060101010101" pitchFamily="49" charset="-122"/>
                </a:rPr>
                <a:t>31</a:t>
              </a:r>
            </a:p>
          </p:txBody>
        </p:sp>
      </p:grpSp>
      <p:graphicFrame>
        <p:nvGraphicFramePr>
          <p:cNvPr id="141" name="Table 3">
            <a:extLst>
              <a:ext uri="{FF2B5EF4-FFF2-40B4-BE49-F238E27FC236}">
                <a16:creationId xmlns:a16="http://schemas.microsoft.com/office/drawing/2014/main" id="{A3E1E2E8-3F20-4F57-A82D-B678CB17F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239883"/>
              </p:ext>
            </p:extLst>
          </p:nvPr>
        </p:nvGraphicFramePr>
        <p:xfrm>
          <a:off x="4923321" y="2991797"/>
          <a:ext cx="420687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355">
                  <a:extLst>
                    <a:ext uri="{9D8B030D-6E8A-4147-A177-3AD203B41FA5}">
                      <a16:colId xmlns:a16="http://schemas.microsoft.com/office/drawing/2014/main" val="1061249956"/>
                    </a:ext>
                  </a:extLst>
                </a:gridCol>
                <a:gridCol w="646701">
                  <a:extLst>
                    <a:ext uri="{9D8B030D-6E8A-4147-A177-3AD203B41FA5}">
                      <a16:colId xmlns:a16="http://schemas.microsoft.com/office/drawing/2014/main" val="3720006457"/>
                    </a:ext>
                  </a:extLst>
                </a:gridCol>
                <a:gridCol w="662263">
                  <a:extLst>
                    <a:ext uri="{9D8B030D-6E8A-4147-A177-3AD203B41FA5}">
                      <a16:colId xmlns:a16="http://schemas.microsoft.com/office/drawing/2014/main" val="3092764089"/>
                    </a:ext>
                  </a:extLst>
                </a:gridCol>
                <a:gridCol w="484554">
                  <a:extLst>
                    <a:ext uri="{9D8B030D-6E8A-4147-A177-3AD203B41FA5}">
                      <a16:colId xmlns:a16="http://schemas.microsoft.com/office/drawing/2014/main" val="3137434304"/>
                    </a:ext>
                  </a:extLst>
                </a:gridCol>
                <a:gridCol w="500893">
                  <a:extLst>
                    <a:ext uri="{9D8B030D-6E8A-4147-A177-3AD203B41FA5}">
                      <a16:colId xmlns:a16="http://schemas.microsoft.com/office/drawing/2014/main" val="1154784256"/>
                    </a:ext>
                  </a:extLst>
                </a:gridCol>
                <a:gridCol w="537041">
                  <a:extLst>
                    <a:ext uri="{9D8B030D-6E8A-4147-A177-3AD203B41FA5}">
                      <a16:colId xmlns:a16="http://schemas.microsoft.com/office/drawing/2014/main" val="2084845388"/>
                    </a:ext>
                  </a:extLst>
                </a:gridCol>
                <a:gridCol w="567068">
                  <a:extLst>
                    <a:ext uri="{9D8B030D-6E8A-4147-A177-3AD203B41FA5}">
                      <a16:colId xmlns:a16="http://schemas.microsoft.com/office/drawing/2014/main" val="2814040972"/>
                    </a:ext>
                  </a:extLst>
                </a:gridCol>
              </a:tblGrid>
              <a:tr h="201299">
                <a:tc>
                  <a:txBody>
                    <a:bodyPr/>
                    <a:lstStyle/>
                    <a:p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44675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PCSrc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Zero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363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ALUsrc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505304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ExtOp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021078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RegWr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04037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 err="1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RegDst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X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X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79844"/>
                  </a:ext>
                </a:extLst>
              </a:tr>
            </a:tbl>
          </a:graphicData>
        </a:graphic>
      </p:graphicFrame>
      <p:sp>
        <p:nvSpPr>
          <p:cNvPr id="139" name="Rectangle 4">
            <a:extLst>
              <a:ext uri="{FF2B5EF4-FFF2-40B4-BE49-F238E27FC236}">
                <a16:creationId xmlns:a16="http://schemas.microsoft.com/office/drawing/2014/main" id="{590815AC-F347-4E0D-9DAA-717A67121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399726"/>
            <a:ext cx="25146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2" name="Oval 90">
            <a:extLst>
              <a:ext uri="{FF2B5EF4-FFF2-40B4-BE49-F238E27FC236}">
                <a16:creationId xmlns:a16="http://schemas.microsoft.com/office/drawing/2014/main" id="{0ABC207D-49B6-43ED-B84C-F93EE3C23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4566" y="2131403"/>
            <a:ext cx="847684" cy="623508"/>
          </a:xfrm>
          <a:prstGeom prst="ellipse">
            <a:avLst/>
          </a:prstGeom>
          <a:noFill/>
          <a:ln w="508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4" name="Line 15">
            <a:extLst>
              <a:ext uri="{FF2B5EF4-FFF2-40B4-BE49-F238E27FC236}">
                <a16:creationId xmlns:a16="http://schemas.microsoft.com/office/drawing/2014/main" id="{A73399F4-1CC7-4CD0-87EB-5508EF1351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8637" y="3918267"/>
            <a:ext cx="100876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5" name="Line 16">
            <a:extLst>
              <a:ext uri="{FF2B5EF4-FFF2-40B4-BE49-F238E27FC236}">
                <a16:creationId xmlns:a16="http://schemas.microsoft.com/office/drawing/2014/main" id="{0D461D91-5F09-4128-84E5-0FB44B221E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7165" y="384170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6" name="Rectangle 17">
            <a:extLst>
              <a:ext uri="{FF2B5EF4-FFF2-40B4-BE49-F238E27FC236}">
                <a16:creationId xmlns:a16="http://schemas.microsoft.com/office/drawing/2014/main" id="{FA648817-0988-4C56-94E9-FCAA229B7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795" y="391826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48" name="Line 19">
            <a:extLst>
              <a:ext uri="{FF2B5EF4-FFF2-40B4-BE49-F238E27FC236}">
                <a16:creationId xmlns:a16="http://schemas.microsoft.com/office/drawing/2014/main" id="{BB2F0598-2BA1-484F-BA4F-0F00F9B046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0282" y="3043558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9" name="Rectangle 20">
            <a:extLst>
              <a:ext uri="{FF2B5EF4-FFF2-40B4-BE49-F238E27FC236}">
                <a16:creationId xmlns:a16="http://schemas.microsoft.com/office/drawing/2014/main" id="{DAAB15FF-7790-4214-ABED-3D4A1719A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732" y="2948715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0" name="Rectangle 21">
            <a:extLst>
              <a:ext uri="{FF2B5EF4-FFF2-40B4-BE49-F238E27FC236}">
                <a16:creationId xmlns:a16="http://schemas.microsoft.com/office/drawing/2014/main" id="{241FECE0-02E9-41D8-9E8A-25675A956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23" y="4333134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1" name="Rectangle 22">
            <a:extLst>
              <a:ext uri="{FF2B5EF4-FFF2-40B4-BE49-F238E27FC236}">
                <a16:creationId xmlns:a16="http://schemas.microsoft.com/office/drawing/2014/main" id="{D56617E2-3F0E-4108-98FA-580465A3A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08" y="3491600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Rectangle 23">
            <a:extLst>
              <a:ext uri="{FF2B5EF4-FFF2-40B4-BE49-F238E27FC236}">
                <a16:creationId xmlns:a16="http://schemas.microsoft.com/office/drawing/2014/main" id="{40C119E2-EACB-4D35-A02D-0EB9B69E5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2" y="3321367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3" name="Line 24">
            <a:extLst>
              <a:ext uri="{FF2B5EF4-FFF2-40B4-BE49-F238E27FC236}">
                <a16:creationId xmlns:a16="http://schemas.microsoft.com/office/drawing/2014/main" id="{0FF61A54-EA0E-44DA-9684-FE366158A8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541" y="4287421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4" name="Line 25">
            <a:extLst>
              <a:ext uri="{FF2B5EF4-FFF2-40B4-BE49-F238E27FC236}">
                <a16:creationId xmlns:a16="http://schemas.microsoft.com/office/drawing/2014/main" id="{981B319C-486E-4FD6-B28F-18D745E7A8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82" y="4399378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Rectangle 27">
            <a:extLst>
              <a:ext uri="{FF2B5EF4-FFF2-40B4-BE49-F238E27FC236}">
                <a16:creationId xmlns:a16="http://schemas.microsoft.com/office/drawing/2014/main" id="{2E593856-681F-4B32-9BE9-DC8A405CE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2" y="2773680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6" name="Line 28">
            <a:extLst>
              <a:ext uri="{FF2B5EF4-FFF2-40B4-BE49-F238E27FC236}">
                <a16:creationId xmlns:a16="http://schemas.microsoft.com/office/drawing/2014/main" id="{B635A156-419F-4655-A664-05E3C7F8F7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4" y="3842067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7" name="Line 29">
            <a:extLst>
              <a:ext uri="{FF2B5EF4-FFF2-40B4-BE49-F238E27FC236}">
                <a16:creationId xmlns:a16="http://schemas.microsoft.com/office/drawing/2014/main" id="{1F65FEE2-C2B7-4B60-9EE2-6F527F90EF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313" y="375927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8" name="Rectangle 30">
            <a:extLst>
              <a:ext uri="{FF2B5EF4-FFF2-40B4-BE49-F238E27FC236}">
                <a16:creationId xmlns:a16="http://schemas.microsoft.com/office/drawing/2014/main" id="{0E6057E2-A4A6-4ADB-9FAE-633CA883E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7" y="379886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59" name="Line 31">
            <a:extLst>
              <a:ext uri="{FF2B5EF4-FFF2-40B4-BE49-F238E27FC236}">
                <a16:creationId xmlns:a16="http://schemas.microsoft.com/office/drawing/2014/main" id="{77D8EBF3-1474-413C-B602-787ED9B29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3467477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0" name="Line 32">
            <a:extLst>
              <a:ext uri="{FF2B5EF4-FFF2-40B4-BE49-F238E27FC236}">
                <a16:creationId xmlns:a16="http://schemas.microsoft.com/office/drawing/2014/main" id="{9FD900D7-6003-4947-BFAA-41C904802F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5257" y="339121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1" name="Rectangle 33">
            <a:extLst>
              <a:ext uri="{FF2B5EF4-FFF2-40B4-BE49-F238E27FC236}">
                <a16:creationId xmlns:a16="http://schemas.microsoft.com/office/drawing/2014/main" id="{15C23BC2-D050-4DB6-80EE-CA68C755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520" y="353726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2" name="Rectangle 34">
            <a:extLst>
              <a:ext uri="{FF2B5EF4-FFF2-40B4-BE49-F238E27FC236}">
                <a16:creationId xmlns:a16="http://schemas.microsoft.com/office/drawing/2014/main" id="{EAB4C51E-3CF4-4A42-B201-FE3E0DA4C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3156267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3" name="Line 35">
            <a:extLst>
              <a:ext uri="{FF2B5EF4-FFF2-40B4-BE49-F238E27FC236}">
                <a16:creationId xmlns:a16="http://schemas.microsoft.com/office/drawing/2014/main" id="{209A3B1C-9B0A-4E23-A9C2-6A34F15CC8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557" y="3067367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4" name="Line 36">
            <a:extLst>
              <a:ext uri="{FF2B5EF4-FFF2-40B4-BE49-F238E27FC236}">
                <a16:creationId xmlns:a16="http://schemas.microsoft.com/office/drawing/2014/main" id="{0CFFF899-DB23-4477-AED4-87D5730A4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4362827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5" name="Line 37">
            <a:extLst>
              <a:ext uri="{FF2B5EF4-FFF2-40B4-BE49-F238E27FC236}">
                <a16:creationId xmlns:a16="http://schemas.microsoft.com/office/drawing/2014/main" id="{D9DC3AA1-B12B-4A7C-8514-815E65EB54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8057" y="430561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6" name="Rectangle 38">
            <a:extLst>
              <a:ext uri="{FF2B5EF4-FFF2-40B4-BE49-F238E27FC236}">
                <a16:creationId xmlns:a16="http://schemas.microsoft.com/office/drawing/2014/main" id="{17ED14DA-8D72-4BF6-A7D4-8A207419C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433688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67" name="Rectangle 39">
            <a:extLst>
              <a:ext uri="{FF2B5EF4-FFF2-40B4-BE49-F238E27FC236}">
                <a16:creationId xmlns:a16="http://schemas.microsoft.com/office/drawing/2014/main" id="{A881338A-EC24-4BAA-B2D2-566692E24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712" y="4023879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8" name="Line 40">
            <a:extLst>
              <a:ext uri="{FF2B5EF4-FFF2-40B4-BE49-F238E27FC236}">
                <a16:creationId xmlns:a16="http://schemas.microsoft.com/office/drawing/2014/main" id="{FAE49E5E-1F14-4E9E-A8D5-E5ABCE25E3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109" y="4399374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9" name="Line 41">
            <a:extLst>
              <a:ext uri="{FF2B5EF4-FFF2-40B4-BE49-F238E27FC236}">
                <a16:creationId xmlns:a16="http://schemas.microsoft.com/office/drawing/2014/main" id="{DD2B8BAD-BF17-4864-81FB-364CF3865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2357" y="2584061"/>
            <a:ext cx="0" cy="7452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0" name="Line 42">
            <a:extLst>
              <a:ext uri="{FF2B5EF4-FFF2-40B4-BE49-F238E27FC236}">
                <a16:creationId xmlns:a16="http://schemas.microsoft.com/office/drawing/2014/main" id="{4CC8AF40-4B44-4D91-A51B-B7AAC011FA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2507" y="2997517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1" name="Rectangle 43">
            <a:extLst>
              <a:ext uri="{FF2B5EF4-FFF2-40B4-BE49-F238E27FC236}">
                <a16:creationId xmlns:a16="http://schemas.microsoft.com/office/drawing/2014/main" id="{C5AA309B-53E4-4C89-A8DD-C1378D71C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285146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72" name="Line 44">
            <a:extLst>
              <a:ext uri="{FF2B5EF4-FFF2-40B4-BE49-F238E27FC236}">
                <a16:creationId xmlns:a16="http://schemas.microsoft.com/office/drawing/2014/main" id="{4FE8C1F9-279C-4470-9D24-BE6616673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3357" y="289750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3" name="Line 45">
            <a:extLst>
              <a:ext uri="{FF2B5EF4-FFF2-40B4-BE49-F238E27FC236}">
                <a16:creationId xmlns:a16="http://schemas.microsoft.com/office/drawing/2014/main" id="{86788F14-86A6-411A-AEF4-003E2A9AEF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3507" y="2997517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4" name="Rectangle 46">
            <a:extLst>
              <a:ext uri="{FF2B5EF4-FFF2-40B4-BE49-F238E27FC236}">
                <a16:creationId xmlns:a16="http://schemas.microsoft.com/office/drawing/2014/main" id="{DD282ECA-10FD-4683-A1F4-5FD6C4885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470" y="285146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75" name="Line 47">
            <a:extLst>
              <a:ext uri="{FF2B5EF4-FFF2-40B4-BE49-F238E27FC236}">
                <a16:creationId xmlns:a16="http://schemas.microsoft.com/office/drawing/2014/main" id="{CB602E46-ECFB-4E43-AE7A-F457FF211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0557" y="289750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6" name="Line 48">
            <a:extLst>
              <a:ext uri="{FF2B5EF4-FFF2-40B4-BE49-F238E27FC236}">
                <a16:creationId xmlns:a16="http://schemas.microsoft.com/office/drawing/2014/main" id="{C685652B-6A63-493E-B57A-EAFFAF5779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0707" y="2997517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7" name="Rectangle 49">
            <a:extLst>
              <a:ext uri="{FF2B5EF4-FFF2-40B4-BE49-F238E27FC236}">
                <a16:creationId xmlns:a16="http://schemas.microsoft.com/office/drawing/2014/main" id="{762B240C-58DD-46DB-83D3-843BF0DA3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285146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78" name="Rectangle 50">
            <a:extLst>
              <a:ext uri="{FF2B5EF4-FFF2-40B4-BE49-F238E27FC236}">
                <a16:creationId xmlns:a16="http://schemas.microsoft.com/office/drawing/2014/main" id="{05660A2D-D1CB-4E7E-B709-6F5927A37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308667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9" name="Rectangle 51">
            <a:extLst>
              <a:ext uri="{FF2B5EF4-FFF2-40B4-BE49-F238E27FC236}">
                <a16:creationId xmlns:a16="http://schemas.microsoft.com/office/drawing/2014/main" id="{1F5AE806-67C8-43F4-B71C-9F8B47C98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670" y="3308667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180" name="Rectangle 52">
            <a:extLst>
              <a:ext uri="{FF2B5EF4-FFF2-40B4-BE49-F238E27FC236}">
                <a16:creationId xmlns:a16="http://schemas.microsoft.com/office/drawing/2014/main" id="{EB6A76FE-75C7-4CE9-95B6-619838C44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3308667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181" name="Rectangle 53">
            <a:extLst>
              <a:ext uri="{FF2B5EF4-FFF2-40B4-BE49-F238E27FC236}">
                <a16:creationId xmlns:a16="http://schemas.microsoft.com/office/drawing/2014/main" id="{D6A6B381-14C6-49C1-92F7-60D4CFEE3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613467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182" name="Line 54">
            <a:extLst>
              <a:ext uri="{FF2B5EF4-FFF2-40B4-BE49-F238E27FC236}">
                <a16:creationId xmlns:a16="http://schemas.microsoft.com/office/drawing/2014/main" id="{140AEEED-0704-4764-9838-473D3C8D8B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3" y="6566413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3" name="Line 55">
            <a:extLst>
              <a:ext uri="{FF2B5EF4-FFF2-40B4-BE49-F238E27FC236}">
                <a16:creationId xmlns:a16="http://schemas.microsoft.com/office/drawing/2014/main" id="{3B0E9EC1-72AB-466F-9213-88D8A8E21C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114" y="3833712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4" name="Line 88">
            <a:extLst>
              <a:ext uri="{FF2B5EF4-FFF2-40B4-BE49-F238E27FC236}">
                <a16:creationId xmlns:a16="http://schemas.microsoft.com/office/drawing/2014/main" id="{1EDE0B7C-6302-42B3-BFD2-5AC818971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769" y="4375467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5" name="Line 89">
            <a:extLst>
              <a:ext uri="{FF2B5EF4-FFF2-40B4-BE49-F238E27FC236}">
                <a16:creationId xmlns:a16="http://schemas.microsoft.com/office/drawing/2014/main" id="{F3A98971-DE31-43B9-A69F-E7B6FDB2F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589" y="5527848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BFD213ED-7456-426E-9B37-CAC1E6A636E8}"/>
              </a:ext>
            </a:extLst>
          </p:cNvPr>
          <p:cNvGrpSpPr/>
          <p:nvPr/>
        </p:nvGrpSpPr>
        <p:grpSpPr>
          <a:xfrm>
            <a:off x="3322314" y="3321367"/>
            <a:ext cx="505337" cy="1193800"/>
            <a:chOff x="5799138" y="4889500"/>
            <a:chExt cx="505337" cy="1193800"/>
          </a:xfrm>
        </p:grpSpPr>
        <p:grpSp>
          <p:nvGrpSpPr>
            <p:cNvPr id="187" name="Group 4">
              <a:extLst>
                <a:ext uri="{FF2B5EF4-FFF2-40B4-BE49-F238E27FC236}">
                  <a16:creationId xmlns:a16="http://schemas.microsoft.com/office/drawing/2014/main" id="{5E77C8DF-F5A8-47E7-9E18-A96E5CEFDC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89" name="Line 5">
                <a:extLst>
                  <a:ext uri="{FF2B5EF4-FFF2-40B4-BE49-F238E27FC236}">
                    <a16:creationId xmlns:a16="http://schemas.microsoft.com/office/drawing/2014/main" id="{8EEBDE03-3BCF-445F-B180-A28B846C91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0" name="Line 6">
                <a:extLst>
                  <a:ext uri="{FF2B5EF4-FFF2-40B4-BE49-F238E27FC236}">
                    <a16:creationId xmlns:a16="http://schemas.microsoft.com/office/drawing/2014/main" id="{5E6E2FBF-E38C-4586-BA14-BF436EE6E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1" name="Line 7">
                <a:extLst>
                  <a:ext uri="{FF2B5EF4-FFF2-40B4-BE49-F238E27FC236}">
                    <a16:creationId xmlns:a16="http://schemas.microsoft.com/office/drawing/2014/main" id="{78C7E64C-D279-48E7-BF29-20EDE674A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2" name="Line 8">
                <a:extLst>
                  <a:ext uri="{FF2B5EF4-FFF2-40B4-BE49-F238E27FC236}">
                    <a16:creationId xmlns:a16="http://schemas.microsoft.com/office/drawing/2014/main" id="{9DAB75C7-5673-4AA8-A5EE-1BAABD09D9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3" name="Line 9">
                <a:extLst>
                  <a:ext uri="{FF2B5EF4-FFF2-40B4-BE49-F238E27FC236}">
                    <a16:creationId xmlns:a16="http://schemas.microsoft.com/office/drawing/2014/main" id="{44E1DF73-C8FA-468A-93EA-8501AA24A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4" name="Line 10">
                <a:extLst>
                  <a:ext uri="{FF2B5EF4-FFF2-40B4-BE49-F238E27FC236}">
                    <a16:creationId xmlns:a16="http://schemas.microsoft.com/office/drawing/2014/main" id="{6B6687A7-A59C-4C20-8CC7-8F379DAF0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5" name="Line 11">
                <a:extLst>
                  <a:ext uri="{FF2B5EF4-FFF2-40B4-BE49-F238E27FC236}">
                    <a16:creationId xmlns:a16="http://schemas.microsoft.com/office/drawing/2014/main" id="{EB81C018-FD34-4287-898D-B93BABE82D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96" name="Line 12">
                <a:extLst>
                  <a:ext uri="{FF2B5EF4-FFF2-40B4-BE49-F238E27FC236}">
                    <a16:creationId xmlns:a16="http://schemas.microsoft.com/office/drawing/2014/main" id="{D6AA37DD-9225-4D2D-8F78-22C53D5FBD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88" name="Rectangle 58">
              <a:extLst>
                <a:ext uri="{FF2B5EF4-FFF2-40B4-BE49-F238E27FC236}">
                  <a16:creationId xmlns:a16="http://schemas.microsoft.com/office/drawing/2014/main" id="{F2C4F963-A889-43F8-861D-88ECC9B053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197" name="Rectangle 62">
            <a:extLst>
              <a:ext uri="{FF2B5EF4-FFF2-40B4-BE49-F238E27FC236}">
                <a16:creationId xmlns:a16="http://schemas.microsoft.com/office/drawing/2014/main" id="{9B5694E7-5D5F-45C4-A122-90E3D734F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600" y="4705140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8" name="Rectangle 63">
            <a:extLst>
              <a:ext uri="{FF2B5EF4-FFF2-40B4-BE49-F238E27FC236}">
                <a16:creationId xmlns:a16="http://schemas.microsoft.com/office/drawing/2014/main" id="{960E28AC-EB3C-4680-9E00-74EDFB3B10C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452739" y="4937989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9" name="Rectangle 64">
            <a:extLst>
              <a:ext uri="{FF2B5EF4-FFF2-40B4-BE49-F238E27FC236}">
                <a16:creationId xmlns:a16="http://schemas.microsoft.com/office/drawing/2014/main" id="{3F48CE11-5953-47A0-A81F-DA4B597A4A8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74601" y="4528134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00" name="Line 79">
            <a:extLst>
              <a:ext uri="{FF2B5EF4-FFF2-40B4-BE49-F238E27FC236}">
                <a16:creationId xmlns:a16="http://schemas.microsoft.com/office/drawing/2014/main" id="{8FE80A73-A227-405F-AF87-BFE8ACFBA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1200" y="5073440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1" name="Line 82">
            <a:extLst>
              <a:ext uri="{FF2B5EF4-FFF2-40B4-BE49-F238E27FC236}">
                <a16:creationId xmlns:a16="http://schemas.microsoft.com/office/drawing/2014/main" id="{90490089-DCE0-4D53-A04E-589F4884C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8071" y="5071853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2" name="Line 83">
            <a:extLst>
              <a:ext uri="{FF2B5EF4-FFF2-40B4-BE49-F238E27FC236}">
                <a16:creationId xmlns:a16="http://schemas.microsoft.com/office/drawing/2014/main" id="{D6EE5C8A-997D-4CA4-AAAD-EB3519DE9B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0448" y="500190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3" name="Rectangle 84">
            <a:extLst>
              <a:ext uri="{FF2B5EF4-FFF2-40B4-BE49-F238E27FC236}">
                <a16:creationId xmlns:a16="http://schemas.microsoft.com/office/drawing/2014/main" id="{FC6CB152-7526-4FDE-8249-38EE34B5D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270" y="514964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04" name="Rectangle 85">
            <a:extLst>
              <a:ext uri="{FF2B5EF4-FFF2-40B4-BE49-F238E27FC236}">
                <a16:creationId xmlns:a16="http://schemas.microsoft.com/office/drawing/2014/main" id="{E0E07C4B-1C4A-4CFD-B74B-E768811D2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0" y="4997240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05" name="Line 86">
            <a:extLst>
              <a:ext uri="{FF2B5EF4-FFF2-40B4-BE49-F238E27FC236}">
                <a16:creationId xmlns:a16="http://schemas.microsoft.com/office/drawing/2014/main" id="{354B0652-DBA4-43EA-9CC0-862CD8F05D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3409" y="3032848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6" name="Rectangle 87">
            <a:extLst>
              <a:ext uri="{FF2B5EF4-FFF2-40B4-BE49-F238E27FC236}">
                <a16:creationId xmlns:a16="http://schemas.microsoft.com/office/drawing/2014/main" id="{202A4FD7-9C5F-42D9-B2EB-26C9AFF38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54" y="2721322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07" name="Group 57">
            <a:extLst>
              <a:ext uri="{FF2B5EF4-FFF2-40B4-BE49-F238E27FC236}">
                <a16:creationId xmlns:a16="http://schemas.microsoft.com/office/drawing/2014/main" id="{671FBA4D-A52B-493A-BABD-E2EAE549FD2F}"/>
              </a:ext>
            </a:extLst>
          </p:cNvPr>
          <p:cNvGrpSpPr>
            <a:grpSpLocks/>
          </p:cNvGrpSpPr>
          <p:nvPr/>
        </p:nvGrpSpPr>
        <p:grpSpPr bwMode="auto">
          <a:xfrm>
            <a:off x="2724619" y="4088655"/>
            <a:ext cx="311150" cy="1117600"/>
            <a:chOff x="3116" y="3032"/>
            <a:chExt cx="196" cy="704"/>
          </a:xfrm>
        </p:grpSpPr>
        <p:sp>
          <p:nvSpPr>
            <p:cNvPr id="208" name="Line 58">
              <a:extLst>
                <a:ext uri="{FF2B5EF4-FFF2-40B4-BE49-F238E27FC236}">
                  <a16:creationId xmlns:a16="http://schemas.microsoft.com/office/drawing/2014/main" id="{783DC80F-24BB-43D9-9665-41BAE3F7E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9" name="Line 59">
              <a:extLst>
                <a:ext uri="{FF2B5EF4-FFF2-40B4-BE49-F238E27FC236}">
                  <a16:creationId xmlns:a16="http://schemas.microsoft.com/office/drawing/2014/main" id="{5B7A154B-1E02-4A1B-8F8D-7E1BF169F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0" name="Line 60">
              <a:extLst>
                <a:ext uri="{FF2B5EF4-FFF2-40B4-BE49-F238E27FC236}">
                  <a16:creationId xmlns:a16="http://schemas.microsoft.com/office/drawing/2014/main" id="{27E86F09-6C7F-412C-93E5-45923936A7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11" name="Line 61">
              <a:extLst>
                <a:ext uri="{FF2B5EF4-FFF2-40B4-BE49-F238E27FC236}">
                  <a16:creationId xmlns:a16="http://schemas.microsoft.com/office/drawing/2014/main" id="{6D7516AF-03B1-46E1-A5D3-1013761A3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12" name="Line 89">
            <a:extLst>
              <a:ext uri="{FF2B5EF4-FFF2-40B4-BE49-F238E27FC236}">
                <a16:creationId xmlns:a16="http://schemas.microsoft.com/office/drawing/2014/main" id="{BEB5D48A-8034-4CBE-A30C-FEF227056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7688" y="3911917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3" name="Rectangle 114">
            <a:extLst>
              <a:ext uri="{FF2B5EF4-FFF2-40B4-BE49-F238E27FC236}">
                <a16:creationId xmlns:a16="http://schemas.microsoft.com/office/drawing/2014/main" id="{FA08D0FE-87AE-4630-A76B-49699D672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16" y="5254511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4" name="Line 115">
            <a:extLst>
              <a:ext uri="{FF2B5EF4-FFF2-40B4-BE49-F238E27FC236}">
                <a16:creationId xmlns:a16="http://schemas.microsoft.com/office/drawing/2014/main" id="{C6B2300C-6663-4B02-B075-703B98DAFD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6771" y="6275601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5" name="Rectangle 116">
            <a:extLst>
              <a:ext uri="{FF2B5EF4-FFF2-40B4-BE49-F238E27FC236}">
                <a16:creationId xmlns:a16="http://schemas.microsoft.com/office/drawing/2014/main" id="{78394902-9FD0-4556-8140-B1A588B31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1580" y="5969609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6" name="Rectangle 117">
            <a:extLst>
              <a:ext uri="{FF2B5EF4-FFF2-40B4-BE49-F238E27FC236}">
                <a16:creationId xmlns:a16="http://schemas.microsoft.com/office/drawing/2014/main" id="{DECBBC22-387F-4005-BBE6-E41F0D1A5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178" y="5428298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17" name="Line 118">
            <a:extLst>
              <a:ext uri="{FF2B5EF4-FFF2-40B4-BE49-F238E27FC236}">
                <a16:creationId xmlns:a16="http://schemas.microsoft.com/office/drawing/2014/main" id="{74FA6DB9-36E4-4E6D-9912-84C52ED2D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842" y="6181611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8" name="Line 119">
            <a:extLst>
              <a:ext uri="{FF2B5EF4-FFF2-40B4-BE49-F238E27FC236}">
                <a16:creationId xmlns:a16="http://schemas.microsoft.com/office/drawing/2014/main" id="{EA21587A-1DD4-4A8E-8196-4022A74D36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4541" y="6275601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9" name="Rectangle 121">
            <a:extLst>
              <a:ext uri="{FF2B5EF4-FFF2-40B4-BE49-F238E27FC236}">
                <a16:creationId xmlns:a16="http://schemas.microsoft.com/office/drawing/2014/main" id="{4843866C-C0C0-4787-BF14-BB64698A1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66" y="5238636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0" name="Line 122">
            <a:extLst>
              <a:ext uri="{FF2B5EF4-FFF2-40B4-BE49-F238E27FC236}">
                <a16:creationId xmlns:a16="http://schemas.microsoft.com/office/drawing/2014/main" id="{81C0DE5D-43C2-4A47-948A-5B88156C25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964" y="5748223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1" name="Line 123">
            <a:extLst>
              <a:ext uri="{FF2B5EF4-FFF2-40B4-BE49-F238E27FC236}">
                <a16:creationId xmlns:a16="http://schemas.microsoft.com/office/drawing/2014/main" id="{0C9930C1-5AF5-412E-B77E-54AF1F4FAE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8291" y="568313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2" name="Rectangle 124">
            <a:extLst>
              <a:ext uri="{FF2B5EF4-FFF2-40B4-BE49-F238E27FC236}">
                <a16:creationId xmlns:a16="http://schemas.microsoft.com/office/drawing/2014/main" id="{2647592D-1BBE-47D2-A70C-6E849C031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385" y="568945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23" name="Line 125">
            <a:extLst>
              <a:ext uri="{FF2B5EF4-FFF2-40B4-BE49-F238E27FC236}">
                <a16:creationId xmlns:a16="http://schemas.microsoft.com/office/drawing/2014/main" id="{50F86B4B-F316-4012-B5C6-F47D00E089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6641" y="5013211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4" name="Rectangle 127">
            <a:extLst>
              <a:ext uri="{FF2B5EF4-FFF2-40B4-BE49-F238E27FC236}">
                <a16:creationId xmlns:a16="http://schemas.microsoft.com/office/drawing/2014/main" id="{F5408816-CC43-47AD-A0E2-2C7E03E2D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54" y="524022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5" name="Rectangle 128">
            <a:extLst>
              <a:ext uri="{FF2B5EF4-FFF2-40B4-BE49-F238E27FC236}">
                <a16:creationId xmlns:a16="http://schemas.microsoft.com/office/drawing/2014/main" id="{C724D699-CE36-4C0C-A2AA-95884D3F7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034" y="5571368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26" name="Line 130">
            <a:extLst>
              <a:ext uri="{FF2B5EF4-FFF2-40B4-BE49-F238E27FC236}">
                <a16:creationId xmlns:a16="http://schemas.microsoft.com/office/drawing/2014/main" id="{18B5BA88-A29C-4150-860E-386BCC721E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8991" y="5753340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7" name="Rectangle 131">
            <a:extLst>
              <a:ext uri="{FF2B5EF4-FFF2-40B4-BE49-F238E27FC236}">
                <a16:creationId xmlns:a16="http://schemas.microsoft.com/office/drawing/2014/main" id="{3B10910F-37CC-4C93-AC3B-6D9FBA735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242" y="549660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28" name="Rectangle 133">
            <a:extLst>
              <a:ext uri="{FF2B5EF4-FFF2-40B4-BE49-F238E27FC236}">
                <a16:creationId xmlns:a16="http://schemas.microsoft.com/office/drawing/2014/main" id="{4191B40A-3F63-4526-9C47-87D1AFFD1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816" y="4741980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9" name="Line 122">
            <a:extLst>
              <a:ext uri="{FF2B5EF4-FFF2-40B4-BE49-F238E27FC236}">
                <a16:creationId xmlns:a16="http://schemas.microsoft.com/office/drawing/2014/main" id="{31196F9F-BE3A-45E8-B898-F715F4B4AC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2140" y="5814898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0" name="Rectangle 117">
            <a:extLst>
              <a:ext uri="{FF2B5EF4-FFF2-40B4-BE49-F238E27FC236}">
                <a16:creationId xmlns:a16="http://schemas.microsoft.com/office/drawing/2014/main" id="{177DB806-950B-4BB2-A765-D6AD24799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13" y="5515832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31" name="Group 57">
            <a:extLst>
              <a:ext uri="{FF2B5EF4-FFF2-40B4-BE49-F238E27FC236}">
                <a16:creationId xmlns:a16="http://schemas.microsoft.com/office/drawing/2014/main" id="{A1DA1B1F-865D-4164-8264-10CE8469CE9D}"/>
              </a:ext>
            </a:extLst>
          </p:cNvPr>
          <p:cNvGrpSpPr>
            <a:grpSpLocks/>
          </p:cNvGrpSpPr>
          <p:nvPr/>
        </p:nvGrpSpPr>
        <p:grpSpPr bwMode="auto">
          <a:xfrm>
            <a:off x="4932422" y="4959140"/>
            <a:ext cx="311150" cy="1117600"/>
            <a:chOff x="3116" y="3032"/>
            <a:chExt cx="196" cy="704"/>
          </a:xfrm>
        </p:grpSpPr>
        <p:sp>
          <p:nvSpPr>
            <p:cNvPr id="232" name="Line 58">
              <a:extLst>
                <a:ext uri="{FF2B5EF4-FFF2-40B4-BE49-F238E27FC236}">
                  <a16:creationId xmlns:a16="http://schemas.microsoft.com/office/drawing/2014/main" id="{5D4E17A0-D4E7-42BF-8B9C-7B17293A0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3" name="Line 59">
              <a:extLst>
                <a:ext uri="{FF2B5EF4-FFF2-40B4-BE49-F238E27FC236}">
                  <a16:creationId xmlns:a16="http://schemas.microsoft.com/office/drawing/2014/main" id="{2FE309FD-60AB-497F-8CF5-FD53BF2962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4" name="Line 60">
              <a:extLst>
                <a:ext uri="{FF2B5EF4-FFF2-40B4-BE49-F238E27FC236}">
                  <a16:creationId xmlns:a16="http://schemas.microsoft.com/office/drawing/2014/main" id="{E755353C-5E7F-46FD-AA51-8E1A7ABE48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5" name="Line 61">
              <a:extLst>
                <a:ext uri="{FF2B5EF4-FFF2-40B4-BE49-F238E27FC236}">
                  <a16:creationId xmlns:a16="http://schemas.microsoft.com/office/drawing/2014/main" id="{5733D278-2B70-42A3-8F68-C77FA9BE9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36" name="Line 89">
            <a:extLst>
              <a:ext uri="{FF2B5EF4-FFF2-40B4-BE49-F238E27FC236}">
                <a16:creationId xmlns:a16="http://schemas.microsoft.com/office/drawing/2014/main" id="{D740F998-4A6B-400C-B799-3FEE92054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572" y="5536990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7" name="Line 89">
            <a:extLst>
              <a:ext uri="{FF2B5EF4-FFF2-40B4-BE49-F238E27FC236}">
                <a16:creationId xmlns:a16="http://schemas.microsoft.com/office/drawing/2014/main" id="{8147F6CE-1050-448D-9BA7-6575E03D5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3911917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8" name="Line 89">
            <a:extLst>
              <a:ext uri="{FF2B5EF4-FFF2-40B4-BE49-F238E27FC236}">
                <a16:creationId xmlns:a16="http://schemas.microsoft.com/office/drawing/2014/main" id="{C50E128B-1B0A-45C5-BC53-2A0F416E7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5248161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9" name="Rectangle 64">
            <a:extLst>
              <a:ext uri="{FF2B5EF4-FFF2-40B4-BE49-F238E27FC236}">
                <a16:creationId xmlns:a16="http://schemas.microsoft.com/office/drawing/2014/main" id="{C49E8119-8B74-4BE0-A3BB-F1FADE6A8C0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6331" y="5405077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41" name="Line 112">
            <a:extLst>
              <a:ext uri="{FF2B5EF4-FFF2-40B4-BE49-F238E27FC236}">
                <a16:creationId xmlns:a16="http://schemas.microsoft.com/office/drawing/2014/main" id="{E2E40FFC-22B3-4AC6-AF0C-69A00C552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684" y="5522090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2" name="Rectangle 113">
            <a:extLst>
              <a:ext uri="{FF2B5EF4-FFF2-40B4-BE49-F238E27FC236}">
                <a16:creationId xmlns:a16="http://schemas.microsoft.com/office/drawing/2014/main" id="{762770C0-1B22-4CA2-BF87-9ED627ADA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288" y="5624607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3" name="Line 89">
            <a:extLst>
              <a:ext uri="{FF2B5EF4-FFF2-40B4-BE49-F238E27FC236}">
                <a16:creationId xmlns:a16="http://schemas.microsoft.com/office/drawing/2014/main" id="{E2FCF934-AFC4-4F96-8E21-F61D0F25BA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2964" y="4362826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4" name="Line 88">
            <a:extLst>
              <a:ext uri="{FF2B5EF4-FFF2-40B4-BE49-F238E27FC236}">
                <a16:creationId xmlns:a16="http://schemas.microsoft.com/office/drawing/2014/main" id="{7D1BFB1E-BA14-4F71-A833-FDB318EAC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5864" y="3706707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45" name="Rectangle 18">
            <a:extLst>
              <a:ext uri="{FF2B5EF4-FFF2-40B4-BE49-F238E27FC236}">
                <a16:creationId xmlns:a16="http://schemas.microsoft.com/office/drawing/2014/main" id="{2CAA2114-728D-4397-A4D5-C7F411D55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636" y="3479217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46" name="Group 65">
            <a:extLst>
              <a:ext uri="{FF2B5EF4-FFF2-40B4-BE49-F238E27FC236}">
                <a16:creationId xmlns:a16="http://schemas.microsoft.com/office/drawing/2014/main" id="{BDF9BBF8-E917-43AE-BD48-6A146029945A}"/>
              </a:ext>
            </a:extLst>
          </p:cNvPr>
          <p:cNvGrpSpPr>
            <a:grpSpLocks/>
          </p:cNvGrpSpPr>
          <p:nvPr/>
        </p:nvGrpSpPr>
        <p:grpSpPr bwMode="auto">
          <a:xfrm>
            <a:off x="657902" y="1936360"/>
            <a:ext cx="2116138" cy="676276"/>
            <a:chOff x="1408" y="1728"/>
            <a:chExt cx="1333" cy="426"/>
          </a:xfrm>
        </p:grpSpPr>
        <p:sp>
          <p:nvSpPr>
            <p:cNvPr id="247" name="Rectangle 67">
              <a:extLst>
                <a:ext uri="{FF2B5EF4-FFF2-40B4-BE49-F238E27FC236}">
                  <a16:creationId xmlns:a16="http://schemas.microsoft.com/office/drawing/2014/main" id="{779BF11E-4F5C-4AAB-AA9F-EEFC55260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48" name="Group 68">
              <a:extLst>
                <a:ext uri="{FF2B5EF4-FFF2-40B4-BE49-F238E27FC236}">
                  <a16:creationId xmlns:a16="http://schemas.microsoft.com/office/drawing/2014/main" id="{8A8CA443-000A-4B18-9B30-EAC0D854C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55" name="Line 69">
                <a:extLst>
                  <a:ext uri="{FF2B5EF4-FFF2-40B4-BE49-F238E27FC236}">
                    <a16:creationId xmlns:a16="http://schemas.microsoft.com/office/drawing/2014/main" id="{3B28217A-EE57-463A-B429-A55702B4D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6" name="Line 70">
                <a:extLst>
                  <a:ext uri="{FF2B5EF4-FFF2-40B4-BE49-F238E27FC236}">
                    <a16:creationId xmlns:a16="http://schemas.microsoft.com/office/drawing/2014/main" id="{3FB891A5-88F5-45FB-A39C-64EF4B91F2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7" name="Line 71">
                <a:extLst>
                  <a:ext uri="{FF2B5EF4-FFF2-40B4-BE49-F238E27FC236}">
                    <a16:creationId xmlns:a16="http://schemas.microsoft.com/office/drawing/2014/main" id="{BBE37D8A-C670-4257-83EE-5E6AD0779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58" name="Line 72">
                <a:extLst>
                  <a:ext uri="{FF2B5EF4-FFF2-40B4-BE49-F238E27FC236}">
                    <a16:creationId xmlns:a16="http://schemas.microsoft.com/office/drawing/2014/main" id="{A1BA6987-D4A3-4AC2-B45A-2DD2FC3954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49" name="Line 73">
              <a:extLst>
                <a:ext uri="{FF2B5EF4-FFF2-40B4-BE49-F238E27FC236}">
                  <a16:creationId xmlns:a16="http://schemas.microsoft.com/office/drawing/2014/main" id="{5EDD3738-6D92-48EA-8830-E960187A6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50" name="Line 74">
              <a:extLst>
                <a:ext uri="{FF2B5EF4-FFF2-40B4-BE49-F238E27FC236}">
                  <a16:creationId xmlns:a16="http://schemas.microsoft.com/office/drawing/2014/main" id="{407E7F38-236C-4DB8-A86A-E5D1CA95CE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51" name="Rectangle 75">
              <a:extLst>
                <a:ext uri="{FF2B5EF4-FFF2-40B4-BE49-F238E27FC236}">
                  <a16:creationId xmlns:a16="http://schemas.microsoft.com/office/drawing/2014/main" id="{EDAE78F0-5034-4FCA-9B6A-BD8259137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52" name="Line 76">
              <a:extLst>
                <a:ext uri="{FF2B5EF4-FFF2-40B4-BE49-F238E27FC236}">
                  <a16:creationId xmlns:a16="http://schemas.microsoft.com/office/drawing/2014/main" id="{2A182664-CD2E-4DE5-B684-A2F2C01A2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070"/>
              <a:ext cx="1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53" name="Rectangle 77">
              <a:extLst>
                <a:ext uri="{FF2B5EF4-FFF2-40B4-BE49-F238E27FC236}">
                  <a16:creationId xmlns:a16="http://schemas.microsoft.com/office/drawing/2014/main" id="{41D4AFB8-A1B7-4161-8EAD-8F5027265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935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54" name="Rectangle 78">
              <a:extLst>
                <a:ext uri="{FF2B5EF4-FFF2-40B4-BE49-F238E27FC236}">
                  <a16:creationId xmlns:a16="http://schemas.microsoft.com/office/drawing/2014/main" id="{8C8120A5-DE7E-4A47-BC83-5AA39E53A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683B0C6B-0BB8-45FC-E088-BE170C34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solidFill>
                  <a:schemeClr val="tx1"/>
                </a:solidFill>
              </a:rPr>
              <a:t>RegDst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写入寄存器选择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7" name="Rectangle 126"/>
          <p:cNvSpPr>
            <a:spLocks noGrp="1" noChangeArrowheads="1"/>
          </p:cNvSpPr>
          <p:nvPr>
            <p:ph idx="1"/>
          </p:nvPr>
        </p:nvSpPr>
        <p:spPr>
          <a:xfrm>
            <a:off x="430034" y="1393616"/>
            <a:ext cx="8229600" cy="428625"/>
          </a:xfr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eaLnBrk="1" hangingPunct="1">
              <a:tabLst>
                <a:tab pos="1600200" algn="l"/>
              </a:tabLst>
            </a:pPr>
            <a:r>
              <a:rPr lang="en-US" altLang="en-US" sz="2400" dirty="0" err="1">
                <a:solidFill>
                  <a:srgbClr val="00B050"/>
                </a:solidFill>
                <a:latin typeface="Arial" charset="0"/>
              </a:rPr>
              <a:t>MemWr</a:t>
            </a:r>
            <a:r>
              <a:rPr lang="en-US" altLang="en-US" sz="2400" dirty="0">
                <a:solidFill>
                  <a:srgbClr val="00B050"/>
                </a:solidFill>
                <a:latin typeface="Arial" charset="0"/>
              </a:rPr>
              <a:t>:	</a:t>
            </a:r>
            <a:r>
              <a:rPr lang="en-US" altLang="zh-CN" sz="2400" dirty="0">
                <a:latin typeface="Arial" charset="0"/>
              </a:rPr>
              <a:t>  </a:t>
            </a:r>
            <a:r>
              <a:rPr lang="en-US" altLang="en-US" sz="2400" dirty="0">
                <a:latin typeface="Arial" charset="0"/>
              </a:rPr>
              <a:t>1 </a:t>
            </a:r>
            <a:r>
              <a:rPr lang="en-US" altLang="en-US" sz="24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lang="en-US" altLang="en-US" sz="2400" dirty="0">
                <a:latin typeface="Arial" charset="0"/>
              </a:rPr>
              <a:t> </a:t>
            </a:r>
            <a:r>
              <a:rPr lang="zh-CN" altLang="en-US" sz="2400" dirty="0">
                <a:latin typeface="Arial" charset="0"/>
              </a:rPr>
              <a:t>写存储器使能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B00D849-2565-4D20-8FBD-E322E208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90</a:t>
            </a:fld>
            <a:endParaRPr lang="en-US" altLang="zh-CN" dirty="0"/>
          </a:p>
        </p:txBody>
      </p:sp>
      <p:graphicFrame>
        <p:nvGraphicFramePr>
          <p:cNvPr id="133" name="Table 3">
            <a:extLst>
              <a:ext uri="{FF2B5EF4-FFF2-40B4-BE49-F238E27FC236}">
                <a16:creationId xmlns:a16="http://schemas.microsoft.com/office/drawing/2014/main" id="{13909271-7D54-4D16-B16D-097B33C9C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11698"/>
              </p:ext>
            </p:extLst>
          </p:nvPr>
        </p:nvGraphicFramePr>
        <p:xfrm>
          <a:off x="4953774" y="1967553"/>
          <a:ext cx="4085813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597">
                  <a:extLst>
                    <a:ext uri="{9D8B030D-6E8A-4147-A177-3AD203B41FA5}">
                      <a16:colId xmlns:a16="http://schemas.microsoft.com/office/drawing/2014/main" val="1061249956"/>
                    </a:ext>
                  </a:extLst>
                </a:gridCol>
                <a:gridCol w="621459">
                  <a:extLst>
                    <a:ext uri="{9D8B030D-6E8A-4147-A177-3AD203B41FA5}">
                      <a16:colId xmlns:a16="http://schemas.microsoft.com/office/drawing/2014/main" val="3720006457"/>
                    </a:ext>
                  </a:extLst>
                </a:gridCol>
                <a:gridCol w="662263">
                  <a:extLst>
                    <a:ext uri="{9D8B030D-6E8A-4147-A177-3AD203B41FA5}">
                      <a16:colId xmlns:a16="http://schemas.microsoft.com/office/drawing/2014/main" val="3092764089"/>
                    </a:ext>
                  </a:extLst>
                </a:gridCol>
                <a:gridCol w="420110">
                  <a:extLst>
                    <a:ext uri="{9D8B030D-6E8A-4147-A177-3AD203B41FA5}">
                      <a16:colId xmlns:a16="http://schemas.microsoft.com/office/drawing/2014/main" val="313743430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1154784256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8484538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814040972"/>
                    </a:ext>
                  </a:extLst>
                </a:gridCol>
              </a:tblGrid>
              <a:tr h="201299">
                <a:tc>
                  <a:txBody>
                    <a:bodyPr/>
                    <a:lstStyle/>
                    <a:p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44675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PCSrc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Zero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363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ALUsrc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505304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ExtOp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021078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RegWr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04037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RegDst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79844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 err="1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MemWr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433183"/>
                  </a:ext>
                </a:extLst>
              </a:tr>
            </a:tbl>
          </a:graphicData>
        </a:graphic>
      </p:graphicFrame>
      <p:sp>
        <p:nvSpPr>
          <p:cNvPr id="134" name="Rectangle 4">
            <a:extLst>
              <a:ext uri="{FF2B5EF4-FFF2-40B4-BE49-F238E27FC236}">
                <a16:creationId xmlns:a16="http://schemas.microsoft.com/office/drawing/2014/main" id="{11F8523A-CFF4-4B3C-ADBF-994AD86CA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405750"/>
            <a:ext cx="25146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5" name="Oval 90">
            <a:extLst>
              <a:ext uri="{FF2B5EF4-FFF2-40B4-BE49-F238E27FC236}">
                <a16:creationId xmlns:a16="http://schemas.microsoft.com/office/drawing/2014/main" id="{34EA5E9B-EFC8-4813-B839-2806F8604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6784" y="4578650"/>
            <a:ext cx="847684" cy="623508"/>
          </a:xfrm>
          <a:prstGeom prst="ellipse">
            <a:avLst/>
          </a:prstGeom>
          <a:noFill/>
          <a:ln w="508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6" name="Line 15">
            <a:extLst>
              <a:ext uri="{FF2B5EF4-FFF2-40B4-BE49-F238E27FC236}">
                <a16:creationId xmlns:a16="http://schemas.microsoft.com/office/drawing/2014/main" id="{8CE7646C-F557-4123-B2AC-BF2F79B8A7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8637" y="3924291"/>
            <a:ext cx="100876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7" name="Line 16">
            <a:extLst>
              <a:ext uri="{FF2B5EF4-FFF2-40B4-BE49-F238E27FC236}">
                <a16:creationId xmlns:a16="http://schemas.microsoft.com/office/drawing/2014/main" id="{6C05EAA2-73EB-45E7-BC48-DE057C9001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7165" y="384772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38" name="Rectangle 17">
            <a:extLst>
              <a:ext uri="{FF2B5EF4-FFF2-40B4-BE49-F238E27FC236}">
                <a16:creationId xmlns:a16="http://schemas.microsoft.com/office/drawing/2014/main" id="{4A860554-B458-45C7-A34F-253A719B2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795" y="392429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39" name="Line 19">
            <a:extLst>
              <a:ext uri="{FF2B5EF4-FFF2-40B4-BE49-F238E27FC236}">
                <a16:creationId xmlns:a16="http://schemas.microsoft.com/office/drawing/2014/main" id="{CCE687F0-5D6E-4B85-9005-64A4DC7DA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0282" y="3049582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0" name="Rectangle 20">
            <a:extLst>
              <a:ext uri="{FF2B5EF4-FFF2-40B4-BE49-F238E27FC236}">
                <a16:creationId xmlns:a16="http://schemas.microsoft.com/office/drawing/2014/main" id="{346A89E1-7EC0-4BB3-A500-D16B4E145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732" y="2954739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1" name="Rectangle 21">
            <a:extLst>
              <a:ext uri="{FF2B5EF4-FFF2-40B4-BE49-F238E27FC236}">
                <a16:creationId xmlns:a16="http://schemas.microsoft.com/office/drawing/2014/main" id="{9A1F8A89-CE24-4FBB-9A5A-C00ACAECA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23" y="433915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2" name="Rectangle 22">
            <a:extLst>
              <a:ext uri="{FF2B5EF4-FFF2-40B4-BE49-F238E27FC236}">
                <a16:creationId xmlns:a16="http://schemas.microsoft.com/office/drawing/2014/main" id="{87E24A51-0588-486B-AD1F-DD0D1A95C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08" y="3497624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3" name="Rectangle 23">
            <a:extLst>
              <a:ext uri="{FF2B5EF4-FFF2-40B4-BE49-F238E27FC236}">
                <a16:creationId xmlns:a16="http://schemas.microsoft.com/office/drawing/2014/main" id="{7DD7CD16-D017-4335-938E-F1892FF27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2" y="3327391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4" name="Line 24">
            <a:extLst>
              <a:ext uri="{FF2B5EF4-FFF2-40B4-BE49-F238E27FC236}">
                <a16:creationId xmlns:a16="http://schemas.microsoft.com/office/drawing/2014/main" id="{8696E05E-7681-4A14-8367-26EFB996A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541" y="4293445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5" name="Line 25">
            <a:extLst>
              <a:ext uri="{FF2B5EF4-FFF2-40B4-BE49-F238E27FC236}">
                <a16:creationId xmlns:a16="http://schemas.microsoft.com/office/drawing/2014/main" id="{B0F8B53A-8F2E-41F0-A5B9-B6048DEAE6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82" y="4405402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6" name="Rectangle 27">
            <a:extLst>
              <a:ext uri="{FF2B5EF4-FFF2-40B4-BE49-F238E27FC236}">
                <a16:creationId xmlns:a16="http://schemas.microsoft.com/office/drawing/2014/main" id="{61EF012E-55F3-452C-8993-B0733A30B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2" y="2779704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7" name="Line 28">
            <a:extLst>
              <a:ext uri="{FF2B5EF4-FFF2-40B4-BE49-F238E27FC236}">
                <a16:creationId xmlns:a16="http://schemas.microsoft.com/office/drawing/2014/main" id="{BEFCD14E-A3D2-4B65-A1C4-F281E72B10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4" y="3848091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8" name="Line 29">
            <a:extLst>
              <a:ext uri="{FF2B5EF4-FFF2-40B4-BE49-F238E27FC236}">
                <a16:creationId xmlns:a16="http://schemas.microsoft.com/office/drawing/2014/main" id="{23E33A21-7A32-42AA-9E39-BBE3ABD39A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313" y="376530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49" name="Rectangle 30">
            <a:extLst>
              <a:ext uri="{FF2B5EF4-FFF2-40B4-BE49-F238E27FC236}">
                <a16:creationId xmlns:a16="http://schemas.microsoft.com/office/drawing/2014/main" id="{59BE4B02-8D78-4A63-89DD-9830536F8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7" y="380488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50" name="Line 31">
            <a:extLst>
              <a:ext uri="{FF2B5EF4-FFF2-40B4-BE49-F238E27FC236}">
                <a16:creationId xmlns:a16="http://schemas.microsoft.com/office/drawing/2014/main" id="{918E1D34-0AE0-49EB-8637-B6C148DE7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3473501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1" name="Line 32">
            <a:extLst>
              <a:ext uri="{FF2B5EF4-FFF2-40B4-BE49-F238E27FC236}">
                <a16:creationId xmlns:a16="http://schemas.microsoft.com/office/drawing/2014/main" id="{65068D08-9BD1-4676-B592-A87DFCFB04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5257" y="339724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2" name="Rectangle 33">
            <a:extLst>
              <a:ext uri="{FF2B5EF4-FFF2-40B4-BE49-F238E27FC236}">
                <a16:creationId xmlns:a16="http://schemas.microsoft.com/office/drawing/2014/main" id="{6A8284DF-24B5-4E6D-B41A-4242A4727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520" y="354329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53" name="Rectangle 34">
            <a:extLst>
              <a:ext uri="{FF2B5EF4-FFF2-40B4-BE49-F238E27FC236}">
                <a16:creationId xmlns:a16="http://schemas.microsoft.com/office/drawing/2014/main" id="{20A6100F-733F-4F38-B202-B32E2FDFF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3162291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4" name="Line 35">
            <a:extLst>
              <a:ext uri="{FF2B5EF4-FFF2-40B4-BE49-F238E27FC236}">
                <a16:creationId xmlns:a16="http://schemas.microsoft.com/office/drawing/2014/main" id="{62D1FC66-9B98-4A92-A0C4-2CA935884F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557" y="3073391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5" name="Line 36">
            <a:extLst>
              <a:ext uri="{FF2B5EF4-FFF2-40B4-BE49-F238E27FC236}">
                <a16:creationId xmlns:a16="http://schemas.microsoft.com/office/drawing/2014/main" id="{C5779323-6B65-4662-BBDE-AB783F008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0257" y="4368851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6" name="Line 37">
            <a:extLst>
              <a:ext uri="{FF2B5EF4-FFF2-40B4-BE49-F238E27FC236}">
                <a16:creationId xmlns:a16="http://schemas.microsoft.com/office/drawing/2014/main" id="{563B80A6-0617-49A5-B233-6551A8A02F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8057" y="4311641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7" name="Rectangle 38">
            <a:extLst>
              <a:ext uri="{FF2B5EF4-FFF2-40B4-BE49-F238E27FC236}">
                <a16:creationId xmlns:a16="http://schemas.microsoft.com/office/drawing/2014/main" id="{4969BCC5-1D40-421B-A63E-10056FB05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720" y="434290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58" name="Rectangle 39">
            <a:extLst>
              <a:ext uri="{FF2B5EF4-FFF2-40B4-BE49-F238E27FC236}">
                <a16:creationId xmlns:a16="http://schemas.microsoft.com/office/drawing/2014/main" id="{3B3F0560-7BB1-48CF-98B9-D6760C31C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712" y="4029903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59" name="Line 40">
            <a:extLst>
              <a:ext uri="{FF2B5EF4-FFF2-40B4-BE49-F238E27FC236}">
                <a16:creationId xmlns:a16="http://schemas.microsoft.com/office/drawing/2014/main" id="{2CCC3F8D-C837-4B6F-B298-68057898E7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109" y="4405398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0" name="Line 41">
            <a:extLst>
              <a:ext uri="{FF2B5EF4-FFF2-40B4-BE49-F238E27FC236}">
                <a16:creationId xmlns:a16="http://schemas.microsoft.com/office/drawing/2014/main" id="{D56DE985-D748-410D-BC27-6ABDA6D56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2357" y="2590085"/>
            <a:ext cx="0" cy="7452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1" name="Line 42">
            <a:extLst>
              <a:ext uri="{FF2B5EF4-FFF2-40B4-BE49-F238E27FC236}">
                <a16:creationId xmlns:a16="http://schemas.microsoft.com/office/drawing/2014/main" id="{D2EE5835-17A6-41B8-851B-B163262B61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2507" y="300354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2" name="Rectangle 43">
            <a:extLst>
              <a:ext uri="{FF2B5EF4-FFF2-40B4-BE49-F238E27FC236}">
                <a16:creationId xmlns:a16="http://schemas.microsoft.com/office/drawing/2014/main" id="{18346FB5-3AC9-4F18-8BDA-D785926AC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285749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63" name="Line 44">
            <a:extLst>
              <a:ext uri="{FF2B5EF4-FFF2-40B4-BE49-F238E27FC236}">
                <a16:creationId xmlns:a16="http://schemas.microsoft.com/office/drawing/2014/main" id="{AA207F73-8D28-4D38-BE60-688064702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3357" y="2903532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4" name="Line 45">
            <a:extLst>
              <a:ext uri="{FF2B5EF4-FFF2-40B4-BE49-F238E27FC236}">
                <a16:creationId xmlns:a16="http://schemas.microsoft.com/office/drawing/2014/main" id="{1F0A7328-3047-4784-8F2B-5BC2F31AC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3507" y="300354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5" name="Rectangle 46">
            <a:extLst>
              <a:ext uri="{FF2B5EF4-FFF2-40B4-BE49-F238E27FC236}">
                <a16:creationId xmlns:a16="http://schemas.microsoft.com/office/drawing/2014/main" id="{596E8FB3-4D40-4F58-9B85-20302F43C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470" y="285749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66" name="Line 47">
            <a:extLst>
              <a:ext uri="{FF2B5EF4-FFF2-40B4-BE49-F238E27FC236}">
                <a16:creationId xmlns:a16="http://schemas.microsoft.com/office/drawing/2014/main" id="{6D2D8BED-AFE0-4F8E-9EBE-EC02711A8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0557" y="2903532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7" name="Line 48">
            <a:extLst>
              <a:ext uri="{FF2B5EF4-FFF2-40B4-BE49-F238E27FC236}">
                <a16:creationId xmlns:a16="http://schemas.microsoft.com/office/drawing/2014/main" id="{021C44A1-80E5-42D2-A977-38E396D8F6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0707" y="3003541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68" name="Rectangle 49">
            <a:extLst>
              <a:ext uri="{FF2B5EF4-FFF2-40B4-BE49-F238E27FC236}">
                <a16:creationId xmlns:a16="http://schemas.microsoft.com/office/drawing/2014/main" id="{72FB5C36-58B2-451B-9DFC-D2EC2CF3C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285749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169" name="Rectangle 50">
            <a:extLst>
              <a:ext uri="{FF2B5EF4-FFF2-40B4-BE49-F238E27FC236}">
                <a16:creationId xmlns:a16="http://schemas.microsoft.com/office/drawing/2014/main" id="{3AF41D10-BDEB-4050-9588-21DAA4807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314691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0" name="Rectangle 51">
            <a:extLst>
              <a:ext uri="{FF2B5EF4-FFF2-40B4-BE49-F238E27FC236}">
                <a16:creationId xmlns:a16="http://schemas.microsoft.com/office/drawing/2014/main" id="{275B530D-1FA9-478A-9D93-F5DFF4A1F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670" y="3314691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171" name="Rectangle 52">
            <a:extLst>
              <a:ext uri="{FF2B5EF4-FFF2-40B4-BE49-F238E27FC236}">
                <a16:creationId xmlns:a16="http://schemas.microsoft.com/office/drawing/2014/main" id="{9689E5D1-0B3B-47C9-8664-EC40CF5F9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70" y="3314691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172" name="Rectangle 53">
            <a:extLst>
              <a:ext uri="{FF2B5EF4-FFF2-40B4-BE49-F238E27FC236}">
                <a16:creationId xmlns:a16="http://schemas.microsoft.com/office/drawing/2014/main" id="{3A638BAF-56CC-469C-BBDB-57F5ACD39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70" y="3619491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173" name="Line 54">
            <a:extLst>
              <a:ext uri="{FF2B5EF4-FFF2-40B4-BE49-F238E27FC236}">
                <a16:creationId xmlns:a16="http://schemas.microsoft.com/office/drawing/2014/main" id="{F8224BB1-6753-47AB-9726-A05F58ABA9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13" y="6572437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4" name="Line 55">
            <a:extLst>
              <a:ext uri="{FF2B5EF4-FFF2-40B4-BE49-F238E27FC236}">
                <a16:creationId xmlns:a16="http://schemas.microsoft.com/office/drawing/2014/main" id="{DE89E9E9-CECD-4E1B-8D68-6C89AAF5D3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114" y="3839736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5" name="Line 88">
            <a:extLst>
              <a:ext uri="{FF2B5EF4-FFF2-40B4-BE49-F238E27FC236}">
                <a16:creationId xmlns:a16="http://schemas.microsoft.com/office/drawing/2014/main" id="{05402BAD-7C74-4A01-8225-9FA988D74D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769" y="4381491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6" name="Line 89">
            <a:extLst>
              <a:ext uri="{FF2B5EF4-FFF2-40B4-BE49-F238E27FC236}">
                <a16:creationId xmlns:a16="http://schemas.microsoft.com/office/drawing/2014/main" id="{90C6D775-E18C-4074-9E9A-CE4F0CCBF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589" y="5533872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40DAD8E6-ADA8-422D-8CDE-96D468A574A7}"/>
              </a:ext>
            </a:extLst>
          </p:cNvPr>
          <p:cNvGrpSpPr/>
          <p:nvPr/>
        </p:nvGrpSpPr>
        <p:grpSpPr>
          <a:xfrm>
            <a:off x="3322314" y="3327391"/>
            <a:ext cx="505337" cy="1193800"/>
            <a:chOff x="5799138" y="4889500"/>
            <a:chExt cx="505337" cy="1193800"/>
          </a:xfrm>
        </p:grpSpPr>
        <p:grpSp>
          <p:nvGrpSpPr>
            <p:cNvPr id="178" name="Group 4">
              <a:extLst>
                <a:ext uri="{FF2B5EF4-FFF2-40B4-BE49-F238E27FC236}">
                  <a16:creationId xmlns:a16="http://schemas.microsoft.com/office/drawing/2014/main" id="{9B10E862-8213-4E33-ABA0-CB8F683A33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180" name="Line 5">
                <a:extLst>
                  <a:ext uri="{FF2B5EF4-FFF2-40B4-BE49-F238E27FC236}">
                    <a16:creationId xmlns:a16="http://schemas.microsoft.com/office/drawing/2014/main" id="{CB0B1A31-BEDB-4E39-8717-8D437723E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1" name="Line 6">
                <a:extLst>
                  <a:ext uri="{FF2B5EF4-FFF2-40B4-BE49-F238E27FC236}">
                    <a16:creationId xmlns:a16="http://schemas.microsoft.com/office/drawing/2014/main" id="{C33BCF85-01BA-4BEB-B0D9-77CD2ABB4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2" name="Line 7">
                <a:extLst>
                  <a:ext uri="{FF2B5EF4-FFF2-40B4-BE49-F238E27FC236}">
                    <a16:creationId xmlns:a16="http://schemas.microsoft.com/office/drawing/2014/main" id="{EA913BD7-A3F9-44D7-94DE-46B2155BB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8D655327-68B9-4E75-977C-CB705E4A5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440D6667-C7E9-43F8-B2E5-F210DA270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88E45A31-383F-40AF-9E2C-9A4BE826D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70368E47-C7EB-4285-88F8-EC29A057E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87" name="Line 12">
                <a:extLst>
                  <a:ext uri="{FF2B5EF4-FFF2-40B4-BE49-F238E27FC236}">
                    <a16:creationId xmlns:a16="http://schemas.microsoft.com/office/drawing/2014/main" id="{712C1BB9-5108-488A-AF85-EC33FE45A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79" name="Rectangle 58">
              <a:extLst>
                <a:ext uri="{FF2B5EF4-FFF2-40B4-BE49-F238E27FC236}">
                  <a16:creationId xmlns:a16="http://schemas.microsoft.com/office/drawing/2014/main" id="{957FDB4D-382F-476F-8C63-A8193703AD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188" name="Rectangle 62">
            <a:extLst>
              <a:ext uri="{FF2B5EF4-FFF2-40B4-BE49-F238E27FC236}">
                <a16:creationId xmlns:a16="http://schemas.microsoft.com/office/drawing/2014/main" id="{02DDC8B9-2A67-413C-AD13-A3BCA86EA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600" y="4711164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89" name="Rectangle 63">
            <a:extLst>
              <a:ext uri="{FF2B5EF4-FFF2-40B4-BE49-F238E27FC236}">
                <a16:creationId xmlns:a16="http://schemas.microsoft.com/office/drawing/2014/main" id="{02D52F88-408A-4DE8-8B6F-4EF16D6CCF6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452739" y="4944013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0" name="Rectangle 64">
            <a:extLst>
              <a:ext uri="{FF2B5EF4-FFF2-40B4-BE49-F238E27FC236}">
                <a16:creationId xmlns:a16="http://schemas.microsoft.com/office/drawing/2014/main" id="{CF41B25B-125A-4E9A-8CA5-925C16F56A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74601" y="453415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191" name="Line 79">
            <a:extLst>
              <a:ext uri="{FF2B5EF4-FFF2-40B4-BE49-F238E27FC236}">
                <a16:creationId xmlns:a16="http://schemas.microsoft.com/office/drawing/2014/main" id="{EEE98BF0-8117-4641-B970-CB04E88EC6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1200" y="5079464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2" name="Line 82">
            <a:extLst>
              <a:ext uri="{FF2B5EF4-FFF2-40B4-BE49-F238E27FC236}">
                <a16:creationId xmlns:a16="http://schemas.microsoft.com/office/drawing/2014/main" id="{2D779CC7-2471-469A-8390-F13A357D5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8071" y="5077877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3" name="Line 83">
            <a:extLst>
              <a:ext uri="{FF2B5EF4-FFF2-40B4-BE49-F238E27FC236}">
                <a16:creationId xmlns:a16="http://schemas.microsoft.com/office/drawing/2014/main" id="{3419EE90-A9B8-4502-95D5-326C556FD5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0448" y="5007926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4" name="Rectangle 84">
            <a:extLst>
              <a:ext uri="{FF2B5EF4-FFF2-40B4-BE49-F238E27FC236}">
                <a16:creationId xmlns:a16="http://schemas.microsoft.com/office/drawing/2014/main" id="{85D4AD02-F24B-48AB-A89A-95A3C4E8B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270" y="5155664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195" name="Rectangle 85">
            <a:extLst>
              <a:ext uri="{FF2B5EF4-FFF2-40B4-BE49-F238E27FC236}">
                <a16:creationId xmlns:a16="http://schemas.microsoft.com/office/drawing/2014/main" id="{1F6D86E4-3996-4A2D-B423-865B1D9BB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0" y="5003264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196" name="Line 86">
            <a:extLst>
              <a:ext uri="{FF2B5EF4-FFF2-40B4-BE49-F238E27FC236}">
                <a16:creationId xmlns:a16="http://schemas.microsoft.com/office/drawing/2014/main" id="{341DF9BD-4534-4DCE-AC54-7A33467EFD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3409" y="3038872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97" name="Rectangle 87">
            <a:extLst>
              <a:ext uri="{FF2B5EF4-FFF2-40B4-BE49-F238E27FC236}">
                <a16:creationId xmlns:a16="http://schemas.microsoft.com/office/drawing/2014/main" id="{5D84FAFF-5E44-45A9-891A-92ABCD06B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54" y="2727346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98" name="Group 57">
            <a:extLst>
              <a:ext uri="{FF2B5EF4-FFF2-40B4-BE49-F238E27FC236}">
                <a16:creationId xmlns:a16="http://schemas.microsoft.com/office/drawing/2014/main" id="{E81A69DC-DCD7-4329-95D0-F63F9D06B827}"/>
              </a:ext>
            </a:extLst>
          </p:cNvPr>
          <p:cNvGrpSpPr>
            <a:grpSpLocks/>
          </p:cNvGrpSpPr>
          <p:nvPr/>
        </p:nvGrpSpPr>
        <p:grpSpPr bwMode="auto">
          <a:xfrm>
            <a:off x="2724619" y="4094679"/>
            <a:ext cx="311150" cy="1117600"/>
            <a:chOff x="3116" y="3032"/>
            <a:chExt cx="196" cy="704"/>
          </a:xfrm>
        </p:grpSpPr>
        <p:sp>
          <p:nvSpPr>
            <p:cNvPr id="199" name="Line 58">
              <a:extLst>
                <a:ext uri="{FF2B5EF4-FFF2-40B4-BE49-F238E27FC236}">
                  <a16:creationId xmlns:a16="http://schemas.microsoft.com/office/drawing/2014/main" id="{C7CC36A0-95C1-4772-9A91-8BBADD90B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0" name="Line 59">
              <a:extLst>
                <a:ext uri="{FF2B5EF4-FFF2-40B4-BE49-F238E27FC236}">
                  <a16:creationId xmlns:a16="http://schemas.microsoft.com/office/drawing/2014/main" id="{001E1F26-7843-4495-B56C-9C19E49F9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1" name="Line 60">
              <a:extLst>
                <a:ext uri="{FF2B5EF4-FFF2-40B4-BE49-F238E27FC236}">
                  <a16:creationId xmlns:a16="http://schemas.microsoft.com/office/drawing/2014/main" id="{37FBDCA3-413C-477F-AF23-50FADB743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2" name="Line 61">
              <a:extLst>
                <a:ext uri="{FF2B5EF4-FFF2-40B4-BE49-F238E27FC236}">
                  <a16:creationId xmlns:a16="http://schemas.microsoft.com/office/drawing/2014/main" id="{E98991FC-5A4A-47D2-9882-99EDB60E4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03" name="Line 89">
            <a:extLst>
              <a:ext uri="{FF2B5EF4-FFF2-40B4-BE49-F238E27FC236}">
                <a16:creationId xmlns:a16="http://schemas.microsoft.com/office/drawing/2014/main" id="{756D4F32-0C29-47B2-B0AA-609624057F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7688" y="3917941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4" name="Rectangle 114">
            <a:extLst>
              <a:ext uri="{FF2B5EF4-FFF2-40B4-BE49-F238E27FC236}">
                <a16:creationId xmlns:a16="http://schemas.microsoft.com/office/drawing/2014/main" id="{407DD9C2-E3F7-4EFB-B494-9DAE9DCC9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16" y="5260535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5" name="Line 115">
            <a:extLst>
              <a:ext uri="{FF2B5EF4-FFF2-40B4-BE49-F238E27FC236}">
                <a16:creationId xmlns:a16="http://schemas.microsoft.com/office/drawing/2014/main" id="{C359932A-8944-4B5E-8409-1F215DC092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6771" y="6281625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6" name="Rectangle 116">
            <a:extLst>
              <a:ext uri="{FF2B5EF4-FFF2-40B4-BE49-F238E27FC236}">
                <a16:creationId xmlns:a16="http://schemas.microsoft.com/office/drawing/2014/main" id="{ED12341F-325C-4AE2-972B-9588B401F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1580" y="597563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7" name="Rectangle 117">
            <a:extLst>
              <a:ext uri="{FF2B5EF4-FFF2-40B4-BE49-F238E27FC236}">
                <a16:creationId xmlns:a16="http://schemas.microsoft.com/office/drawing/2014/main" id="{96373B53-9014-4B27-80AC-DB276CCF9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178" y="5434322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08" name="Line 118">
            <a:extLst>
              <a:ext uri="{FF2B5EF4-FFF2-40B4-BE49-F238E27FC236}">
                <a16:creationId xmlns:a16="http://schemas.microsoft.com/office/drawing/2014/main" id="{AA5F1269-88F6-456F-9B36-4466B422C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842" y="6187635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09" name="Line 119">
            <a:extLst>
              <a:ext uri="{FF2B5EF4-FFF2-40B4-BE49-F238E27FC236}">
                <a16:creationId xmlns:a16="http://schemas.microsoft.com/office/drawing/2014/main" id="{0D207610-14D3-4C57-9047-EB510BDD34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4541" y="6281625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0" name="Rectangle 121">
            <a:extLst>
              <a:ext uri="{FF2B5EF4-FFF2-40B4-BE49-F238E27FC236}">
                <a16:creationId xmlns:a16="http://schemas.microsoft.com/office/drawing/2014/main" id="{A10D25A2-4670-41D5-880E-5FF57753D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66" y="5244660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1" name="Line 122">
            <a:extLst>
              <a:ext uri="{FF2B5EF4-FFF2-40B4-BE49-F238E27FC236}">
                <a16:creationId xmlns:a16="http://schemas.microsoft.com/office/drawing/2014/main" id="{1DE5ACE3-1138-4E27-9C59-D5731CCB08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964" y="5754247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2" name="Line 123">
            <a:extLst>
              <a:ext uri="{FF2B5EF4-FFF2-40B4-BE49-F238E27FC236}">
                <a16:creationId xmlns:a16="http://schemas.microsoft.com/office/drawing/2014/main" id="{200E2289-1B22-4C4C-B62C-471C29C54E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8291" y="5689160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3" name="Rectangle 124">
            <a:extLst>
              <a:ext uri="{FF2B5EF4-FFF2-40B4-BE49-F238E27FC236}">
                <a16:creationId xmlns:a16="http://schemas.microsoft.com/office/drawing/2014/main" id="{CF0D8552-2AE1-4D38-8204-C231CB338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385" y="569548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14" name="Line 125">
            <a:extLst>
              <a:ext uri="{FF2B5EF4-FFF2-40B4-BE49-F238E27FC236}">
                <a16:creationId xmlns:a16="http://schemas.microsoft.com/office/drawing/2014/main" id="{5DBA4650-5D50-4CC8-89EC-42BDD3F667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6641" y="5019235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5" name="Rectangle 127">
            <a:extLst>
              <a:ext uri="{FF2B5EF4-FFF2-40B4-BE49-F238E27FC236}">
                <a16:creationId xmlns:a16="http://schemas.microsoft.com/office/drawing/2014/main" id="{12D6EF45-45BB-4E7E-9636-14D14C5A3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54" y="5246247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6" name="Rectangle 128">
            <a:extLst>
              <a:ext uri="{FF2B5EF4-FFF2-40B4-BE49-F238E27FC236}">
                <a16:creationId xmlns:a16="http://schemas.microsoft.com/office/drawing/2014/main" id="{C9A54CCE-3249-4478-A617-0986123CB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034" y="5577392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17" name="Line 130">
            <a:extLst>
              <a:ext uri="{FF2B5EF4-FFF2-40B4-BE49-F238E27FC236}">
                <a16:creationId xmlns:a16="http://schemas.microsoft.com/office/drawing/2014/main" id="{14D8AFCC-B133-4229-8D77-BDC30F436F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8991" y="5759364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18" name="Rectangle 131">
            <a:extLst>
              <a:ext uri="{FF2B5EF4-FFF2-40B4-BE49-F238E27FC236}">
                <a16:creationId xmlns:a16="http://schemas.microsoft.com/office/drawing/2014/main" id="{B50C62EC-15BD-479A-BD0D-F85FBC681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242" y="550262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19" name="Rectangle 133">
            <a:extLst>
              <a:ext uri="{FF2B5EF4-FFF2-40B4-BE49-F238E27FC236}">
                <a16:creationId xmlns:a16="http://schemas.microsoft.com/office/drawing/2014/main" id="{4BECA5B3-2395-48C6-BEC2-7FC46B5A8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816" y="4748004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0" name="Line 122">
            <a:extLst>
              <a:ext uri="{FF2B5EF4-FFF2-40B4-BE49-F238E27FC236}">
                <a16:creationId xmlns:a16="http://schemas.microsoft.com/office/drawing/2014/main" id="{3C6EE5F4-475C-4FE8-8DBB-F1344B3BC3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2140" y="5820922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1" name="Rectangle 117">
            <a:extLst>
              <a:ext uri="{FF2B5EF4-FFF2-40B4-BE49-F238E27FC236}">
                <a16:creationId xmlns:a16="http://schemas.microsoft.com/office/drawing/2014/main" id="{9DBA79B7-0B3D-400F-8ABD-F3746F3C1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13" y="5521856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22" name="Group 57">
            <a:extLst>
              <a:ext uri="{FF2B5EF4-FFF2-40B4-BE49-F238E27FC236}">
                <a16:creationId xmlns:a16="http://schemas.microsoft.com/office/drawing/2014/main" id="{9E0634DC-4E53-4387-804B-6FAF423273EE}"/>
              </a:ext>
            </a:extLst>
          </p:cNvPr>
          <p:cNvGrpSpPr>
            <a:grpSpLocks/>
          </p:cNvGrpSpPr>
          <p:nvPr/>
        </p:nvGrpSpPr>
        <p:grpSpPr bwMode="auto">
          <a:xfrm>
            <a:off x="4932422" y="4965164"/>
            <a:ext cx="311150" cy="1117600"/>
            <a:chOff x="3116" y="3032"/>
            <a:chExt cx="196" cy="704"/>
          </a:xfrm>
        </p:grpSpPr>
        <p:sp>
          <p:nvSpPr>
            <p:cNvPr id="223" name="Line 58">
              <a:extLst>
                <a:ext uri="{FF2B5EF4-FFF2-40B4-BE49-F238E27FC236}">
                  <a16:creationId xmlns:a16="http://schemas.microsoft.com/office/drawing/2014/main" id="{CE392B00-4E25-40D7-B187-7FA6C2A30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4" name="Line 59">
              <a:extLst>
                <a:ext uri="{FF2B5EF4-FFF2-40B4-BE49-F238E27FC236}">
                  <a16:creationId xmlns:a16="http://schemas.microsoft.com/office/drawing/2014/main" id="{A0502CF8-D49A-486A-9BA3-011F42676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5" name="Line 60">
              <a:extLst>
                <a:ext uri="{FF2B5EF4-FFF2-40B4-BE49-F238E27FC236}">
                  <a16:creationId xmlns:a16="http://schemas.microsoft.com/office/drawing/2014/main" id="{D732AA69-33FC-4725-AF13-A160A82FC6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6" name="Line 61">
              <a:extLst>
                <a:ext uri="{FF2B5EF4-FFF2-40B4-BE49-F238E27FC236}">
                  <a16:creationId xmlns:a16="http://schemas.microsoft.com/office/drawing/2014/main" id="{63D7F6B8-B019-4C4C-A7BE-39E702397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227" name="Line 89">
            <a:extLst>
              <a:ext uri="{FF2B5EF4-FFF2-40B4-BE49-F238E27FC236}">
                <a16:creationId xmlns:a16="http://schemas.microsoft.com/office/drawing/2014/main" id="{CFF70169-E6CF-4422-9A92-E499E17B61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572" y="5543014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8" name="Line 89">
            <a:extLst>
              <a:ext uri="{FF2B5EF4-FFF2-40B4-BE49-F238E27FC236}">
                <a16:creationId xmlns:a16="http://schemas.microsoft.com/office/drawing/2014/main" id="{190801FF-20AC-44BF-AA40-DDA410510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3917941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29" name="Line 89">
            <a:extLst>
              <a:ext uri="{FF2B5EF4-FFF2-40B4-BE49-F238E27FC236}">
                <a16:creationId xmlns:a16="http://schemas.microsoft.com/office/drawing/2014/main" id="{CA591C3D-3E46-4013-8DE6-78ADA3A73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04" y="5254185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0" name="Rectangle 64">
            <a:extLst>
              <a:ext uri="{FF2B5EF4-FFF2-40B4-BE49-F238E27FC236}">
                <a16:creationId xmlns:a16="http://schemas.microsoft.com/office/drawing/2014/main" id="{CAAB99EC-3A86-4017-83F3-4FE7866B748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6331" y="5411101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1" name="Line 112">
            <a:extLst>
              <a:ext uri="{FF2B5EF4-FFF2-40B4-BE49-F238E27FC236}">
                <a16:creationId xmlns:a16="http://schemas.microsoft.com/office/drawing/2014/main" id="{40E0387C-8790-4466-9097-4462CC9C18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684" y="5528114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2" name="Rectangle 113">
            <a:extLst>
              <a:ext uri="{FF2B5EF4-FFF2-40B4-BE49-F238E27FC236}">
                <a16:creationId xmlns:a16="http://schemas.microsoft.com/office/drawing/2014/main" id="{CDA0F788-55AF-4132-857F-E3E043CB2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288" y="5630631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3" name="Line 89">
            <a:extLst>
              <a:ext uri="{FF2B5EF4-FFF2-40B4-BE49-F238E27FC236}">
                <a16:creationId xmlns:a16="http://schemas.microsoft.com/office/drawing/2014/main" id="{9B22E2CC-9A61-4D1D-8401-667D1C88C7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2964" y="4368850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4" name="Line 88">
            <a:extLst>
              <a:ext uri="{FF2B5EF4-FFF2-40B4-BE49-F238E27FC236}">
                <a16:creationId xmlns:a16="http://schemas.microsoft.com/office/drawing/2014/main" id="{A7F20C78-77F3-43E6-9FE6-62B419964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5864" y="3712731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35" name="Rectangle 18">
            <a:extLst>
              <a:ext uri="{FF2B5EF4-FFF2-40B4-BE49-F238E27FC236}">
                <a16:creationId xmlns:a16="http://schemas.microsoft.com/office/drawing/2014/main" id="{543EFA96-FED3-4597-A3E9-31363A1C9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636" y="3485241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236" name="Group 65">
            <a:extLst>
              <a:ext uri="{FF2B5EF4-FFF2-40B4-BE49-F238E27FC236}">
                <a16:creationId xmlns:a16="http://schemas.microsoft.com/office/drawing/2014/main" id="{670390C3-148E-4208-8E9F-DCC309AECFDF}"/>
              </a:ext>
            </a:extLst>
          </p:cNvPr>
          <p:cNvGrpSpPr>
            <a:grpSpLocks/>
          </p:cNvGrpSpPr>
          <p:nvPr/>
        </p:nvGrpSpPr>
        <p:grpSpPr bwMode="auto">
          <a:xfrm>
            <a:off x="657902" y="1942384"/>
            <a:ext cx="2116138" cy="676276"/>
            <a:chOff x="1408" y="1728"/>
            <a:chExt cx="1333" cy="426"/>
          </a:xfrm>
        </p:grpSpPr>
        <p:sp>
          <p:nvSpPr>
            <p:cNvPr id="237" name="Rectangle 67">
              <a:extLst>
                <a:ext uri="{FF2B5EF4-FFF2-40B4-BE49-F238E27FC236}">
                  <a16:creationId xmlns:a16="http://schemas.microsoft.com/office/drawing/2014/main" id="{4058573B-AA87-464F-8D9D-CA7BD0DC6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38" name="Group 68">
              <a:extLst>
                <a:ext uri="{FF2B5EF4-FFF2-40B4-BE49-F238E27FC236}">
                  <a16:creationId xmlns:a16="http://schemas.microsoft.com/office/drawing/2014/main" id="{FE3AD419-6695-4574-A906-1347D37DEE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45" name="Line 69">
                <a:extLst>
                  <a:ext uri="{FF2B5EF4-FFF2-40B4-BE49-F238E27FC236}">
                    <a16:creationId xmlns:a16="http://schemas.microsoft.com/office/drawing/2014/main" id="{C7A14AA0-222A-49BA-90A5-D28D5E35B3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6" name="Line 70">
                <a:extLst>
                  <a:ext uri="{FF2B5EF4-FFF2-40B4-BE49-F238E27FC236}">
                    <a16:creationId xmlns:a16="http://schemas.microsoft.com/office/drawing/2014/main" id="{5091D289-6446-4C69-95E4-AF0EAB4F39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7" name="Line 71">
                <a:extLst>
                  <a:ext uri="{FF2B5EF4-FFF2-40B4-BE49-F238E27FC236}">
                    <a16:creationId xmlns:a16="http://schemas.microsoft.com/office/drawing/2014/main" id="{55633F36-899D-457F-906D-A242DEA17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248" name="Line 72">
                <a:extLst>
                  <a:ext uri="{FF2B5EF4-FFF2-40B4-BE49-F238E27FC236}">
                    <a16:creationId xmlns:a16="http://schemas.microsoft.com/office/drawing/2014/main" id="{280F45D5-9506-4A72-B2AA-C792D1ED0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39" name="Line 73">
              <a:extLst>
                <a:ext uri="{FF2B5EF4-FFF2-40B4-BE49-F238E27FC236}">
                  <a16:creationId xmlns:a16="http://schemas.microsoft.com/office/drawing/2014/main" id="{6766584E-AA4D-4650-9E43-656AE0CC0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40" name="Line 74">
              <a:extLst>
                <a:ext uri="{FF2B5EF4-FFF2-40B4-BE49-F238E27FC236}">
                  <a16:creationId xmlns:a16="http://schemas.microsoft.com/office/drawing/2014/main" id="{908925E4-91B1-401A-BF38-426F487FB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41" name="Rectangle 75">
              <a:extLst>
                <a:ext uri="{FF2B5EF4-FFF2-40B4-BE49-F238E27FC236}">
                  <a16:creationId xmlns:a16="http://schemas.microsoft.com/office/drawing/2014/main" id="{F72B8242-412C-4060-8207-F0A1A1653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42" name="Line 76">
              <a:extLst>
                <a:ext uri="{FF2B5EF4-FFF2-40B4-BE49-F238E27FC236}">
                  <a16:creationId xmlns:a16="http://schemas.microsoft.com/office/drawing/2014/main" id="{D35233C7-65CA-4A4F-AE0A-1B02EED79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070"/>
              <a:ext cx="1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43" name="Rectangle 77">
              <a:extLst>
                <a:ext uri="{FF2B5EF4-FFF2-40B4-BE49-F238E27FC236}">
                  <a16:creationId xmlns:a16="http://schemas.microsoft.com/office/drawing/2014/main" id="{33C59575-BD70-4067-9229-63FC0CE91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935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44" name="Rectangle 78">
              <a:extLst>
                <a:ext uri="{FF2B5EF4-FFF2-40B4-BE49-F238E27FC236}">
                  <a16:creationId xmlns:a16="http://schemas.microsoft.com/office/drawing/2014/main" id="{9F987193-12E6-417F-A03E-0BFFC39EB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E219FE95-F812-44A9-34C7-A02C2CE0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solidFill>
                  <a:schemeClr val="tx1"/>
                </a:solidFill>
                <a:latin typeface="Arial" charset="0"/>
              </a:rPr>
              <a:t>MemWr</a:t>
            </a:r>
            <a:r>
              <a:rPr lang="en-US" altLang="en-US" dirty="0">
                <a:solidFill>
                  <a:schemeClr val="tx1"/>
                </a:solidFill>
                <a:latin typeface="Arial" charset="0"/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存储器写入控制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15813"/>
            <a:ext cx="9077806" cy="666849"/>
          </a:xfrm>
          <a:noFill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altLang="en-US" sz="4000" dirty="0" err="1">
                <a:solidFill>
                  <a:schemeClr val="tx1"/>
                </a:solidFill>
                <a:latin typeface="Arial" charset="0"/>
              </a:rPr>
              <a:t>MemtoReg</a:t>
            </a:r>
            <a:r>
              <a:rPr lang="en-US" altLang="en-US" sz="4000" dirty="0">
                <a:solidFill>
                  <a:schemeClr val="tx1"/>
                </a:solidFill>
                <a:latin typeface="Arial" charset="0"/>
              </a:rPr>
              <a:t>:</a:t>
            </a:r>
            <a:r>
              <a:rPr lang="zh-CN" altLang="en-US" sz="4000" dirty="0">
                <a:solidFill>
                  <a:schemeClr val="tx1"/>
                </a:solidFill>
              </a:rPr>
              <a:t>寄存器数据写入端选择信号</a:t>
            </a:r>
          </a:p>
        </p:txBody>
      </p:sp>
      <p:sp>
        <p:nvSpPr>
          <p:cNvPr id="55404" name="Rectangle 125"/>
          <p:cNvSpPr>
            <a:spLocks noGrp="1" noChangeArrowheads="1"/>
          </p:cNvSpPr>
          <p:nvPr>
            <p:ph idx="1"/>
          </p:nvPr>
        </p:nvSpPr>
        <p:spPr>
          <a:xfrm>
            <a:off x="381000" y="1487675"/>
            <a:ext cx="7924800" cy="420628"/>
          </a:xfrm>
          <a:noFill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tabLst>
                <a:tab pos="1600200" algn="l"/>
              </a:tabLst>
            </a:pPr>
            <a:r>
              <a:rPr lang="en-US" altLang="en-US" sz="2400" dirty="0" err="1">
                <a:solidFill>
                  <a:srgbClr val="00B050"/>
                </a:solidFill>
                <a:latin typeface="Arial" charset="0"/>
              </a:rPr>
              <a:t>MemtoReg</a:t>
            </a:r>
            <a:r>
              <a:rPr lang="en-US" altLang="en-US" sz="2400" dirty="0">
                <a:solidFill>
                  <a:srgbClr val="00B050"/>
                </a:solidFill>
                <a:latin typeface="Arial" charset="0"/>
              </a:rPr>
              <a:t>:</a:t>
            </a:r>
            <a:r>
              <a:rPr lang="zh-CN" altLang="en-US" sz="2400" dirty="0">
                <a:latin typeface="Arial" charset="0"/>
              </a:rPr>
              <a:t> </a:t>
            </a:r>
            <a:r>
              <a:rPr lang="en-US" altLang="en-US" sz="2400" dirty="0">
                <a:latin typeface="Arial" charset="0"/>
              </a:rPr>
              <a:t>0 </a:t>
            </a:r>
            <a:r>
              <a:rPr lang="en-US" altLang="en-US" sz="24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lang="en-US" altLang="en-US" sz="2400" dirty="0">
                <a:latin typeface="Arial" charset="0"/>
              </a:rPr>
              <a:t> ALU; 1 </a:t>
            </a:r>
            <a:r>
              <a:rPr lang="en-US" altLang="en-US" sz="24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lang="en-US" altLang="en-US" sz="2400" dirty="0">
                <a:latin typeface="Arial" charset="0"/>
              </a:rPr>
              <a:t> Mem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196B471-0F56-4FD7-8541-F068E3B6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91</a:t>
            </a:fld>
            <a:endParaRPr lang="en-US" altLang="zh-CN" dirty="0"/>
          </a:p>
        </p:txBody>
      </p:sp>
      <p:graphicFrame>
        <p:nvGraphicFramePr>
          <p:cNvPr id="258" name="Table 3">
            <a:extLst>
              <a:ext uri="{FF2B5EF4-FFF2-40B4-BE49-F238E27FC236}">
                <a16:creationId xmlns:a16="http://schemas.microsoft.com/office/drawing/2014/main" id="{D1EB0ADC-9726-41ED-B8FC-7A29FC376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538127"/>
              </p:ext>
            </p:extLst>
          </p:nvPr>
        </p:nvGraphicFramePr>
        <p:xfrm>
          <a:off x="5007358" y="1913641"/>
          <a:ext cx="4085813" cy="26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261">
                  <a:extLst>
                    <a:ext uri="{9D8B030D-6E8A-4147-A177-3AD203B41FA5}">
                      <a16:colId xmlns:a16="http://schemas.microsoft.com/office/drawing/2014/main" val="1061249956"/>
                    </a:ext>
                  </a:extLst>
                </a:gridCol>
                <a:gridCol w="642795">
                  <a:extLst>
                    <a:ext uri="{9D8B030D-6E8A-4147-A177-3AD203B41FA5}">
                      <a16:colId xmlns:a16="http://schemas.microsoft.com/office/drawing/2014/main" val="3720006457"/>
                    </a:ext>
                  </a:extLst>
                </a:gridCol>
                <a:gridCol w="662263">
                  <a:extLst>
                    <a:ext uri="{9D8B030D-6E8A-4147-A177-3AD203B41FA5}">
                      <a16:colId xmlns:a16="http://schemas.microsoft.com/office/drawing/2014/main" val="3092764089"/>
                    </a:ext>
                  </a:extLst>
                </a:gridCol>
                <a:gridCol w="420110">
                  <a:extLst>
                    <a:ext uri="{9D8B030D-6E8A-4147-A177-3AD203B41FA5}">
                      <a16:colId xmlns:a16="http://schemas.microsoft.com/office/drawing/2014/main" val="313743430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1154784256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8484538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814040972"/>
                    </a:ext>
                  </a:extLst>
                </a:gridCol>
              </a:tblGrid>
              <a:tr h="201299">
                <a:tc>
                  <a:txBody>
                    <a:bodyPr/>
                    <a:lstStyle/>
                    <a:p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44675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PCSrc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Zero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363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ALUsrc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505304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ExtOp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021078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RegWr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04037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RegDst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79844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MemWr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433183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 err="1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MemtoReg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X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rgbClr val="00B0F0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X</a:t>
                      </a:r>
                      <a:endParaRPr lang="zh-CN" altLang="en-US" sz="1400" b="0" i="0" kern="1200" dirty="0">
                        <a:solidFill>
                          <a:srgbClr val="00B0F0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906700"/>
                  </a:ext>
                </a:extLst>
              </a:tr>
            </a:tbl>
          </a:graphicData>
        </a:graphic>
      </p:graphicFrame>
      <p:sp>
        <p:nvSpPr>
          <p:cNvPr id="260" name="Oval 90">
            <a:extLst>
              <a:ext uri="{FF2B5EF4-FFF2-40B4-BE49-F238E27FC236}">
                <a16:creationId xmlns:a16="http://schemas.microsoft.com/office/drawing/2014/main" id="{22E39B2F-87A9-4738-A492-6CE326735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028" y="4616505"/>
            <a:ext cx="1155683" cy="480516"/>
          </a:xfrm>
          <a:prstGeom prst="ellipse">
            <a:avLst/>
          </a:prstGeom>
          <a:noFill/>
          <a:ln w="508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1" name="Line 15">
            <a:extLst>
              <a:ext uri="{FF2B5EF4-FFF2-40B4-BE49-F238E27FC236}">
                <a16:creationId xmlns:a16="http://schemas.microsoft.com/office/drawing/2014/main" id="{53A221CA-4509-4A0A-B68F-DBD77CAD20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1745" y="4002079"/>
            <a:ext cx="100876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2" name="Line 16">
            <a:extLst>
              <a:ext uri="{FF2B5EF4-FFF2-40B4-BE49-F238E27FC236}">
                <a16:creationId xmlns:a16="http://schemas.microsoft.com/office/drawing/2014/main" id="{87A95487-57DF-458E-9379-AD2FA286DC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0273" y="3925516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3" name="Rectangle 17">
            <a:extLst>
              <a:ext uri="{FF2B5EF4-FFF2-40B4-BE49-F238E27FC236}">
                <a16:creationId xmlns:a16="http://schemas.microsoft.com/office/drawing/2014/main" id="{52335F37-63AA-4C9B-A147-A4075D94C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03" y="400207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4" name="Line 19">
            <a:extLst>
              <a:ext uri="{FF2B5EF4-FFF2-40B4-BE49-F238E27FC236}">
                <a16:creationId xmlns:a16="http://schemas.microsoft.com/office/drawing/2014/main" id="{C471D4A2-9B0B-43CF-9F94-64D625CEE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390" y="3127370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5" name="Rectangle 20">
            <a:extLst>
              <a:ext uri="{FF2B5EF4-FFF2-40B4-BE49-F238E27FC236}">
                <a16:creationId xmlns:a16="http://schemas.microsoft.com/office/drawing/2014/main" id="{BD184749-20FB-41CA-8A3B-670F1EE8A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840" y="3032527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6" name="Rectangle 21">
            <a:extLst>
              <a:ext uri="{FF2B5EF4-FFF2-40B4-BE49-F238E27FC236}">
                <a16:creationId xmlns:a16="http://schemas.microsoft.com/office/drawing/2014/main" id="{D32F0D60-564F-4E96-B701-C4143E534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31" y="4416946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7" name="Rectangle 22">
            <a:extLst>
              <a:ext uri="{FF2B5EF4-FFF2-40B4-BE49-F238E27FC236}">
                <a16:creationId xmlns:a16="http://schemas.microsoft.com/office/drawing/2014/main" id="{7173B730-E83F-4CF7-99E8-064F7E6AE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5412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8" name="Rectangle 23">
            <a:extLst>
              <a:ext uri="{FF2B5EF4-FFF2-40B4-BE49-F238E27FC236}">
                <a16:creationId xmlns:a16="http://schemas.microsoft.com/office/drawing/2014/main" id="{EF010AC0-D5C1-4FE2-A8F2-050D39DFD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440" y="3405179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9" name="Line 24">
            <a:extLst>
              <a:ext uri="{FF2B5EF4-FFF2-40B4-BE49-F238E27FC236}">
                <a16:creationId xmlns:a16="http://schemas.microsoft.com/office/drawing/2014/main" id="{B5F7519D-29AF-4C48-94E7-CCD876D89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649" y="4371233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0" name="Line 25">
            <a:extLst>
              <a:ext uri="{FF2B5EF4-FFF2-40B4-BE49-F238E27FC236}">
                <a16:creationId xmlns:a16="http://schemas.microsoft.com/office/drawing/2014/main" id="{3CC64BEC-00ED-462F-BC81-1FE52FA6B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7790" y="4483190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1" name="Rectangle 27">
            <a:extLst>
              <a:ext uri="{FF2B5EF4-FFF2-40B4-BE49-F238E27FC236}">
                <a16:creationId xmlns:a16="http://schemas.microsoft.com/office/drawing/2014/main" id="{C2E6049F-A388-42B4-B3EB-69CEC4A15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990" y="2857492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2" name="Line 28">
            <a:extLst>
              <a:ext uri="{FF2B5EF4-FFF2-40B4-BE49-F238E27FC236}">
                <a16:creationId xmlns:a16="http://schemas.microsoft.com/office/drawing/2014/main" id="{74B9EA74-DBBF-48EB-A7B1-F176CB86D6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222" y="3925879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3" name="Line 29">
            <a:extLst>
              <a:ext uri="{FF2B5EF4-FFF2-40B4-BE49-F238E27FC236}">
                <a16:creationId xmlns:a16="http://schemas.microsoft.com/office/drawing/2014/main" id="{CAAA4FCD-54F8-4084-845B-C9BA90309E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421" y="38430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4" name="Rectangle 30">
            <a:extLst>
              <a:ext uri="{FF2B5EF4-FFF2-40B4-BE49-F238E27FC236}">
                <a16:creationId xmlns:a16="http://schemas.microsoft.com/office/drawing/2014/main" id="{FF5E88B3-B099-441D-8D6F-73045D04E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585" y="388267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5" name="Line 31">
            <a:extLst>
              <a:ext uri="{FF2B5EF4-FFF2-40B4-BE49-F238E27FC236}">
                <a16:creationId xmlns:a16="http://schemas.microsoft.com/office/drawing/2014/main" id="{03C1EE00-8504-400E-AE8E-14AD88AE9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365" y="3551289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6" name="Line 32">
            <a:extLst>
              <a:ext uri="{FF2B5EF4-FFF2-40B4-BE49-F238E27FC236}">
                <a16:creationId xmlns:a16="http://schemas.microsoft.com/office/drawing/2014/main" id="{D321F512-829F-4089-A7F8-8050D1D19F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98365" y="347502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7" name="Rectangle 33">
            <a:extLst>
              <a:ext uri="{FF2B5EF4-FFF2-40B4-BE49-F238E27FC236}">
                <a16:creationId xmlns:a16="http://schemas.microsoft.com/office/drawing/2014/main" id="{39BF0F29-A5FB-4CA8-ACC1-4E1BE9D52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5628" y="362107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8" name="Rectangle 34">
            <a:extLst>
              <a:ext uri="{FF2B5EF4-FFF2-40B4-BE49-F238E27FC236}">
                <a16:creationId xmlns:a16="http://schemas.microsoft.com/office/drawing/2014/main" id="{78F92619-BD2D-4BAE-9288-080E1B458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828" y="3240079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9" name="Line 35">
            <a:extLst>
              <a:ext uri="{FF2B5EF4-FFF2-40B4-BE49-F238E27FC236}">
                <a16:creationId xmlns:a16="http://schemas.microsoft.com/office/drawing/2014/main" id="{51ACC601-A051-4310-9C7B-4B757E2C6C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0665" y="3151179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0" name="Line 36">
            <a:extLst>
              <a:ext uri="{FF2B5EF4-FFF2-40B4-BE49-F238E27FC236}">
                <a16:creationId xmlns:a16="http://schemas.microsoft.com/office/drawing/2014/main" id="{973CF8B7-0461-48B6-807C-E8B06430B1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365" y="4446639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1" name="Line 37">
            <a:extLst>
              <a:ext uri="{FF2B5EF4-FFF2-40B4-BE49-F238E27FC236}">
                <a16:creationId xmlns:a16="http://schemas.microsoft.com/office/drawing/2014/main" id="{7345B0D3-FCEF-4FDB-AAA7-5FCD982580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1165" y="438942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2" name="Rectangle 38">
            <a:extLst>
              <a:ext uri="{FF2B5EF4-FFF2-40B4-BE49-F238E27FC236}">
                <a16:creationId xmlns:a16="http://schemas.microsoft.com/office/drawing/2014/main" id="{F7053764-CA98-47DB-8C14-7881CB117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828" y="442069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83" name="Rectangle 39">
            <a:extLst>
              <a:ext uri="{FF2B5EF4-FFF2-40B4-BE49-F238E27FC236}">
                <a16:creationId xmlns:a16="http://schemas.microsoft.com/office/drawing/2014/main" id="{8170B7BF-F30D-4A4B-9365-AE0B88C8F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820" y="4107691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4" name="Line 40">
            <a:extLst>
              <a:ext uri="{FF2B5EF4-FFF2-40B4-BE49-F238E27FC236}">
                <a16:creationId xmlns:a16="http://schemas.microsoft.com/office/drawing/2014/main" id="{DADC4E24-1F12-4205-BB8C-090DDBC2A1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2217" y="4483186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5" name="Line 41">
            <a:extLst>
              <a:ext uri="{FF2B5EF4-FFF2-40B4-BE49-F238E27FC236}">
                <a16:creationId xmlns:a16="http://schemas.microsoft.com/office/drawing/2014/main" id="{4F463085-A762-4F68-87DF-7C8E0980D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5465" y="2667873"/>
            <a:ext cx="0" cy="7452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6" name="Line 42">
            <a:extLst>
              <a:ext uri="{FF2B5EF4-FFF2-40B4-BE49-F238E27FC236}">
                <a16:creationId xmlns:a16="http://schemas.microsoft.com/office/drawing/2014/main" id="{D0AAB819-1DB0-47B0-9CF7-6557784D0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5615" y="3081329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7" name="Rectangle 43">
            <a:extLst>
              <a:ext uri="{FF2B5EF4-FFF2-40B4-BE49-F238E27FC236}">
                <a16:creationId xmlns:a16="http://schemas.microsoft.com/office/drawing/2014/main" id="{816AFDEA-A0F6-4F9D-B362-18BE82E18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578" y="2935279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88" name="Line 44">
            <a:extLst>
              <a:ext uri="{FF2B5EF4-FFF2-40B4-BE49-F238E27FC236}">
                <a16:creationId xmlns:a16="http://schemas.microsoft.com/office/drawing/2014/main" id="{248E5CDA-A195-4900-8D66-81464B470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6465" y="298132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9" name="Line 45">
            <a:extLst>
              <a:ext uri="{FF2B5EF4-FFF2-40B4-BE49-F238E27FC236}">
                <a16:creationId xmlns:a16="http://schemas.microsoft.com/office/drawing/2014/main" id="{B6B39F0F-821A-48E6-B20F-987C306CA8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96615" y="3081329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0" name="Rectangle 46">
            <a:extLst>
              <a:ext uri="{FF2B5EF4-FFF2-40B4-BE49-F238E27FC236}">
                <a16:creationId xmlns:a16="http://schemas.microsoft.com/office/drawing/2014/main" id="{A755E03B-ABE7-4674-9F60-6DB7B4EBA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578" y="2935279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91" name="Line 47">
            <a:extLst>
              <a:ext uri="{FF2B5EF4-FFF2-40B4-BE49-F238E27FC236}">
                <a16:creationId xmlns:a16="http://schemas.microsoft.com/office/drawing/2014/main" id="{D06B51D9-D399-4F88-A731-6A4996CF1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3665" y="298132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2" name="Line 48">
            <a:extLst>
              <a:ext uri="{FF2B5EF4-FFF2-40B4-BE49-F238E27FC236}">
                <a16:creationId xmlns:a16="http://schemas.microsoft.com/office/drawing/2014/main" id="{34625FFA-C6E5-4396-A386-85F36524FF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3815" y="3081329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3" name="Rectangle 49">
            <a:extLst>
              <a:ext uri="{FF2B5EF4-FFF2-40B4-BE49-F238E27FC236}">
                <a16:creationId xmlns:a16="http://schemas.microsoft.com/office/drawing/2014/main" id="{2AE8C457-A58D-48CD-B457-368A72E06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778" y="2935279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94" name="Rectangle 50">
            <a:extLst>
              <a:ext uri="{FF2B5EF4-FFF2-40B4-BE49-F238E27FC236}">
                <a16:creationId xmlns:a16="http://schemas.microsoft.com/office/drawing/2014/main" id="{586B8151-85E9-4334-B0C1-9211B2C2C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578" y="3392479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5" name="Rectangle 51">
            <a:extLst>
              <a:ext uri="{FF2B5EF4-FFF2-40B4-BE49-F238E27FC236}">
                <a16:creationId xmlns:a16="http://schemas.microsoft.com/office/drawing/2014/main" id="{7DA48745-88B5-4671-9974-EC6BD03BE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9778" y="3392479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96" name="Rectangle 52">
            <a:extLst>
              <a:ext uri="{FF2B5EF4-FFF2-40B4-BE49-F238E27FC236}">
                <a16:creationId xmlns:a16="http://schemas.microsoft.com/office/drawing/2014/main" id="{C54B70BD-A9D7-4C7D-93FF-CA73638AE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778" y="3392479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97" name="Rectangle 53">
            <a:extLst>
              <a:ext uri="{FF2B5EF4-FFF2-40B4-BE49-F238E27FC236}">
                <a16:creationId xmlns:a16="http://schemas.microsoft.com/office/drawing/2014/main" id="{A30799E6-9A02-4D63-9A8D-83CAA9B81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578" y="3697279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98" name="Line 54">
            <a:extLst>
              <a:ext uri="{FF2B5EF4-FFF2-40B4-BE49-F238E27FC236}">
                <a16:creationId xmlns:a16="http://schemas.microsoft.com/office/drawing/2014/main" id="{7A9BA8DD-F544-4A65-9A64-519243B704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221" y="6650225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9" name="Line 55">
            <a:extLst>
              <a:ext uri="{FF2B5EF4-FFF2-40B4-BE49-F238E27FC236}">
                <a16:creationId xmlns:a16="http://schemas.microsoft.com/office/drawing/2014/main" id="{BE68D3A9-613E-43AE-B321-4EF24CCA45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222" y="3917524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0" name="Line 88">
            <a:extLst>
              <a:ext uri="{FF2B5EF4-FFF2-40B4-BE49-F238E27FC236}">
                <a16:creationId xmlns:a16="http://schemas.microsoft.com/office/drawing/2014/main" id="{2BA80FEC-720F-4E9B-A695-22B94EBD7C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8877" y="4459279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1" name="Line 89">
            <a:extLst>
              <a:ext uri="{FF2B5EF4-FFF2-40B4-BE49-F238E27FC236}">
                <a16:creationId xmlns:a16="http://schemas.microsoft.com/office/drawing/2014/main" id="{E27549D9-9BB0-4E3C-BA5B-C8D0B4702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2697" y="5611660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02" name="组合 301">
            <a:extLst>
              <a:ext uri="{FF2B5EF4-FFF2-40B4-BE49-F238E27FC236}">
                <a16:creationId xmlns:a16="http://schemas.microsoft.com/office/drawing/2014/main" id="{A64D8E8B-1AA4-48A9-9DAE-4A033A0C0090}"/>
              </a:ext>
            </a:extLst>
          </p:cNvPr>
          <p:cNvGrpSpPr/>
          <p:nvPr/>
        </p:nvGrpSpPr>
        <p:grpSpPr>
          <a:xfrm>
            <a:off x="3375422" y="3405179"/>
            <a:ext cx="505337" cy="1193800"/>
            <a:chOff x="5799138" y="4889500"/>
            <a:chExt cx="505337" cy="1193800"/>
          </a:xfrm>
        </p:grpSpPr>
        <p:grpSp>
          <p:nvGrpSpPr>
            <p:cNvPr id="303" name="Group 4">
              <a:extLst>
                <a:ext uri="{FF2B5EF4-FFF2-40B4-BE49-F238E27FC236}">
                  <a16:creationId xmlns:a16="http://schemas.microsoft.com/office/drawing/2014/main" id="{4B7F89A9-C528-4CF8-A540-57F074B6F6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05" name="Line 5">
                <a:extLst>
                  <a:ext uri="{FF2B5EF4-FFF2-40B4-BE49-F238E27FC236}">
                    <a16:creationId xmlns:a16="http://schemas.microsoft.com/office/drawing/2014/main" id="{5ACCA5CC-608E-4A95-9220-DEA136DD1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6" name="Line 6">
                <a:extLst>
                  <a:ext uri="{FF2B5EF4-FFF2-40B4-BE49-F238E27FC236}">
                    <a16:creationId xmlns:a16="http://schemas.microsoft.com/office/drawing/2014/main" id="{553D4349-0A82-4357-8279-B86A18AC4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7" name="Line 7">
                <a:extLst>
                  <a:ext uri="{FF2B5EF4-FFF2-40B4-BE49-F238E27FC236}">
                    <a16:creationId xmlns:a16="http://schemas.microsoft.com/office/drawing/2014/main" id="{FC06A961-2623-4FF2-8C6F-EAA1B6EF2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8" name="Line 8">
                <a:extLst>
                  <a:ext uri="{FF2B5EF4-FFF2-40B4-BE49-F238E27FC236}">
                    <a16:creationId xmlns:a16="http://schemas.microsoft.com/office/drawing/2014/main" id="{DEC3CE6C-8AD9-4D34-A3D3-535FC9526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9" name="Line 9">
                <a:extLst>
                  <a:ext uri="{FF2B5EF4-FFF2-40B4-BE49-F238E27FC236}">
                    <a16:creationId xmlns:a16="http://schemas.microsoft.com/office/drawing/2014/main" id="{0C85A5DB-AC72-4251-9B35-4AEAF87E3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0" name="Line 10">
                <a:extLst>
                  <a:ext uri="{FF2B5EF4-FFF2-40B4-BE49-F238E27FC236}">
                    <a16:creationId xmlns:a16="http://schemas.microsoft.com/office/drawing/2014/main" id="{63CFD9A8-CFC0-435E-88F8-4F21997803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1" name="Line 11">
                <a:extLst>
                  <a:ext uri="{FF2B5EF4-FFF2-40B4-BE49-F238E27FC236}">
                    <a16:creationId xmlns:a16="http://schemas.microsoft.com/office/drawing/2014/main" id="{492A0FCE-C9CB-4557-B503-784AD34A4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2" name="Line 12">
                <a:extLst>
                  <a:ext uri="{FF2B5EF4-FFF2-40B4-BE49-F238E27FC236}">
                    <a16:creationId xmlns:a16="http://schemas.microsoft.com/office/drawing/2014/main" id="{B5AABC67-D295-403F-ABA5-58EF4B84DE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04" name="Rectangle 58">
              <a:extLst>
                <a:ext uri="{FF2B5EF4-FFF2-40B4-BE49-F238E27FC236}">
                  <a16:creationId xmlns:a16="http://schemas.microsoft.com/office/drawing/2014/main" id="{C3D2BD5D-F30B-4028-9ECD-D6944D4E54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313" name="Rectangle 62">
            <a:extLst>
              <a:ext uri="{FF2B5EF4-FFF2-40B4-BE49-F238E27FC236}">
                <a16:creationId xmlns:a16="http://schemas.microsoft.com/office/drawing/2014/main" id="{326AC2ED-60BD-4AEC-9151-D8D684C83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8708" y="4788952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4" name="Rectangle 63">
            <a:extLst>
              <a:ext uri="{FF2B5EF4-FFF2-40B4-BE49-F238E27FC236}">
                <a16:creationId xmlns:a16="http://schemas.microsoft.com/office/drawing/2014/main" id="{F3CDBCC6-47D3-4453-95B4-96A2028C324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05847" y="5021801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5" name="Rectangle 64">
            <a:extLst>
              <a:ext uri="{FF2B5EF4-FFF2-40B4-BE49-F238E27FC236}">
                <a16:creationId xmlns:a16="http://schemas.microsoft.com/office/drawing/2014/main" id="{1D5F9B95-610D-4163-B4D2-14EB2C674FE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27709" y="4611946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16" name="Line 79">
            <a:extLst>
              <a:ext uri="{FF2B5EF4-FFF2-40B4-BE49-F238E27FC236}">
                <a16:creationId xmlns:a16="http://schemas.microsoft.com/office/drawing/2014/main" id="{F453B176-41AD-4012-9900-EB9811BB6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4308" y="5157252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7" name="Line 82">
            <a:extLst>
              <a:ext uri="{FF2B5EF4-FFF2-40B4-BE49-F238E27FC236}">
                <a16:creationId xmlns:a16="http://schemas.microsoft.com/office/drawing/2014/main" id="{9270EB21-CFF9-464E-8564-E856DA6D1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1179" y="5155665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8" name="Line 83">
            <a:extLst>
              <a:ext uri="{FF2B5EF4-FFF2-40B4-BE49-F238E27FC236}">
                <a16:creationId xmlns:a16="http://schemas.microsoft.com/office/drawing/2014/main" id="{B2CD7313-10D5-4317-8ACC-F6A7B24471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3556" y="508571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9" name="Rectangle 84">
            <a:extLst>
              <a:ext uri="{FF2B5EF4-FFF2-40B4-BE49-F238E27FC236}">
                <a16:creationId xmlns:a16="http://schemas.microsoft.com/office/drawing/2014/main" id="{47A59859-A493-4207-A850-65EAB9C02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378" y="5233452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320" name="Rectangle 85">
            <a:extLst>
              <a:ext uri="{FF2B5EF4-FFF2-40B4-BE49-F238E27FC236}">
                <a16:creationId xmlns:a16="http://schemas.microsoft.com/office/drawing/2014/main" id="{3AB81483-D7F2-498C-9509-A5226FF2B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178" y="5081052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21" name="Line 86">
            <a:extLst>
              <a:ext uri="{FF2B5EF4-FFF2-40B4-BE49-F238E27FC236}">
                <a16:creationId xmlns:a16="http://schemas.microsoft.com/office/drawing/2014/main" id="{1F02D8A9-BED2-47C1-A54F-FCD8F1E7DD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6517" y="3116660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2" name="Rectangle 87">
            <a:extLst>
              <a:ext uri="{FF2B5EF4-FFF2-40B4-BE49-F238E27FC236}">
                <a16:creationId xmlns:a16="http://schemas.microsoft.com/office/drawing/2014/main" id="{828C5D58-0F3A-4877-B678-3B35AE9CC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962" y="2805134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23" name="Group 57">
            <a:extLst>
              <a:ext uri="{FF2B5EF4-FFF2-40B4-BE49-F238E27FC236}">
                <a16:creationId xmlns:a16="http://schemas.microsoft.com/office/drawing/2014/main" id="{51A4BA0A-5E5E-4A2D-B8FE-1C13F3F1D26E}"/>
              </a:ext>
            </a:extLst>
          </p:cNvPr>
          <p:cNvGrpSpPr>
            <a:grpSpLocks/>
          </p:cNvGrpSpPr>
          <p:nvPr/>
        </p:nvGrpSpPr>
        <p:grpSpPr bwMode="auto">
          <a:xfrm>
            <a:off x="2777727" y="4172467"/>
            <a:ext cx="311150" cy="1117600"/>
            <a:chOff x="3116" y="3032"/>
            <a:chExt cx="196" cy="704"/>
          </a:xfrm>
        </p:grpSpPr>
        <p:sp>
          <p:nvSpPr>
            <p:cNvPr id="324" name="Line 58">
              <a:extLst>
                <a:ext uri="{FF2B5EF4-FFF2-40B4-BE49-F238E27FC236}">
                  <a16:creationId xmlns:a16="http://schemas.microsoft.com/office/drawing/2014/main" id="{6D7C3247-BCA0-44B7-B3D1-AB141506F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5" name="Line 59">
              <a:extLst>
                <a:ext uri="{FF2B5EF4-FFF2-40B4-BE49-F238E27FC236}">
                  <a16:creationId xmlns:a16="http://schemas.microsoft.com/office/drawing/2014/main" id="{3F7F5ED9-8465-4761-B217-AC1194164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6" name="Line 60">
              <a:extLst>
                <a:ext uri="{FF2B5EF4-FFF2-40B4-BE49-F238E27FC236}">
                  <a16:creationId xmlns:a16="http://schemas.microsoft.com/office/drawing/2014/main" id="{A5F619F8-1CAD-41DC-93AC-83B7C18CEF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7" name="Line 61">
              <a:extLst>
                <a:ext uri="{FF2B5EF4-FFF2-40B4-BE49-F238E27FC236}">
                  <a16:creationId xmlns:a16="http://schemas.microsoft.com/office/drawing/2014/main" id="{9D50064B-152A-403C-9F9D-681AD905C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28" name="Line 89">
            <a:extLst>
              <a:ext uri="{FF2B5EF4-FFF2-40B4-BE49-F238E27FC236}">
                <a16:creationId xmlns:a16="http://schemas.microsoft.com/office/drawing/2014/main" id="{0FF35E4A-1F35-4DAC-A850-C11604ECBE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0796" y="3995729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9" name="Rectangle 114">
            <a:extLst>
              <a:ext uri="{FF2B5EF4-FFF2-40B4-BE49-F238E27FC236}">
                <a16:creationId xmlns:a16="http://schemas.microsoft.com/office/drawing/2014/main" id="{AC260D3B-5D0A-4951-90FA-026CDE353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124" y="5338323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0" name="Line 115">
            <a:extLst>
              <a:ext uri="{FF2B5EF4-FFF2-40B4-BE49-F238E27FC236}">
                <a16:creationId xmlns:a16="http://schemas.microsoft.com/office/drawing/2014/main" id="{ED64F922-ADCF-4DD9-835A-54A71377C3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9879" y="6359413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1" name="Rectangle 116">
            <a:extLst>
              <a:ext uri="{FF2B5EF4-FFF2-40B4-BE49-F238E27FC236}">
                <a16:creationId xmlns:a16="http://schemas.microsoft.com/office/drawing/2014/main" id="{F66CA48A-BC14-40E9-A947-8AA804437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688" y="6053421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2" name="Rectangle 117">
            <a:extLst>
              <a:ext uri="{FF2B5EF4-FFF2-40B4-BE49-F238E27FC236}">
                <a16:creationId xmlns:a16="http://schemas.microsoft.com/office/drawing/2014/main" id="{322CA841-9470-43E4-94EF-5A74D2D8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1286" y="5512110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333" name="Line 118">
            <a:extLst>
              <a:ext uri="{FF2B5EF4-FFF2-40B4-BE49-F238E27FC236}">
                <a16:creationId xmlns:a16="http://schemas.microsoft.com/office/drawing/2014/main" id="{797F0E04-7E65-43EF-8793-690068F1A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950" y="6265423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4" name="Line 119">
            <a:extLst>
              <a:ext uri="{FF2B5EF4-FFF2-40B4-BE49-F238E27FC236}">
                <a16:creationId xmlns:a16="http://schemas.microsoft.com/office/drawing/2014/main" id="{9DF05649-9E20-4744-B86F-A789CAC2A9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7649" y="6359413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5" name="Rectangle 121">
            <a:extLst>
              <a:ext uri="{FF2B5EF4-FFF2-40B4-BE49-F238E27FC236}">
                <a16:creationId xmlns:a16="http://schemas.microsoft.com/office/drawing/2014/main" id="{64CB74FC-5A4D-4F7B-ADF3-2EFE7E3C9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074" y="5322448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6" name="Line 122">
            <a:extLst>
              <a:ext uri="{FF2B5EF4-FFF2-40B4-BE49-F238E27FC236}">
                <a16:creationId xmlns:a16="http://schemas.microsoft.com/office/drawing/2014/main" id="{E43BE22D-9903-4B8C-AA45-8208639FC4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6072" y="5832035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7" name="Line 123">
            <a:extLst>
              <a:ext uri="{FF2B5EF4-FFF2-40B4-BE49-F238E27FC236}">
                <a16:creationId xmlns:a16="http://schemas.microsoft.com/office/drawing/2014/main" id="{2A6EFD87-EA01-4FEC-AF24-6BBF16C87A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61399" y="5766948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8" name="Rectangle 124">
            <a:extLst>
              <a:ext uri="{FF2B5EF4-FFF2-40B4-BE49-F238E27FC236}">
                <a16:creationId xmlns:a16="http://schemas.microsoft.com/office/drawing/2014/main" id="{3DCFF130-754D-4697-A5BE-4067437E5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493" y="577327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39" name="Line 125">
            <a:extLst>
              <a:ext uri="{FF2B5EF4-FFF2-40B4-BE49-F238E27FC236}">
                <a16:creationId xmlns:a16="http://schemas.microsoft.com/office/drawing/2014/main" id="{74938FFC-ECC9-4B6C-B937-82995EAEF1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9749" y="5097023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0" name="Rectangle 127">
            <a:extLst>
              <a:ext uri="{FF2B5EF4-FFF2-40B4-BE49-F238E27FC236}">
                <a16:creationId xmlns:a16="http://schemas.microsoft.com/office/drawing/2014/main" id="{628B4F21-2E4C-453A-BA00-9E34BC211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0262" y="5324035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1" name="Rectangle 128">
            <a:extLst>
              <a:ext uri="{FF2B5EF4-FFF2-40B4-BE49-F238E27FC236}">
                <a16:creationId xmlns:a16="http://schemas.microsoft.com/office/drawing/2014/main" id="{17EE7A56-A6CA-48FF-ABB3-893D926E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3142" y="5655180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342" name="Line 130">
            <a:extLst>
              <a:ext uri="{FF2B5EF4-FFF2-40B4-BE49-F238E27FC236}">
                <a16:creationId xmlns:a16="http://schemas.microsoft.com/office/drawing/2014/main" id="{264F1F90-2546-4F3E-8792-7D53F5AC40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2099" y="583715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3" name="Rectangle 131">
            <a:extLst>
              <a:ext uri="{FF2B5EF4-FFF2-40B4-BE49-F238E27FC236}">
                <a16:creationId xmlns:a16="http://schemas.microsoft.com/office/drawing/2014/main" id="{65262028-CB0E-4025-A62A-4A759ABAC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4350" y="558041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44" name="Rectangle 133">
            <a:extLst>
              <a:ext uri="{FF2B5EF4-FFF2-40B4-BE49-F238E27FC236}">
                <a16:creationId xmlns:a16="http://schemas.microsoft.com/office/drawing/2014/main" id="{F087551D-A708-4E0E-AA51-B3E905A66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924" y="4825792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5" name="Line 122">
            <a:extLst>
              <a:ext uri="{FF2B5EF4-FFF2-40B4-BE49-F238E27FC236}">
                <a16:creationId xmlns:a16="http://schemas.microsoft.com/office/drawing/2014/main" id="{1FC64FA4-C93C-492F-B63C-0A5C0A0F64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5248" y="5898710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6" name="Rectangle 117">
            <a:extLst>
              <a:ext uri="{FF2B5EF4-FFF2-40B4-BE49-F238E27FC236}">
                <a16:creationId xmlns:a16="http://schemas.microsoft.com/office/drawing/2014/main" id="{7DF4FE7A-A696-4CE6-84B0-5B6B16B3E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821" y="5599644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47" name="Group 57">
            <a:extLst>
              <a:ext uri="{FF2B5EF4-FFF2-40B4-BE49-F238E27FC236}">
                <a16:creationId xmlns:a16="http://schemas.microsoft.com/office/drawing/2014/main" id="{208EABB4-EF38-4E06-9EB4-71964994A661}"/>
              </a:ext>
            </a:extLst>
          </p:cNvPr>
          <p:cNvGrpSpPr>
            <a:grpSpLocks/>
          </p:cNvGrpSpPr>
          <p:nvPr/>
        </p:nvGrpSpPr>
        <p:grpSpPr bwMode="auto">
          <a:xfrm>
            <a:off x="4985530" y="5042952"/>
            <a:ext cx="311150" cy="1117600"/>
            <a:chOff x="3116" y="3032"/>
            <a:chExt cx="196" cy="704"/>
          </a:xfrm>
        </p:grpSpPr>
        <p:sp>
          <p:nvSpPr>
            <p:cNvPr id="348" name="Line 58">
              <a:extLst>
                <a:ext uri="{FF2B5EF4-FFF2-40B4-BE49-F238E27FC236}">
                  <a16:creationId xmlns:a16="http://schemas.microsoft.com/office/drawing/2014/main" id="{F7F6040D-FF39-477F-B36F-62DD795A8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9" name="Line 59">
              <a:extLst>
                <a:ext uri="{FF2B5EF4-FFF2-40B4-BE49-F238E27FC236}">
                  <a16:creationId xmlns:a16="http://schemas.microsoft.com/office/drawing/2014/main" id="{CE8561B4-5E7E-47BD-BCE4-48DFDBC62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0" name="Line 60">
              <a:extLst>
                <a:ext uri="{FF2B5EF4-FFF2-40B4-BE49-F238E27FC236}">
                  <a16:creationId xmlns:a16="http://schemas.microsoft.com/office/drawing/2014/main" id="{DB274DF8-4AF5-44C3-90F2-12123F49D0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1" name="Line 61">
              <a:extLst>
                <a:ext uri="{FF2B5EF4-FFF2-40B4-BE49-F238E27FC236}">
                  <a16:creationId xmlns:a16="http://schemas.microsoft.com/office/drawing/2014/main" id="{478BC0C0-273C-480C-9D66-C36E1351E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52" name="Line 89">
            <a:extLst>
              <a:ext uri="{FF2B5EF4-FFF2-40B4-BE49-F238E27FC236}">
                <a16:creationId xmlns:a16="http://schemas.microsoft.com/office/drawing/2014/main" id="{42C466F2-228B-4DAD-ACD3-6490738D3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6680" y="5620802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3" name="Line 89">
            <a:extLst>
              <a:ext uri="{FF2B5EF4-FFF2-40B4-BE49-F238E27FC236}">
                <a16:creationId xmlns:a16="http://schemas.microsoft.com/office/drawing/2014/main" id="{72DD9FE5-BB8D-4C9D-ABCC-09862E753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0512" y="3995729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4" name="Line 89">
            <a:extLst>
              <a:ext uri="{FF2B5EF4-FFF2-40B4-BE49-F238E27FC236}">
                <a16:creationId xmlns:a16="http://schemas.microsoft.com/office/drawing/2014/main" id="{8A5A69FA-5D09-45E7-B6DC-88004550C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0512" y="5331973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5" name="Rectangle 64">
            <a:extLst>
              <a:ext uri="{FF2B5EF4-FFF2-40B4-BE49-F238E27FC236}">
                <a16:creationId xmlns:a16="http://schemas.microsoft.com/office/drawing/2014/main" id="{BCA57F5B-375A-434E-898C-4429B541129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49439" y="5488889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56" name="Line 112">
            <a:extLst>
              <a:ext uri="{FF2B5EF4-FFF2-40B4-BE49-F238E27FC236}">
                <a16:creationId xmlns:a16="http://schemas.microsoft.com/office/drawing/2014/main" id="{4F9582AD-D59F-4EAB-B097-D504FDD3B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4792" y="5605902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7" name="Rectangle 113">
            <a:extLst>
              <a:ext uri="{FF2B5EF4-FFF2-40B4-BE49-F238E27FC236}">
                <a16:creationId xmlns:a16="http://schemas.microsoft.com/office/drawing/2014/main" id="{06F42B5A-DDB4-44A5-A23E-18B8DA065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396" y="5708419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8" name="Line 89">
            <a:extLst>
              <a:ext uri="{FF2B5EF4-FFF2-40B4-BE49-F238E27FC236}">
                <a16:creationId xmlns:a16="http://schemas.microsoft.com/office/drawing/2014/main" id="{1D7C0EAE-53DD-4FD6-BCAA-4CE093B67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6072" y="4446638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9" name="Line 88">
            <a:extLst>
              <a:ext uri="{FF2B5EF4-FFF2-40B4-BE49-F238E27FC236}">
                <a16:creationId xmlns:a16="http://schemas.microsoft.com/office/drawing/2014/main" id="{80712715-49EA-471A-99CD-2412A12A1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8972" y="3790519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0" name="Rectangle 18">
            <a:extLst>
              <a:ext uri="{FF2B5EF4-FFF2-40B4-BE49-F238E27FC236}">
                <a16:creationId xmlns:a16="http://schemas.microsoft.com/office/drawing/2014/main" id="{77170CCE-2C1D-406F-BCB1-71464EE80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744" y="356302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1" name="Line 19">
            <a:extLst>
              <a:ext uri="{FF2B5EF4-FFF2-40B4-BE49-F238E27FC236}">
                <a16:creationId xmlns:a16="http://schemas.microsoft.com/office/drawing/2014/main" id="{9BBD6718-B4E9-4464-B01B-6750C6F6D6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2677" y="4680467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2" name="Rectangle 20">
            <a:extLst>
              <a:ext uri="{FF2B5EF4-FFF2-40B4-BE49-F238E27FC236}">
                <a16:creationId xmlns:a16="http://schemas.microsoft.com/office/drawing/2014/main" id="{3D3C94DD-2BAE-4470-A13C-26BE81B47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105" y="4664467"/>
            <a:ext cx="122816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MemtoReg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109" name="Group 65">
            <a:extLst>
              <a:ext uri="{FF2B5EF4-FFF2-40B4-BE49-F238E27FC236}">
                <a16:creationId xmlns:a16="http://schemas.microsoft.com/office/drawing/2014/main" id="{332004C6-C003-4F93-B3B5-55BAF94B7D51}"/>
              </a:ext>
            </a:extLst>
          </p:cNvPr>
          <p:cNvGrpSpPr>
            <a:grpSpLocks/>
          </p:cNvGrpSpPr>
          <p:nvPr/>
        </p:nvGrpSpPr>
        <p:grpSpPr bwMode="auto">
          <a:xfrm>
            <a:off x="606821" y="2027979"/>
            <a:ext cx="2116138" cy="676276"/>
            <a:chOff x="1408" y="1728"/>
            <a:chExt cx="1333" cy="426"/>
          </a:xfrm>
        </p:grpSpPr>
        <p:sp>
          <p:nvSpPr>
            <p:cNvPr id="110" name="Rectangle 67">
              <a:extLst>
                <a:ext uri="{FF2B5EF4-FFF2-40B4-BE49-F238E27FC236}">
                  <a16:creationId xmlns:a16="http://schemas.microsoft.com/office/drawing/2014/main" id="{EBFD5E55-62C5-4B27-91FE-94C79EC90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111" name="Group 68">
              <a:extLst>
                <a:ext uri="{FF2B5EF4-FFF2-40B4-BE49-F238E27FC236}">
                  <a16:creationId xmlns:a16="http://schemas.microsoft.com/office/drawing/2014/main" id="{B69A9FDF-6A22-4DF8-BCC3-4402BDB6B8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118" name="Line 69">
                <a:extLst>
                  <a:ext uri="{FF2B5EF4-FFF2-40B4-BE49-F238E27FC236}">
                    <a16:creationId xmlns:a16="http://schemas.microsoft.com/office/drawing/2014/main" id="{EE0A7614-2F47-4D08-95D6-C82862B93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9" name="Line 70">
                <a:extLst>
                  <a:ext uri="{FF2B5EF4-FFF2-40B4-BE49-F238E27FC236}">
                    <a16:creationId xmlns:a16="http://schemas.microsoft.com/office/drawing/2014/main" id="{C7D43514-B56A-44CA-9F6F-6C55A9FC5E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0" name="Line 71">
                <a:extLst>
                  <a:ext uri="{FF2B5EF4-FFF2-40B4-BE49-F238E27FC236}">
                    <a16:creationId xmlns:a16="http://schemas.microsoft.com/office/drawing/2014/main" id="{BB4B8D82-6025-4E48-B499-3DA9149CC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1" name="Line 72">
                <a:extLst>
                  <a:ext uri="{FF2B5EF4-FFF2-40B4-BE49-F238E27FC236}">
                    <a16:creationId xmlns:a16="http://schemas.microsoft.com/office/drawing/2014/main" id="{42F16025-DA2E-4CBD-95E5-FEF7773BA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12" name="Line 73">
              <a:extLst>
                <a:ext uri="{FF2B5EF4-FFF2-40B4-BE49-F238E27FC236}">
                  <a16:creationId xmlns:a16="http://schemas.microsoft.com/office/drawing/2014/main" id="{255A013F-4C4E-499B-AD2D-656A1456A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3" name="Line 74">
              <a:extLst>
                <a:ext uri="{FF2B5EF4-FFF2-40B4-BE49-F238E27FC236}">
                  <a16:creationId xmlns:a16="http://schemas.microsoft.com/office/drawing/2014/main" id="{E3BA2B38-1214-4512-906D-92E7E7BE7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4" name="Rectangle 75">
              <a:extLst>
                <a:ext uri="{FF2B5EF4-FFF2-40B4-BE49-F238E27FC236}">
                  <a16:creationId xmlns:a16="http://schemas.microsoft.com/office/drawing/2014/main" id="{62F22573-C582-47CC-886C-F520B0DE8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115" name="Line 76">
              <a:extLst>
                <a:ext uri="{FF2B5EF4-FFF2-40B4-BE49-F238E27FC236}">
                  <a16:creationId xmlns:a16="http://schemas.microsoft.com/office/drawing/2014/main" id="{14A8A6CE-28AA-4C50-8C07-B24F2942C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070"/>
              <a:ext cx="1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6" name="Rectangle 77">
              <a:extLst>
                <a:ext uri="{FF2B5EF4-FFF2-40B4-BE49-F238E27FC236}">
                  <a16:creationId xmlns:a16="http://schemas.microsoft.com/office/drawing/2014/main" id="{75D94C1C-B3F1-4CD1-9CCC-924063BE1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935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7" name="Rectangle 78">
              <a:extLst>
                <a:ext uri="{FF2B5EF4-FFF2-40B4-BE49-F238E27FC236}">
                  <a16:creationId xmlns:a16="http://schemas.microsoft.com/office/drawing/2014/main" id="{75EB66F2-7AAB-47B3-9BDE-DF48524BE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F8F72C-8C59-C06D-D568-DB5FCD73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92</a:t>
            </a:fld>
            <a:endParaRPr lang="en-US" altLang="zh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CE7B6C-CB73-27D7-CB7E-4AEFF043CFD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84929" y="1329989"/>
            <a:ext cx="7315200" cy="78936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400" dirty="0" err="1">
                <a:solidFill>
                  <a:srgbClr val="00B050"/>
                </a:solidFill>
              </a:rPr>
              <a:t>ALUConf</a:t>
            </a:r>
            <a:r>
              <a:rPr kumimoji="1" lang="en-US" altLang="zh-CN" sz="2400" dirty="0">
                <a:solidFill>
                  <a:srgbClr val="00B050"/>
                </a:solidFill>
              </a:rPr>
              <a:t>:</a:t>
            </a:r>
            <a:r>
              <a:rPr kumimoji="1" lang="zh-CN" altLang="en-US" sz="2400" dirty="0"/>
              <a:t>  </a:t>
            </a:r>
            <a:r>
              <a:rPr kumimoji="1" lang="en-US" altLang="zh-CN" sz="2400" dirty="0"/>
              <a:t>0 </a:t>
            </a:r>
            <a:r>
              <a:rPr lang="en-US" altLang="en-US" sz="24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kumimoji="1" lang="en-US" altLang="zh-CN" sz="2400" dirty="0"/>
              <a:t> “add”, 1 </a:t>
            </a:r>
            <a:r>
              <a:rPr lang="en-US" altLang="en-US" sz="24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kumimoji="1" lang="en-US" altLang="zh-CN" sz="2400" dirty="0"/>
              <a:t> “sub”, 2 </a:t>
            </a:r>
            <a:r>
              <a:rPr lang="en-US" altLang="en-US" sz="24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kumimoji="1" lang="en-US" altLang="zh-CN" sz="2400" dirty="0"/>
              <a:t> “or”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ALUConf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的赋值为哪一项？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1AB0E6-340A-98BB-8AD0-CDCDFD460B3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61236" y="2786063"/>
            <a:ext cx="282358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0 1 0 0 0 1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764B66-9137-05D7-F014-E81F31C26A4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61236" y="3643313"/>
            <a:ext cx="236136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 1 0 0 0 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2451B9-94E5-8ED4-9891-ECF6DAAC44C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61236" y="4500563"/>
            <a:ext cx="227092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0 1 2 0 0 1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60CC84-6B55-8E96-46A8-BF6E6B52F61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61236" y="5357813"/>
            <a:ext cx="25120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 1 2 0 0 X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D49A3A0-59FB-5DA2-2058-FF5DE813787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46861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BA40D53-DAEE-DAA9-FBD6-6A8FB0153A8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46861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4E38265-F0D4-9D72-D9FD-9536152BB52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46861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3F523A0-5FB9-198E-439D-CF2D8CAC743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46861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715A23A-ECD3-4EBA-CBD0-3EDFF472985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43455" y="6199298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0278640-B312-25DC-3992-7BC437687C43}"/>
              </a:ext>
            </a:extLst>
          </p:cNvPr>
          <p:cNvGrpSpPr>
            <a:grpSpLocks noChangeAspect="1"/>
          </p:cNvGrpSpPr>
          <p:nvPr/>
        </p:nvGrpSpPr>
        <p:grpSpPr>
          <a:xfrm>
            <a:off x="3530956" y="2018317"/>
            <a:ext cx="5482697" cy="4634630"/>
            <a:chOff x="0" y="1813361"/>
            <a:chExt cx="5482697" cy="4634630"/>
          </a:xfrm>
        </p:grpSpPr>
        <p:sp>
          <p:nvSpPr>
            <p:cNvPr id="22" name="Oval 90">
              <a:extLst>
                <a:ext uri="{FF2B5EF4-FFF2-40B4-BE49-F238E27FC236}">
                  <a16:creationId xmlns:a16="http://schemas.microsoft.com/office/drawing/2014/main" id="{E32637F4-54AD-9BD9-5EEF-BD81FF256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1245" y="2615661"/>
              <a:ext cx="1069259" cy="642490"/>
            </a:xfrm>
            <a:prstGeom prst="ellipse">
              <a:avLst/>
            </a:prstGeom>
            <a:noFill/>
            <a:ln w="508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3CE00E77-A6F6-EE0B-CB2A-4987FB811F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1745" y="3787461"/>
              <a:ext cx="10087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8D9194EA-C7C4-01EA-8A4E-6B8F02992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273" y="3710898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2046BFA2-DF16-A4FB-F393-9168A3111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903" y="3787461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E438BC22-847C-5D6E-DC85-6D9A55D27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390" y="2912752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7" name="Rectangle 20">
              <a:extLst>
                <a:ext uri="{FF2B5EF4-FFF2-40B4-BE49-F238E27FC236}">
                  <a16:creationId xmlns:a16="http://schemas.microsoft.com/office/drawing/2014/main" id="{640FC6ED-816F-36C4-689C-1645EE3D7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840" y="2817909"/>
              <a:ext cx="1116005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ALU</a:t>
              </a:r>
              <a:r>
                <a:rPr lang="en-US" altLang="zh-CN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Conf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4E5A7A3C-FDC0-F2F6-555D-8407C3444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31" y="4202328"/>
              <a:ext cx="47929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Clk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9" name="Rectangle 22">
              <a:extLst>
                <a:ext uri="{FF2B5EF4-FFF2-40B4-BE49-F238E27FC236}">
                  <a16:creationId xmlns:a16="http://schemas.microsoft.com/office/drawing/2014/main" id="{97BC74CD-F9B7-B16E-DCF2-D007D8478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60794"/>
              <a:ext cx="70692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busW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E1702491-13F4-5493-1ABE-F5146664F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440" y="3190561"/>
              <a:ext cx="1431925" cy="12128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2732151D-2377-1B03-DDDB-3659C4B28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649" y="4156615"/>
              <a:ext cx="238917" cy="1119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" name="Line 25">
              <a:extLst>
                <a:ext uri="{FF2B5EF4-FFF2-40B4-BE49-F238E27FC236}">
                  <a16:creationId xmlns:a16="http://schemas.microsoft.com/office/drawing/2014/main" id="{B1F63E8E-803A-B86B-9A70-B231CC7984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7790" y="4268572"/>
              <a:ext cx="230188" cy="1007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86E9BD3E-CA7E-F56D-3804-BD739EFD1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990" y="2642874"/>
              <a:ext cx="81702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RegWr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" name="Line 28">
              <a:extLst>
                <a:ext uri="{FF2B5EF4-FFF2-40B4-BE49-F238E27FC236}">
                  <a16:creationId xmlns:a16="http://schemas.microsoft.com/office/drawing/2014/main" id="{E73D7B29-ECA3-687E-6530-849DA3F06A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222" y="3711261"/>
              <a:ext cx="5497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" name="Line 29">
              <a:extLst>
                <a:ext uri="{FF2B5EF4-FFF2-40B4-BE49-F238E27FC236}">
                  <a16:creationId xmlns:a16="http://schemas.microsoft.com/office/drawing/2014/main" id="{622C7809-0DBE-A84C-3F8F-6E73EBD322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421" y="3628472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" name="Rectangle 30">
              <a:extLst>
                <a:ext uri="{FF2B5EF4-FFF2-40B4-BE49-F238E27FC236}">
                  <a16:creationId xmlns:a16="http://schemas.microsoft.com/office/drawing/2014/main" id="{8AFAF8D6-2E81-E555-EAE8-49A48B740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585" y="3668059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37" name="Line 31">
              <a:extLst>
                <a:ext uri="{FF2B5EF4-FFF2-40B4-BE49-F238E27FC236}">
                  <a16:creationId xmlns:a16="http://schemas.microsoft.com/office/drawing/2014/main" id="{EA9F91FC-E40F-8354-D1A2-CCA9678AE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3365" y="3336671"/>
              <a:ext cx="1231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8" name="Line 32">
              <a:extLst>
                <a:ext uri="{FF2B5EF4-FFF2-40B4-BE49-F238E27FC236}">
                  <a16:creationId xmlns:a16="http://schemas.microsoft.com/office/drawing/2014/main" id="{CFA81ED4-A28C-60B5-549A-729CA8EC9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98365" y="3260411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A7217B30-81CE-3FB9-F1FD-C4E88B0A9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628" y="3406461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40" name="Rectangle 34">
              <a:extLst>
                <a:ext uri="{FF2B5EF4-FFF2-40B4-BE49-F238E27FC236}">
                  <a16:creationId xmlns:a16="http://schemas.microsoft.com/office/drawing/2014/main" id="{909FFF68-798E-93AA-D47B-6C2078086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828" y="3025461"/>
              <a:ext cx="64921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busA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1" name="Line 35">
              <a:extLst>
                <a:ext uri="{FF2B5EF4-FFF2-40B4-BE49-F238E27FC236}">
                  <a16:creationId xmlns:a16="http://schemas.microsoft.com/office/drawing/2014/main" id="{9BF757B5-9BF6-542F-E5BA-A5AFB13DE7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0665" y="2936561"/>
              <a:ext cx="0" cy="25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2" name="Line 36">
              <a:extLst>
                <a:ext uri="{FF2B5EF4-FFF2-40B4-BE49-F238E27FC236}">
                  <a16:creationId xmlns:a16="http://schemas.microsoft.com/office/drawing/2014/main" id="{0A923948-D223-AE04-EB75-718CB2681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3365" y="4232021"/>
              <a:ext cx="5971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3" name="Line 37">
              <a:extLst>
                <a:ext uri="{FF2B5EF4-FFF2-40B4-BE49-F238E27FC236}">
                  <a16:creationId xmlns:a16="http://schemas.microsoft.com/office/drawing/2014/main" id="{CCF481FA-76A6-FB23-ABB0-5D9DF4F69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1165" y="4174811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4" name="Rectangle 38">
              <a:extLst>
                <a:ext uri="{FF2B5EF4-FFF2-40B4-BE49-F238E27FC236}">
                  <a16:creationId xmlns:a16="http://schemas.microsoft.com/office/drawing/2014/main" id="{BD51B874-CC7A-3C48-BCA8-CF392A516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828" y="4206078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45" name="Rectangle 39">
              <a:extLst>
                <a:ext uri="{FF2B5EF4-FFF2-40B4-BE49-F238E27FC236}">
                  <a16:creationId xmlns:a16="http://schemas.microsoft.com/office/drawing/2014/main" id="{8AE23BAF-C78C-E4A3-4C94-C34374EE2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3820" y="3893073"/>
              <a:ext cx="64921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busB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6" name="Line 40">
              <a:extLst>
                <a:ext uri="{FF2B5EF4-FFF2-40B4-BE49-F238E27FC236}">
                  <a16:creationId xmlns:a16="http://schemas.microsoft.com/office/drawing/2014/main" id="{E7E6A919-F747-6FC2-F83D-5DC52C85D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2217" y="4268568"/>
              <a:ext cx="148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7" name="Line 41">
              <a:extLst>
                <a:ext uri="{FF2B5EF4-FFF2-40B4-BE49-F238E27FC236}">
                  <a16:creationId xmlns:a16="http://schemas.microsoft.com/office/drawing/2014/main" id="{AD633EED-AE6D-38D0-ED2A-AB0891862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5465" y="2453255"/>
              <a:ext cx="0" cy="7452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8" name="Line 42">
              <a:extLst>
                <a:ext uri="{FF2B5EF4-FFF2-40B4-BE49-F238E27FC236}">
                  <a16:creationId xmlns:a16="http://schemas.microsoft.com/office/drawing/2014/main" id="{D0C90EEB-E120-7F5B-EBFD-A637509838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5615" y="2866711"/>
              <a:ext cx="139700" cy="16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9" name="Rectangle 43">
              <a:extLst>
                <a:ext uri="{FF2B5EF4-FFF2-40B4-BE49-F238E27FC236}">
                  <a16:creationId xmlns:a16="http://schemas.microsoft.com/office/drawing/2014/main" id="{D6841509-305A-0B45-9B85-CC5D39E0B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578" y="2720661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50" name="Line 44">
              <a:extLst>
                <a:ext uri="{FF2B5EF4-FFF2-40B4-BE49-F238E27FC236}">
                  <a16:creationId xmlns:a16="http://schemas.microsoft.com/office/drawing/2014/main" id="{1AC98D00-8A8C-A1AB-C76A-5690E66B9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6465" y="2766702"/>
              <a:ext cx="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1" name="Line 45">
              <a:extLst>
                <a:ext uri="{FF2B5EF4-FFF2-40B4-BE49-F238E27FC236}">
                  <a16:creationId xmlns:a16="http://schemas.microsoft.com/office/drawing/2014/main" id="{E22665AB-74F7-9F86-ECE1-406CDF52F3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6615" y="2866711"/>
              <a:ext cx="139700" cy="16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2" name="Rectangle 46">
              <a:extLst>
                <a:ext uri="{FF2B5EF4-FFF2-40B4-BE49-F238E27FC236}">
                  <a16:creationId xmlns:a16="http://schemas.microsoft.com/office/drawing/2014/main" id="{41E0BA6C-A319-771D-08EC-670573F37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578" y="2720661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53" name="Line 47">
              <a:extLst>
                <a:ext uri="{FF2B5EF4-FFF2-40B4-BE49-F238E27FC236}">
                  <a16:creationId xmlns:a16="http://schemas.microsoft.com/office/drawing/2014/main" id="{06CB6FB6-3FC8-8093-B498-2C6A4526C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665" y="2766702"/>
              <a:ext cx="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4" name="Line 48">
              <a:extLst>
                <a:ext uri="{FF2B5EF4-FFF2-40B4-BE49-F238E27FC236}">
                  <a16:creationId xmlns:a16="http://schemas.microsoft.com/office/drawing/2014/main" id="{715429C6-BCEB-F652-0043-2E153B0BA6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3815" y="2866711"/>
              <a:ext cx="139700" cy="16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5" name="Rectangle 49">
              <a:extLst>
                <a:ext uri="{FF2B5EF4-FFF2-40B4-BE49-F238E27FC236}">
                  <a16:creationId xmlns:a16="http://schemas.microsoft.com/office/drawing/2014/main" id="{CA6F9E77-1673-C2AC-AB54-1A35B9DD5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778" y="2720661"/>
              <a:ext cx="29655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56" name="Rectangle 50">
              <a:extLst>
                <a:ext uri="{FF2B5EF4-FFF2-40B4-BE49-F238E27FC236}">
                  <a16:creationId xmlns:a16="http://schemas.microsoft.com/office/drawing/2014/main" id="{3FD3E9F9-7E6C-F6E5-4926-72FFFEC2B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578" y="3177861"/>
              <a:ext cx="4776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Rw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7" name="Rectangle 51">
              <a:extLst>
                <a:ext uri="{FF2B5EF4-FFF2-40B4-BE49-F238E27FC236}">
                  <a16:creationId xmlns:a16="http://schemas.microsoft.com/office/drawing/2014/main" id="{75E48A44-CC36-0B50-477F-8D902AB89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9778" y="3177861"/>
              <a:ext cx="44403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Ra</a:t>
              </a:r>
            </a:p>
          </p:txBody>
        </p:sp>
        <p:sp>
          <p:nvSpPr>
            <p:cNvPr id="58" name="Rectangle 52">
              <a:extLst>
                <a:ext uri="{FF2B5EF4-FFF2-40B4-BE49-F238E27FC236}">
                  <a16:creationId xmlns:a16="http://schemas.microsoft.com/office/drawing/2014/main" id="{20C02DE0-B1A0-10EE-D2AE-A4DDC1B01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778" y="3177861"/>
              <a:ext cx="44403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Rb</a:t>
              </a:r>
            </a:p>
          </p:txBody>
        </p:sp>
        <p:sp>
          <p:nvSpPr>
            <p:cNvPr id="59" name="Rectangle 53">
              <a:extLst>
                <a:ext uri="{FF2B5EF4-FFF2-40B4-BE49-F238E27FC236}">
                  <a16:creationId xmlns:a16="http://schemas.microsoft.com/office/drawing/2014/main" id="{E3682178-263B-2AC4-5D70-C38E4C649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578" y="3482661"/>
              <a:ext cx="1048365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 32-bit</a:t>
              </a:r>
            </a:p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Registers</a:t>
              </a:r>
            </a:p>
          </p:txBody>
        </p:sp>
        <p:sp>
          <p:nvSpPr>
            <p:cNvPr id="60" name="Line 54">
              <a:extLst>
                <a:ext uri="{FF2B5EF4-FFF2-40B4-BE49-F238E27FC236}">
                  <a16:creationId xmlns:a16="http://schemas.microsoft.com/office/drawing/2014/main" id="{E94115F6-CD55-A1A9-2712-AFBAF68CDE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221" y="6435607"/>
              <a:ext cx="52914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1" name="Line 55">
              <a:extLst>
                <a:ext uri="{FF2B5EF4-FFF2-40B4-BE49-F238E27FC236}">
                  <a16:creationId xmlns:a16="http://schemas.microsoft.com/office/drawing/2014/main" id="{CAA44920-75F0-D30C-BC6A-BB888915F0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222" y="3702906"/>
              <a:ext cx="0" cy="27450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2" name="Line 88">
              <a:extLst>
                <a:ext uri="{FF2B5EF4-FFF2-40B4-BE49-F238E27FC236}">
                  <a16:creationId xmlns:a16="http://schemas.microsoft.com/office/drawing/2014/main" id="{FA22DA71-4AD3-FF5E-D25C-DFB98423C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877" y="4244661"/>
              <a:ext cx="3055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3" name="Line 89">
              <a:extLst>
                <a:ext uri="{FF2B5EF4-FFF2-40B4-BE49-F238E27FC236}">
                  <a16:creationId xmlns:a16="http://schemas.microsoft.com/office/drawing/2014/main" id="{7424CE3F-5B75-7031-0FE2-AF8714C56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2697" y="5397042"/>
              <a:ext cx="0" cy="10466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655B6371-FA1F-4976-6EA6-12DA55A2ED1B}"/>
                </a:ext>
              </a:extLst>
            </p:cNvPr>
            <p:cNvGrpSpPr/>
            <p:nvPr/>
          </p:nvGrpSpPr>
          <p:grpSpPr>
            <a:xfrm>
              <a:off x="3375422" y="3190561"/>
              <a:ext cx="505337" cy="1193800"/>
              <a:chOff x="5799138" y="4889500"/>
              <a:chExt cx="505337" cy="1193800"/>
            </a:xfrm>
          </p:grpSpPr>
          <p:grpSp>
            <p:nvGrpSpPr>
              <p:cNvPr id="128" name="Group 4">
                <a:extLst>
                  <a:ext uri="{FF2B5EF4-FFF2-40B4-BE49-F238E27FC236}">
                    <a16:creationId xmlns:a16="http://schemas.microsoft.com/office/drawing/2014/main" id="{DF2C77A9-DFD4-FB74-FFB6-E6DF315298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99138" y="4889500"/>
                <a:ext cx="469900" cy="1193800"/>
                <a:chOff x="3692" y="2648"/>
                <a:chExt cx="296" cy="752"/>
              </a:xfrm>
            </p:grpSpPr>
            <p:sp>
              <p:nvSpPr>
                <p:cNvPr id="130" name="Line 5">
                  <a:extLst>
                    <a:ext uri="{FF2B5EF4-FFF2-40B4-BE49-F238E27FC236}">
                      <a16:creationId xmlns:a16="http://schemas.microsoft.com/office/drawing/2014/main" id="{845A4266-F48F-B0B4-8EEA-8865F59F72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2648"/>
                  <a:ext cx="0" cy="1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31" name="Line 6">
                  <a:extLst>
                    <a:ext uri="{FF2B5EF4-FFF2-40B4-BE49-F238E27FC236}">
                      <a16:creationId xmlns:a16="http://schemas.microsoft.com/office/drawing/2014/main" id="{8AC1C07E-740F-EDD5-7F76-D47C092B53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4" y="2648"/>
                  <a:ext cx="284" cy="19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32" name="Line 7">
                  <a:extLst>
                    <a:ext uri="{FF2B5EF4-FFF2-40B4-BE49-F238E27FC236}">
                      <a16:creationId xmlns:a16="http://schemas.microsoft.com/office/drawing/2014/main" id="{5FB2B5F0-8BCF-1446-DAA1-6B3F7B4B5F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0" y="2821"/>
                  <a:ext cx="132" cy="9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33" name="Line 8">
                  <a:extLst>
                    <a:ext uri="{FF2B5EF4-FFF2-40B4-BE49-F238E27FC236}">
                      <a16:creationId xmlns:a16="http://schemas.microsoft.com/office/drawing/2014/main" id="{7362114B-D352-2B0B-19FA-A515D0196D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31" y="2920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34" name="Line 9">
                  <a:extLst>
                    <a:ext uri="{FF2B5EF4-FFF2-40B4-BE49-F238E27FC236}">
                      <a16:creationId xmlns:a16="http://schemas.microsoft.com/office/drawing/2014/main" id="{EB03212C-7395-57B9-31E4-428676DC5B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4" y="2840"/>
                  <a:ext cx="0" cy="36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35" name="Line 10">
                  <a:extLst>
                    <a:ext uri="{FF2B5EF4-FFF2-40B4-BE49-F238E27FC236}">
                      <a16:creationId xmlns:a16="http://schemas.microsoft.com/office/drawing/2014/main" id="{81FE7EC6-A18A-72B5-5945-9632D86BFA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6" y="3112"/>
                  <a:ext cx="136" cy="11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36" name="Line 11">
                  <a:extLst>
                    <a:ext uri="{FF2B5EF4-FFF2-40B4-BE49-F238E27FC236}">
                      <a16:creationId xmlns:a16="http://schemas.microsoft.com/office/drawing/2014/main" id="{F26C70B9-514C-4DAD-DB89-02B48D9C10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3224"/>
                  <a:ext cx="0" cy="1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37" name="Line 12">
                  <a:extLst>
                    <a:ext uri="{FF2B5EF4-FFF2-40B4-BE49-F238E27FC236}">
                      <a16:creationId xmlns:a16="http://schemas.microsoft.com/office/drawing/2014/main" id="{A9C32567-BA38-0640-D611-572A91593F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2" y="3208"/>
                  <a:ext cx="284" cy="18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</p:grpSp>
          <p:sp>
            <p:nvSpPr>
              <p:cNvPr id="129" name="Rectangle 58">
                <a:extLst>
                  <a:ext uri="{FF2B5EF4-FFF2-40B4-BE49-F238E27FC236}">
                    <a16:creationId xmlns:a16="http://schemas.microsoft.com/office/drawing/2014/main" id="{DA722B9D-56EC-9228-2357-230146743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846337" y="5305706"/>
                <a:ext cx="580288" cy="3359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ALU</a:t>
                </a:r>
              </a:p>
            </p:txBody>
          </p:sp>
        </p:grpSp>
        <p:sp>
          <p:nvSpPr>
            <p:cNvPr id="65" name="Rectangle 62">
              <a:extLst>
                <a:ext uri="{FF2B5EF4-FFF2-40B4-BE49-F238E27FC236}">
                  <a16:creationId xmlns:a16="http://schemas.microsoft.com/office/drawing/2014/main" id="{9C060749-8526-657A-88B2-9BE472B31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8708" y="4574334"/>
              <a:ext cx="355600" cy="812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6" name="Rectangle 63">
              <a:extLst>
                <a:ext uri="{FF2B5EF4-FFF2-40B4-BE49-F238E27FC236}">
                  <a16:creationId xmlns:a16="http://schemas.microsoft.com/office/drawing/2014/main" id="{14236CF5-39E5-F3CA-6027-984B6B88B0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05847" y="4807183"/>
              <a:ext cx="8800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ImmExt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7" name="Rectangle 64">
              <a:extLst>
                <a:ext uri="{FF2B5EF4-FFF2-40B4-BE49-F238E27FC236}">
                  <a16:creationId xmlns:a16="http://schemas.microsoft.com/office/drawing/2014/main" id="{B86DD806-573C-EFC9-A80F-0CC89112A5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27709" y="4397328"/>
              <a:ext cx="604837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68" name="Line 79">
              <a:extLst>
                <a:ext uri="{FF2B5EF4-FFF2-40B4-BE49-F238E27FC236}">
                  <a16:creationId xmlns:a16="http://schemas.microsoft.com/office/drawing/2014/main" id="{95568C6F-4714-ABAC-424B-9A46CA1A65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308" y="4942634"/>
              <a:ext cx="6461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9" name="Line 82">
              <a:extLst>
                <a:ext uri="{FF2B5EF4-FFF2-40B4-BE49-F238E27FC236}">
                  <a16:creationId xmlns:a16="http://schemas.microsoft.com/office/drawing/2014/main" id="{5F51DE68-7424-7400-1AE8-4EC910E0C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1179" y="4941047"/>
              <a:ext cx="6175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0" name="Line 83">
              <a:extLst>
                <a:ext uri="{FF2B5EF4-FFF2-40B4-BE49-F238E27FC236}">
                  <a16:creationId xmlns:a16="http://schemas.microsoft.com/office/drawing/2014/main" id="{4F6731D5-BEDE-8D79-B305-D957F63D2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3556" y="4871096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1" name="Rectangle 84">
              <a:extLst>
                <a:ext uri="{FF2B5EF4-FFF2-40B4-BE49-F238E27FC236}">
                  <a16:creationId xmlns:a16="http://schemas.microsoft.com/office/drawing/2014/main" id="{E65613A8-CB7A-BC1F-560F-D442F8826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378" y="5018834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72" name="Rectangle 85">
              <a:extLst>
                <a:ext uri="{FF2B5EF4-FFF2-40B4-BE49-F238E27FC236}">
                  <a16:creationId xmlns:a16="http://schemas.microsoft.com/office/drawing/2014/main" id="{6AE6DC60-7BA7-523C-8109-9A1C5495D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78" y="486643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imm16</a:t>
              </a:r>
            </a:p>
          </p:txBody>
        </p:sp>
        <p:sp>
          <p:nvSpPr>
            <p:cNvPr id="73" name="Line 86">
              <a:extLst>
                <a:ext uri="{FF2B5EF4-FFF2-40B4-BE49-F238E27FC236}">
                  <a16:creationId xmlns:a16="http://schemas.microsoft.com/office/drawing/2014/main" id="{53481292-399F-9D43-2BD5-F80995A16A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6517" y="2902042"/>
              <a:ext cx="0" cy="1137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4" name="Rectangle 87">
              <a:extLst>
                <a:ext uri="{FF2B5EF4-FFF2-40B4-BE49-F238E27FC236}">
                  <a16:creationId xmlns:a16="http://schemas.microsoft.com/office/drawing/2014/main" id="{E68948E6-C5A0-F5D2-0712-FF5E4436C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1962" y="2590516"/>
              <a:ext cx="888065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ALUSrc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75" name="Group 57">
              <a:extLst>
                <a:ext uri="{FF2B5EF4-FFF2-40B4-BE49-F238E27FC236}">
                  <a16:creationId xmlns:a16="http://schemas.microsoft.com/office/drawing/2014/main" id="{2D7AF682-5629-5A94-9423-1FC1203EED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27" y="3957849"/>
              <a:ext cx="311150" cy="1117600"/>
              <a:chOff x="3116" y="3032"/>
              <a:chExt cx="196" cy="704"/>
            </a:xfrm>
          </p:grpSpPr>
          <p:sp>
            <p:nvSpPr>
              <p:cNvPr id="124" name="Line 58">
                <a:extLst>
                  <a:ext uri="{FF2B5EF4-FFF2-40B4-BE49-F238E27FC236}">
                    <a16:creationId xmlns:a16="http://schemas.microsoft.com/office/drawing/2014/main" id="{A7EA311A-76C3-90F9-78E7-B4983E4DA1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3032"/>
                <a:ext cx="0" cy="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5" name="Line 59">
                <a:extLst>
                  <a:ext uri="{FF2B5EF4-FFF2-40B4-BE49-F238E27FC236}">
                    <a16:creationId xmlns:a16="http://schemas.microsoft.com/office/drawing/2014/main" id="{C95B6927-6E4A-4376-50A3-C82B4033C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" y="3034"/>
                <a:ext cx="196" cy="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6" name="Line 60">
                <a:extLst>
                  <a:ext uri="{FF2B5EF4-FFF2-40B4-BE49-F238E27FC236}">
                    <a16:creationId xmlns:a16="http://schemas.microsoft.com/office/drawing/2014/main" id="{70F63E0A-B83E-EF27-3F8C-9FFE98FAB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16" y="3632"/>
                <a:ext cx="196" cy="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7" name="Line 61">
                <a:extLst>
                  <a:ext uri="{FF2B5EF4-FFF2-40B4-BE49-F238E27FC236}">
                    <a16:creationId xmlns:a16="http://schemas.microsoft.com/office/drawing/2014/main" id="{CA5B9CE5-DD59-466B-F904-1DC03B41C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3128"/>
                <a:ext cx="0" cy="5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76" name="Line 89">
              <a:extLst>
                <a:ext uri="{FF2B5EF4-FFF2-40B4-BE49-F238E27FC236}">
                  <a16:creationId xmlns:a16="http://schemas.microsoft.com/office/drawing/2014/main" id="{E98A3507-DA84-B943-C7A4-BA1218479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0796" y="3781111"/>
              <a:ext cx="0" cy="1336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7" name="Rectangle 114">
              <a:extLst>
                <a:ext uri="{FF2B5EF4-FFF2-40B4-BE49-F238E27FC236}">
                  <a16:creationId xmlns:a16="http://schemas.microsoft.com/office/drawing/2014/main" id="{5D16A535-4808-6F24-A919-2F078F4A8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8124" y="5123705"/>
              <a:ext cx="1127125" cy="115093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8" name="Line 115">
              <a:extLst>
                <a:ext uri="{FF2B5EF4-FFF2-40B4-BE49-F238E27FC236}">
                  <a16:creationId xmlns:a16="http://schemas.microsoft.com/office/drawing/2014/main" id="{272F4347-24D6-506D-DD1D-571F03160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9879" y="6144795"/>
              <a:ext cx="622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9" name="Rectangle 116">
              <a:extLst>
                <a:ext uri="{FF2B5EF4-FFF2-40B4-BE49-F238E27FC236}">
                  <a16:creationId xmlns:a16="http://schemas.microsoft.com/office/drawing/2014/main" id="{8C96E18E-81B7-5DC8-1C78-083680689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688" y="5838803"/>
              <a:ext cx="479299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Clk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0" name="Rectangle 117">
              <a:extLst>
                <a:ext uri="{FF2B5EF4-FFF2-40B4-BE49-F238E27FC236}">
                  <a16:creationId xmlns:a16="http://schemas.microsoft.com/office/drawing/2014/main" id="{4ABE84DF-E895-A49E-881F-2ABD1C72A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1286" y="5297492"/>
              <a:ext cx="84478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Data In</a:t>
              </a:r>
            </a:p>
          </p:txBody>
        </p:sp>
        <p:sp>
          <p:nvSpPr>
            <p:cNvPr id="81" name="Line 118">
              <a:extLst>
                <a:ext uri="{FF2B5EF4-FFF2-40B4-BE49-F238E27FC236}">
                  <a16:creationId xmlns:a16="http://schemas.microsoft.com/office/drawing/2014/main" id="{23F41177-C8D9-EE01-50F3-03C71C489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950" y="6050805"/>
              <a:ext cx="227806" cy="873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2" name="Line 119">
              <a:extLst>
                <a:ext uri="{FF2B5EF4-FFF2-40B4-BE49-F238E27FC236}">
                  <a16:creationId xmlns:a16="http://schemas.microsoft.com/office/drawing/2014/main" id="{A7CA10D3-43EA-229C-2151-3BD30BE47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37649" y="6144795"/>
              <a:ext cx="215107" cy="873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3" name="Rectangle 121">
              <a:extLst>
                <a:ext uri="{FF2B5EF4-FFF2-40B4-BE49-F238E27FC236}">
                  <a16:creationId xmlns:a16="http://schemas.microsoft.com/office/drawing/2014/main" id="{F0643F2B-C98A-22EB-ABFD-C3FF8B7E6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9074" y="5107830"/>
              <a:ext cx="691985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WrEn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4" name="Line 122">
              <a:extLst>
                <a:ext uri="{FF2B5EF4-FFF2-40B4-BE49-F238E27FC236}">
                  <a16:creationId xmlns:a16="http://schemas.microsoft.com/office/drawing/2014/main" id="{08FB2D0A-4D9A-7333-463B-D208E84EB0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6072" y="5617417"/>
              <a:ext cx="9500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5" name="Line 123">
              <a:extLst>
                <a:ext uri="{FF2B5EF4-FFF2-40B4-BE49-F238E27FC236}">
                  <a16:creationId xmlns:a16="http://schemas.microsoft.com/office/drawing/2014/main" id="{5C584D7F-C76D-3EBB-5E26-15252CFD2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1399" y="5552330"/>
              <a:ext cx="88900" cy="1317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6" name="Rectangle 124">
              <a:extLst>
                <a:ext uri="{FF2B5EF4-FFF2-40B4-BE49-F238E27FC236}">
                  <a16:creationId xmlns:a16="http://schemas.microsoft.com/office/drawing/2014/main" id="{C8431307-F032-CF42-008F-3F196286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8493" y="5558653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87" name="Line 125">
              <a:extLst>
                <a:ext uri="{FF2B5EF4-FFF2-40B4-BE49-F238E27FC236}">
                  <a16:creationId xmlns:a16="http://schemas.microsoft.com/office/drawing/2014/main" id="{97B5E7B0-B71E-2426-5C73-7055B136B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9749" y="4882405"/>
              <a:ext cx="0" cy="241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8" name="Rectangle 127">
              <a:extLst>
                <a:ext uri="{FF2B5EF4-FFF2-40B4-BE49-F238E27FC236}">
                  <a16:creationId xmlns:a16="http://schemas.microsoft.com/office/drawing/2014/main" id="{DA40A6DF-FE1C-2F00-D761-86B45FC2F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0262" y="5109417"/>
              <a:ext cx="61555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+mn-lt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9" name="Rectangle 128">
              <a:extLst>
                <a:ext uri="{FF2B5EF4-FFF2-40B4-BE49-F238E27FC236}">
                  <a16:creationId xmlns:a16="http://schemas.microsoft.com/office/drawing/2014/main" id="{639424A5-170F-A904-8E0E-1FBCB800F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3142" y="5440562"/>
              <a:ext cx="924934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Data</a:t>
              </a:r>
            </a:p>
            <a:p>
              <a:pPr algn="ct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90" name="Line 130">
              <a:extLst>
                <a:ext uri="{FF2B5EF4-FFF2-40B4-BE49-F238E27FC236}">
                  <a16:creationId xmlns:a16="http://schemas.microsoft.com/office/drawing/2014/main" id="{308D42C0-1F73-AC79-E94E-9751DB15EF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99" y="5622534"/>
              <a:ext cx="88900" cy="1317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1" name="Rectangle 131">
              <a:extLst>
                <a:ext uri="{FF2B5EF4-FFF2-40B4-BE49-F238E27FC236}">
                  <a16:creationId xmlns:a16="http://schemas.microsoft.com/office/drawing/2014/main" id="{D18DC262-4C16-7D6F-5D62-66FA22529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350" y="5365798"/>
              <a:ext cx="4103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92" name="Rectangle 133">
              <a:extLst>
                <a:ext uri="{FF2B5EF4-FFF2-40B4-BE49-F238E27FC236}">
                  <a16:creationId xmlns:a16="http://schemas.microsoft.com/office/drawing/2014/main" id="{556E266A-FC7B-DC28-8085-99AC4E1BE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924" y="4611174"/>
              <a:ext cx="89877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MemWr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3" name="Line 122">
              <a:extLst>
                <a:ext uri="{FF2B5EF4-FFF2-40B4-BE49-F238E27FC236}">
                  <a16:creationId xmlns:a16="http://schemas.microsoft.com/office/drawing/2014/main" id="{B410232D-8DE7-17CE-C842-8DB0B2B01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5248" y="5684092"/>
              <a:ext cx="3366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4" name="Rectangle 117">
              <a:extLst>
                <a:ext uri="{FF2B5EF4-FFF2-40B4-BE49-F238E27FC236}">
                  <a16:creationId xmlns:a16="http://schemas.microsoft.com/office/drawing/2014/main" id="{8DC09C35-A547-DD82-D086-715C9CED3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2821" y="5385026"/>
              <a:ext cx="615950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r"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Data </a:t>
              </a:r>
              <a:r>
                <a:rPr lang="en-US" altLang="zh-CN" sz="1600" dirty="0">
                  <a:latin typeface="+mn-lt"/>
                  <a:ea typeface="SimHei" panose="02010609060101010101" pitchFamily="49" charset="-122"/>
                </a:rPr>
                <a:t>Out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95" name="Group 57">
              <a:extLst>
                <a:ext uri="{FF2B5EF4-FFF2-40B4-BE49-F238E27FC236}">
                  <a16:creationId xmlns:a16="http://schemas.microsoft.com/office/drawing/2014/main" id="{E895B221-61C6-CDE4-765C-CEB0D90D2C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5530" y="4828334"/>
              <a:ext cx="311150" cy="1117600"/>
              <a:chOff x="3116" y="3032"/>
              <a:chExt cx="196" cy="704"/>
            </a:xfrm>
          </p:grpSpPr>
          <p:sp>
            <p:nvSpPr>
              <p:cNvPr id="120" name="Line 58">
                <a:extLst>
                  <a:ext uri="{FF2B5EF4-FFF2-40B4-BE49-F238E27FC236}">
                    <a16:creationId xmlns:a16="http://schemas.microsoft.com/office/drawing/2014/main" id="{5B61C5F6-A418-D6B4-0486-E6E733721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3032"/>
                <a:ext cx="0" cy="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1" name="Line 59">
                <a:extLst>
                  <a:ext uri="{FF2B5EF4-FFF2-40B4-BE49-F238E27FC236}">
                    <a16:creationId xmlns:a16="http://schemas.microsoft.com/office/drawing/2014/main" id="{AA47B38A-E5D1-93C6-1BCB-D8940AEC2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" y="3034"/>
                <a:ext cx="196" cy="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2" name="Line 60">
                <a:extLst>
                  <a:ext uri="{FF2B5EF4-FFF2-40B4-BE49-F238E27FC236}">
                    <a16:creationId xmlns:a16="http://schemas.microsoft.com/office/drawing/2014/main" id="{37D329AD-DD80-787D-35A7-C858BD657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16" y="3632"/>
                <a:ext cx="196" cy="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23" name="Line 61">
                <a:extLst>
                  <a:ext uri="{FF2B5EF4-FFF2-40B4-BE49-F238E27FC236}">
                    <a16:creationId xmlns:a16="http://schemas.microsoft.com/office/drawing/2014/main" id="{B67BAB10-7FDC-F6DC-34FE-87A6710DE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3128"/>
                <a:ext cx="0" cy="5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96" name="Line 89">
              <a:extLst>
                <a:ext uri="{FF2B5EF4-FFF2-40B4-BE49-F238E27FC236}">
                  <a16:creationId xmlns:a16="http://schemas.microsoft.com/office/drawing/2014/main" id="{2B1AAEF9-0295-BF3F-84DE-3571835BE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6680" y="5406184"/>
              <a:ext cx="1860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7" name="Line 89">
              <a:extLst>
                <a:ext uri="{FF2B5EF4-FFF2-40B4-BE49-F238E27FC236}">
                  <a16:creationId xmlns:a16="http://schemas.microsoft.com/office/drawing/2014/main" id="{95780EBD-B732-B9CA-99B4-892FEAC6F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0512" y="3781111"/>
              <a:ext cx="0" cy="1336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8" name="Line 89">
              <a:extLst>
                <a:ext uri="{FF2B5EF4-FFF2-40B4-BE49-F238E27FC236}">
                  <a16:creationId xmlns:a16="http://schemas.microsoft.com/office/drawing/2014/main" id="{981A8C50-67C7-8F33-9E94-50504562C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0512" y="5117355"/>
              <a:ext cx="141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9" name="Rectangle 64">
              <a:extLst>
                <a:ext uri="{FF2B5EF4-FFF2-40B4-BE49-F238E27FC236}">
                  <a16:creationId xmlns:a16="http://schemas.microsoft.com/office/drawing/2014/main" id="{718AAB33-6D7B-77E8-17A4-698F1A33E7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9439" y="5274271"/>
              <a:ext cx="604837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100" name="Line 112">
              <a:extLst>
                <a:ext uri="{FF2B5EF4-FFF2-40B4-BE49-F238E27FC236}">
                  <a16:creationId xmlns:a16="http://schemas.microsoft.com/office/drawing/2014/main" id="{C2607927-0A36-3620-7DDC-A8AD6B305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4792" y="5391284"/>
              <a:ext cx="0" cy="2395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1" name="Rectangle 113">
              <a:extLst>
                <a:ext uri="{FF2B5EF4-FFF2-40B4-BE49-F238E27FC236}">
                  <a16:creationId xmlns:a16="http://schemas.microsoft.com/office/drawing/2014/main" id="{4C8311C7-61B0-BCA2-0FA9-0026708C7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396" y="5493801"/>
              <a:ext cx="75341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ExtOp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2" name="Line 89">
              <a:extLst>
                <a:ext uri="{FF2B5EF4-FFF2-40B4-BE49-F238E27FC236}">
                  <a16:creationId xmlns:a16="http://schemas.microsoft.com/office/drawing/2014/main" id="{BA1F5CB9-D309-33B2-4288-B0B848FCF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6072" y="4232020"/>
              <a:ext cx="0" cy="13838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3" name="Line 88">
              <a:extLst>
                <a:ext uri="{FF2B5EF4-FFF2-40B4-BE49-F238E27FC236}">
                  <a16:creationId xmlns:a16="http://schemas.microsoft.com/office/drawing/2014/main" id="{BE2BFC56-C7D1-4EC5-F285-99DD6CB11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8972" y="3575901"/>
              <a:ext cx="3055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4" name="Rectangle 18">
              <a:extLst>
                <a:ext uri="{FF2B5EF4-FFF2-40B4-BE49-F238E27FC236}">
                  <a16:creationId xmlns:a16="http://schemas.microsoft.com/office/drawing/2014/main" id="{C65F000F-728B-86A2-EDCB-99B7F32D8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744" y="3348411"/>
              <a:ext cx="60433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zh-CN" sz="1600" dirty="0">
                  <a:latin typeface="+mn-lt"/>
                  <a:ea typeface="SimHei" panose="02010609060101010101" pitchFamily="49" charset="-122"/>
                </a:rPr>
                <a:t>Zero</a:t>
              </a:r>
              <a:endParaRPr lang="en-US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5" name="Line 19">
              <a:extLst>
                <a:ext uri="{FF2B5EF4-FFF2-40B4-BE49-F238E27FC236}">
                  <a16:creationId xmlns:a16="http://schemas.microsoft.com/office/drawing/2014/main" id="{BA8056C1-C1FB-DE1F-B378-C099E14AD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2677" y="4465849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6" name="Rectangle 20">
              <a:extLst>
                <a:ext uri="{FF2B5EF4-FFF2-40B4-BE49-F238E27FC236}">
                  <a16:creationId xmlns:a16="http://schemas.microsoft.com/office/drawing/2014/main" id="{0C3B7C9A-1F15-7635-BFE0-4F4FD31C6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024" y="4127186"/>
              <a:ext cx="1116005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zh-CN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MemtoReg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07" name="Group 65">
              <a:extLst>
                <a:ext uri="{FF2B5EF4-FFF2-40B4-BE49-F238E27FC236}">
                  <a16:creationId xmlns:a16="http://schemas.microsoft.com/office/drawing/2014/main" id="{AB98EB79-FC3B-C442-DD32-76A278B764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821" y="1813361"/>
              <a:ext cx="2116138" cy="676276"/>
              <a:chOff x="1408" y="1728"/>
              <a:chExt cx="1333" cy="426"/>
            </a:xfrm>
          </p:grpSpPr>
          <p:sp>
            <p:nvSpPr>
              <p:cNvPr id="108" name="Rectangle 67">
                <a:extLst>
                  <a:ext uri="{FF2B5EF4-FFF2-40B4-BE49-F238E27FC236}">
                    <a16:creationId xmlns:a16="http://schemas.microsoft.com/office/drawing/2014/main" id="{09414579-6EA5-070A-F769-E86CDBBB0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1728"/>
                <a:ext cx="24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  <p:grpSp>
            <p:nvGrpSpPr>
              <p:cNvPr id="109" name="Group 68">
                <a:extLst>
                  <a:ext uri="{FF2B5EF4-FFF2-40B4-BE49-F238E27FC236}">
                    <a16:creationId xmlns:a16="http://schemas.microsoft.com/office/drawing/2014/main" id="{9E880FFF-F210-AF37-B018-D4E3FCD80E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08" y="1944"/>
                <a:ext cx="736" cy="197"/>
                <a:chOff x="1408" y="1944"/>
                <a:chExt cx="736" cy="197"/>
              </a:xfrm>
            </p:grpSpPr>
            <p:sp>
              <p:nvSpPr>
                <p:cNvPr id="116" name="Line 69">
                  <a:extLst>
                    <a:ext uri="{FF2B5EF4-FFF2-40B4-BE49-F238E27FC236}">
                      <a16:creationId xmlns:a16="http://schemas.microsoft.com/office/drawing/2014/main" id="{0A7B35C2-0EB4-0EF3-C296-4C2855EE0A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08" y="1944"/>
                  <a:ext cx="7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17" name="Line 70">
                  <a:extLst>
                    <a:ext uri="{FF2B5EF4-FFF2-40B4-BE49-F238E27FC236}">
                      <a16:creationId xmlns:a16="http://schemas.microsoft.com/office/drawing/2014/main" id="{F4D20D7C-25B6-7F3D-26D0-6163617AC8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44" y="1944"/>
                  <a:ext cx="97" cy="19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18" name="Line 71">
                  <a:extLst>
                    <a:ext uri="{FF2B5EF4-FFF2-40B4-BE49-F238E27FC236}">
                      <a16:creationId xmlns:a16="http://schemas.microsoft.com/office/drawing/2014/main" id="{3812A34B-CB1B-D449-E2CC-EB72A678E8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08" y="1944"/>
                  <a:ext cx="98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19" name="Line 72">
                  <a:extLst>
                    <a:ext uri="{FF2B5EF4-FFF2-40B4-BE49-F238E27FC236}">
                      <a16:creationId xmlns:a16="http://schemas.microsoft.com/office/drawing/2014/main" id="{EEBCB3F3-F5D5-EAFF-7961-E4C147CE09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04" y="2136"/>
                  <a:ext cx="54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</p:grpSp>
          <p:sp>
            <p:nvSpPr>
              <p:cNvPr id="110" name="Line 73">
                <a:extLst>
                  <a:ext uri="{FF2B5EF4-FFF2-40B4-BE49-F238E27FC236}">
                    <a16:creationId xmlns:a16="http://schemas.microsoft.com/office/drawing/2014/main" id="{E40192A6-7A48-378E-1D80-DFCFCBA11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8" y="181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1" name="Line 74">
                <a:extLst>
                  <a:ext uri="{FF2B5EF4-FFF2-40B4-BE49-F238E27FC236}">
                    <a16:creationId xmlns:a16="http://schemas.microsoft.com/office/drawing/2014/main" id="{60DAA777-69F7-34CB-D05F-47E385370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9" y="181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2" name="Rectangle 75">
                <a:extLst>
                  <a:ext uri="{FF2B5EF4-FFF2-40B4-BE49-F238E27FC236}">
                    <a16:creationId xmlns:a16="http://schemas.microsoft.com/office/drawing/2014/main" id="{E5070F20-7788-206D-50F5-BFE60AF6F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1728"/>
                <a:ext cx="2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Rd</a:t>
                </a:r>
              </a:p>
            </p:txBody>
          </p:sp>
          <p:sp>
            <p:nvSpPr>
              <p:cNvPr id="113" name="Line 76">
                <a:extLst>
                  <a:ext uri="{FF2B5EF4-FFF2-40B4-BE49-F238E27FC236}">
                    <a16:creationId xmlns:a16="http://schemas.microsoft.com/office/drawing/2014/main" id="{A820369F-A22C-95FA-A42E-4AAE2B2F7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1" y="2070"/>
                <a:ext cx="1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4" name="Rectangle 77">
                <a:extLst>
                  <a:ext uri="{FF2B5EF4-FFF2-40B4-BE49-F238E27FC236}">
                    <a16:creationId xmlns:a16="http://schemas.microsoft.com/office/drawing/2014/main" id="{CF0F8713-F5FE-FC6B-A226-332CEF543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6" y="1935"/>
                <a:ext cx="54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 err="1">
                    <a:solidFill>
                      <a:srgbClr val="00B050"/>
                    </a:solidFill>
                    <a:latin typeface="+mn-lt"/>
                    <a:ea typeface="SimHei" panose="02010609060101010101" pitchFamily="49" charset="-122"/>
                  </a:rPr>
                  <a:t>RegDst</a:t>
                </a:r>
                <a:endParaRPr lang="en-US" altLang="en-US" sz="1600" dirty="0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5" name="Rectangle 78">
                <a:extLst>
                  <a:ext uri="{FF2B5EF4-FFF2-40B4-BE49-F238E27FC236}">
                    <a16:creationId xmlns:a16="http://schemas.microsoft.com/office/drawing/2014/main" id="{56ECB519-B1A5-D269-4EA6-6A5658738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9" y="1944"/>
                <a:ext cx="3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dirty="0">
                    <a:latin typeface="+mn-lt"/>
                    <a:ea typeface="SimHei" panose="02010609060101010101" pitchFamily="49" charset="-122"/>
                  </a:rPr>
                  <a:t>Mux</a:t>
                </a:r>
              </a:p>
            </p:txBody>
          </p:sp>
        </p:grpSp>
      </p:grpSp>
      <p:graphicFrame>
        <p:nvGraphicFramePr>
          <p:cNvPr id="3" name="Table 1">
            <a:extLst>
              <a:ext uri="{FF2B5EF4-FFF2-40B4-BE49-F238E27FC236}">
                <a16:creationId xmlns:a16="http://schemas.microsoft.com/office/drawing/2014/main" id="{C284B893-B0C6-8F9B-D413-E3B0E3B461DF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24531707"/>
              </p:ext>
            </p:extLst>
          </p:nvPr>
        </p:nvGraphicFramePr>
        <p:xfrm>
          <a:off x="2839170" y="387163"/>
          <a:ext cx="4278375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2818">
                  <a:extLst>
                    <a:ext uri="{9D8B030D-6E8A-4147-A177-3AD203B41FA5}">
                      <a16:colId xmlns:a16="http://schemas.microsoft.com/office/drawing/2014/main" val="4287988603"/>
                    </a:ext>
                  </a:extLst>
                </a:gridCol>
                <a:gridCol w="653007">
                  <a:extLst>
                    <a:ext uri="{9D8B030D-6E8A-4147-A177-3AD203B41FA5}">
                      <a16:colId xmlns:a16="http://schemas.microsoft.com/office/drawing/2014/main" val="3568857005"/>
                    </a:ext>
                  </a:extLst>
                </a:gridCol>
                <a:gridCol w="672783">
                  <a:extLst>
                    <a:ext uri="{9D8B030D-6E8A-4147-A177-3AD203B41FA5}">
                      <a16:colId xmlns:a16="http://schemas.microsoft.com/office/drawing/2014/main" val="1110715094"/>
                    </a:ext>
                  </a:extLst>
                </a:gridCol>
                <a:gridCol w="463198">
                  <a:extLst>
                    <a:ext uri="{9D8B030D-6E8A-4147-A177-3AD203B41FA5}">
                      <a16:colId xmlns:a16="http://schemas.microsoft.com/office/drawing/2014/main" val="3662930703"/>
                    </a:ext>
                  </a:extLst>
                </a:gridCol>
                <a:gridCol w="511101">
                  <a:extLst>
                    <a:ext uri="{9D8B030D-6E8A-4147-A177-3AD203B41FA5}">
                      <a16:colId xmlns:a16="http://schemas.microsoft.com/office/drawing/2014/main" val="1398659802"/>
                    </a:ext>
                  </a:extLst>
                </a:gridCol>
                <a:gridCol w="498929">
                  <a:extLst>
                    <a:ext uri="{9D8B030D-6E8A-4147-A177-3AD203B41FA5}">
                      <a16:colId xmlns:a16="http://schemas.microsoft.com/office/drawing/2014/main" val="1565540636"/>
                    </a:ext>
                  </a:extLst>
                </a:gridCol>
                <a:gridCol w="526539">
                  <a:extLst>
                    <a:ext uri="{9D8B030D-6E8A-4147-A177-3AD203B41FA5}">
                      <a16:colId xmlns:a16="http://schemas.microsoft.com/office/drawing/2014/main" val="1630811516"/>
                    </a:ext>
                  </a:extLst>
                </a:gridCol>
              </a:tblGrid>
              <a:tr h="201299">
                <a:tc>
                  <a:txBody>
                    <a:bodyPr/>
                    <a:lstStyle/>
                    <a:p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605111"/>
                  </a:ext>
                </a:extLst>
              </a:tr>
              <a:tr h="201299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ALUConf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441052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21698D80-C307-4887-C47E-5123F091AAE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3811905" cy="635000"/>
            <a:chOff x="0" y="0"/>
            <a:chExt cx="3811905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23853E61-6032-521D-3FB1-71380D583E6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2595716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D454C3DA-A6BF-5FEB-20FD-2568D8A88A4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C87EFA69-D68D-DA11-40EB-49CFD64A76F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0605C409-92D0-74EA-3548-39DCF20C79E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37939A86-A225-2B08-4632-FD2834DF82B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61231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943BF-88C1-4414-4067-C85095A7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A21A6-1EA8-F0BF-3A34-5F1B3CB6F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61" y="1283993"/>
            <a:ext cx="8856984" cy="4525963"/>
          </a:xfrm>
        </p:spPr>
        <p:txBody>
          <a:bodyPr/>
          <a:lstStyle/>
          <a:p>
            <a:r>
              <a:rPr kumimoji="1" lang="en-US" altLang="zh-CN" sz="2800" dirty="0" err="1">
                <a:solidFill>
                  <a:srgbClr val="00B050"/>
                </a:solidFill>
              </a:rPr>
              <a:t>ALUConf</a:t>
            </a:r>
            <a:r>
              <a:rPr kumimoji="1" lang="en-US" altLang="zh-CN" sz="2800" dirty="0">
                <a:solidFill>
                  <a:srgbClr val="00B050"/>
                </a:solidFill>
              </a:rPr>
              <a:t>:</a:t>
            </a:r>
            <a:r>
              <a:rPr kumimoji="1" lang="en-US" altLang="zh-CN" sz="2800" dirty="0"/>
              <a:t>	 0 </a:t>
            </a:r>
            <a:r>
              <a:rPr lang="en-US" altLang="en-US" sz="28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kumimoji="1" lang="en-US" altLang="zh-CN" sz="2800" dirty="0"/>
              <a:t> “add”, 1 </a:t>
            </a:r>
            <a:r>
              <a:rPr lang="en-US" altLang="en-US" sz="28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kumimoji="1" lang="en-US" altLang="zh-CN" sz="2800" dirty="0"/>
              <a:t> “sub”, 2 </a:t>
            </a:r>
            <a:r>
              <a:rPr lang="en-US" altLang="en-US" sz="28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kumimoji="1" lang="en-US" altLang="zh-CN" sz="2800" dirty="0"/>
              <a:t> “or”</a:t>
            </a:r>
          </a:p>
          <a:p>
            <a:r>
              <a:rPr kumimoji="1" lang="en-US" altLang="zh-CN" sz="2800" dirty="0" err="1"/>
              <a:t>ALUConf</a:t>
            </a:r>
            <a:r>
              <a:rPr kumimoji="1" lang="en-US" altLang="zh-CN" sz="2800" dirty="0"/>
              <a:t> </a:t>
            </a:r>
            <a:r>
              <a:rPr kumimoji="1" lang="zh-CN" altLang="en-US" sz="2800" dirty="0"/>
              <a:t>的赋值为哪一项？</a:t>
            </a:r>
            <a:endParaRPr kumimoji="1" lang="en-US" altLang="zh-CN" sz="2800" dirty="0"/>
          </a:p>
          <a:p>
            <a:pPr lvl="1"/>
            <a:r>
              <a:rPr kumimoji="1" lang="en-US" altLang="zh-CN" sz="2400" dirty="0"/>
              <a:t>A. 0 1 0 0 0 1</a:t>
            </a:r>
          </a:p>
          <a:p>
            <a:pPr lvl="1"/>
            <a:r>
              <a:rPr kumimoji="1" lang="en-US" altLang="zh-CN" sz="2400" dirty="0"/>
              <a:t>B. 0 1 0 0 0 X</a:t>
            </a:r>
          </a:p>
          <a:p>
            <a:pPr lvl="1"/>
            <a:r>
              <a:rPr kumimoji="1" lang="en-US" altLang="zh-CN" sz="2400" dirty="0">
                <a:solidFill>
                  <a:srgbClr val="3333FF"/>
                </a:solidFill>
              </a:rPr>
              <a:t>C. 0 1 2 0 0 1</a:t>
            </a:r>
          </a:p>
          <a:p>
            <a:pPr lvl="1"/>
            <a:r>
              <a:rPr kumimoji="1" lang="en-US" altLang="zh-CN" sz="2400" dirty="0"/>
              <a:t>D. 0 1 2 0 0 X</a:t>
            </a:r>
          </a:p>
          <a:p>
            <a:r>
              <a:rPr kumimoji="1" lang="zh-CN" altLang="en-US" sz="2800" dirty="0">
                <a:solidFill>
                  <a:srgbClr val="3333FF"/>
                </a:solidFill>
              </a:rPr>
              <a:t>解答：</a:t>
            </a:r>
            <a:r>
              <a:rPr kumimoji="1" lang="en-US" altLang="zh-CN" sz="2800" dirty="0">
                <a:solidFill>
                  <a:srgbClr val="3333FF"/>
                </a:solidFill>
              </a:rPr>
              <a:t>C</a:t>
            </a:r>
          </a:p>
          <a:p>
            <a:pPr lvl="1"/>
            <a:r>
              <a:rPr kumimoji="1" lang="en-US" altLang="zh-CN" sz="2400" dirty="0" err="1"/>
              <a:t>Beq</a:t>
            </a:r>
            <a:r>
              <a:rPr kumimoji="1" lang="zh-CN" altLang="en-US" sz="2400" dirty="0"/>
              <a:t>：减法判断 </a:t>
            </a:r>
            <a:r>
              <a:rPr kumimoji="1" lang="en-US" altLang="zh-CN" sz="2400" dirty="0" err="1"/>
              <a:t>rs</a:t>
            </a:r>
            <a:r>
              <a:rPr kumimoji="1" lang="en-US" altLang="zh-CN" sz="2400" dirty="0"/>
              <a:t>==rt</a:t>
            </a:r>
            <a:endParaRPr kumimoji="1"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BB2361-D4B9-26BE-81C0-B1B570ABE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93</a:t>
            </a:fld>
            <a:endParaRPr lang="en-US" altLang="zh-CN"/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DE86A0D5-60C8-59A0-17E3-13AA95A25E3A}"/>
              </a:ext>
            </a:extLst>
          </p:cNvPr>
          <p:cNvGrpSpPr/>
          <p:nvPr/>
        </p:nvGrpSpPr>
        <p:grpSpPr>
          <a:xfrm>
            <a:off x="3942523" y="2448740"/>
            <a:ext cx="5013224" cy="4145994"/>
            <a:chOff x="0" y="2099231"/>
            <a:chExt cx="5682396" cy="4634628"/>
          </a:xfrm>
        </p:grpSpPr>
        <p:sp>
          <p:nvSpPr>
            <p:cNvPr id="5" name="Oval 90">
              <a:extLst>
                <a:ext uri="{FF2B5EF4-FFF2-40B4-BE49-F238E27FC236}">
                  <a16:creationId xmlns:a16="http://schemas.microsoft.com/office/drawing/2014/main" id="{14138EEE-6A10-56E1-4571-BA567786F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1245" y="2901529"/>
              <a:ext cx="1069259" cy="642490"/>
            </a:xfrm>
            <a:prstGeom prst="ellipse">
              <a:avLst/>
            </a:prstGeom>
            <a:noFill/>
            <a:ln w="50800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" name="Line 15">
              <a:extLst>
                <a:ext uri="{FF2B5EF4-FFF2-40B4-BE49-F238E27FC236}">
                  <a16:creationId xmlns:a16="http://schemas.microsoft.com/office/drawing/2014/main" id="{11A43DF2-4C4E-80DD-8C91-C54B7F552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1745" y="4073329"/>
              <a:ext cx="10087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8800C4DA-A21A-3355-1623-0696A45AB1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273" y="3996766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727B38C3-55D3-7ABF-090E-08FC2DDC0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903" y="4073331"/>
              <a:ext cx="432441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DEA1F620-5621-9A62-A483-7350E3179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390" y="3198620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1" name="Rectangle 20">
              <a:extLst>
                <a:ext uri="{FF2B5EF4-FFF2-40B4-BE49-F238E27FC236}">
                  <a16:creationId xmlns:a16="http://schemas.microsoft.com/office/drawing/2014/main" id="{6A542509-928C-B09E-3C20-7D09688A5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840" y="3103777"/>
              <a:ext cx="1116005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4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ALU</a:t>
              </a:r>
              <a:r>
                <a:rPr lang="en-US" altLang="zh-CN" sz="14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Conf</a:t>
              </a:r>
              <a:endParaRPr lang="en-US" altLang="en-US" sz="14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2" name="Rectangle 21">
              <a:extLst>
                <a:ext uri="{FF2B5EF4-FFF2-40B4-BE49-F238E27FC236}">
                  <a16:creationId xmlns:a16="http://schemas.microsoft.com/office/drawing/2014/main" id="{79464783-16C0-A1B6-D3E6-806833CAC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31" y="4488196"/>
              <a:ext cx="501486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latin typeface="+mn-lt"/>
                  <a:ea typeface="SimHei" panose="02010609060101010101" pitchFamily="49" charset="-122"/>
                </a:rPr>
                <a:t>Clk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id="{39651774-62F8-1C9B-E341-EE62537E6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46661"/>
              <a:ext cx="726791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latin typeface="+mn-lt"/>
                  <a:ea typeface="SimHei" panose="02010609060101010101" pitchFamily="49" charset="-122"/>
                </a:rPr>
                <a:t>busW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59CAF18-1092-5D60-6751-42F2351F4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440" y="3476429"/>
              <a:ext cx="1431925" cy="12128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5" name="Line 24">
              <a:extLst>
                <a:ext uri="{FF2B5EF4-FFF2-40B4-BE49-F238E27FC236}">
                  <a16:creationId xmlns:a16="http://schemas.microsoft.com/office/drawing/2014/main" id="{85440D65-84BE-73D7-5222-472C678D6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649" y="4442483"/>
              <a:ext cx="238917" cy="1119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6" name="Line 25">
              <a:extLst>
                <a:ext uri="{FF2B5EF4-FFF2-40B4-BE49-F238E27FC236}">
                  <a16:creationId xmlns:a16="http://schemas.microsoft.com/office/drawing/2014/main" id="{7DAAF5B0-28F5-5460-5287-077C3DF334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7790" y="4554440"/>
              <a:ext cx="230188" cy="1007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04B50BCB-70EE-6F5E-DBBB-65792BBED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990" y="2928742"/>
              <a:ext cx="835737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RegWr</a:t>
              </a:r>
              <a:endParaRPr lang="en-US" altLang="en-US" sz="14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8" name="Line 28">
              <a:extLst>
                <a:ext uri="{FF2B5EF4-FFF2-40B4-BE49-F238E27FC236}">
                  <a16:creationId xmlns:a16="http://schemas.microsoft.com/office/drawing/2014/main" id="{73F69C15-E631-82E0-7EF5-B8D1D39A0C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222" y="3997129"/>
              <a:ext cx="5497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9" name="Line 29">
              <a:extLst>
                <a:ext uri="{FF2B5EF4-FFF2-40B4-BE49-F238E27FC236}">
                  <a16:creationId xmlns:a16="http://schemas.microsoft.com/office/drawing/2014/main" id="{57CDEC44-18E1-65BD-6949-AC4DEECBC2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421" y="3914340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0" name="Rectangle 30">
              <a:extLst>
                <a:ext uri="{FF2B5EF4-FFF2-40B4-BE49-F238E27FC236}">
                  <a16:creationId xmlns:a16="http://schemas.microsoft.com/office/drawing/2014/main" id="{EF9129C0-AEC9-2603-40D7-3C4CAEAEB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585" y="3953927"/>
              <a:ext cx="432441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21" name="Line 31">
              <a:extLst>
                <a:ext uri="{FF2B5EF4-FFF2-40B4-BE49-F238E27FC236}">
                  <a16:creationId xmlns:a16="http://schemas.microsoft.com/office/drawing/2014/main" id="{539838F0-F9D2-2A8F-0F4E-79784267C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3365" y="3622539"/>
              <a:ext cx="1231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2" name="Line 32">
              <a:extLst>
                <a:ext uri="{FF2B5EF4-FFF2-40B4-BE49-F238E27FC236}">
                  <a16:creationId xmlns:a16="http://schemas.microsoft.com/office/drawing/2014/main" id="{567FFF5C-87BD-E80A-0DB3-39A98AB831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98365" y="3546279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3" name="Rectangle 33">
              <a:extLst>
                <a:ext uri="{FF2B5EF4-FFF2-40B4-BE49-F238E27FC236}">
                  <a16:creationId xmlns:a16="http://schemas.microsoft.com/office/drawing/2014/main" id="{902AD6C9-FE4A-7EAE-E87D-35B6336A6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628" y="3692329"/>
              <a:ext cx="432441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2AEA47C6-E221-9AE6-2609-531EEEAB4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828" y="3311329"/>
              <a:ext cx="670466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latin typeface="+mn-lt"/>
                  <a:ea typeface="SimHei" panose="02010609060101010101" pitchFamily="49" charset="-122"/>
                </a:rPr>
                <a:t>busA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5" name="Line 35">
              <a:extLst>
                <a:ext uri="{FF2B5EF4-FFF2-40B4-BE49-F238E27FC236}">
                  <a16:creationId xmlns:a16="http://schemas.microsoft.com/office/drawing/2014/main" id="{45A03432-C716-7CFB-EA3C-9B9D51BC0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0665" y="3222429"/>
              <a:ext cx="0" cy="25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6" name="Line 36">
              <a:extLst>
                <a:ext uri="{FF2B5EF4-FFF2-40B4-BE49-F238E27FC236}">
                  <a16:creationId xmlns:a16="http://schemas.microsoft.com/office/drawing/2014/main" id="{B9B05B7A-E0D6-98B9-6E93-7D8DEB36B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3365" y="4517889"/>
              <a:ext cx="5971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7" name="Line 37">
              <a:extLst>
                <a:ext uri="{FF2B5EF4-FFF2-40B4-BE49-F238E27FC236}">
                  <a16:creationId xmlns:a16="http://schemas.microsoft.com/office/drawing/2014/main" id="{7D686B88-5C03-4CB9-D300-501920C80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1165" y="4460679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8" name="Rectangle 38">
              <a:extLst>
                <a:ext uri="{FF2B5EF4-FFF2-40B4-BE49-F238E27FC236}">
                  <a16:creationId xmlns:a16="http://schemas.microsoft.com/office/drawing/2014/main" id="{7F69A7ED-EC6E-0DB0-9EDB-8009AF09D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828" y="4491946"/>
              <a:ext cx="432441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29" name="Rectangle 39">
              <a:extLst>
                <a:ext uri="{FF2B5EF4-FFF2-40B4-BE49-F238E27FC236}">
                  <a16:creationId xmlns:a16="http://schemas.microsoft.com/office/drawing/2014/main" id="{3BE1976A-58AC-88EB-C7D5-9A0E68E40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3820" y="4178941"/>
              <a:ext cx="670466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latin typeface="+mn-lt"/>
                  <a:ea typeface="SimHei" panose="02010609060101010101" pitchFamily="49" charset="-122"/>
                </a:rPr>
                <a:t>busB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0" name="Line 40">
              <a:extLst>
                <a:ext uri="{FF2B5EF4-FFF2-40B4-BE49-F238E27FC236}">
                  <a16:creationId xmlns:a16="http://schemas.microsoft.com/office/drawing/2014/main" id="{BF6C1590-38A2-9553-65AE-A71D688164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2217" y="4554436"/>
              <a:ext cx="148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" name="Line 41">
              <a:extLst>
                <a:ext uri="{FF2B5EF4-FFF2-40B4-BE49-F238E27FC236}">
                  <a16:creationId xmlns:a16="http://schemas.microsoft.com/office/drawing/2014/main" id="{571D2091-D4DC-5281-3A98-F37AAAD21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5465" y="2739123"/>
              <a:ext cx="0" cy="7452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" name="Line 42">
              <a:extLst>
                <a:ext uri="{FF2B5EF4-FFF2-40B4-BE49-F238E27FC236}">
                  <a16:creationId xmlns:a16="http://schemas.microsoft.com/office/drawing/2014/main" id="{BB4C8131-F100-B3F8-9E48-BE155924B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5615" y="3152579"/>
              <a:ext cx="139700" cy="16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" name="Rectangle 43">
              <a:extLst>
                <a:ext uri="{FF2B5EF4-FFF2-40B4-BE49-F238E27FC236}">
                  <a16:creationId xmlns:a16="http://schemas.microsoft.com/office/drawing/2014/main" id="{EF8B6DE2-3AB9-DF3A-ED2A-A0AD0C00B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578" y="3006529"/>
              <a:ext cx="319789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34" name="Line 44">
              <a:extLst>
                <a:ext uri="{FF2B5EF4-FFF2-40B4-BE49-F238E27FC236}">
                  <a16:creationId xmlns:a16="http://schemas.microsoft.com/office/drawing/2014/main" id="{7D6CEB7F-926B-89BC-AE84-DBB63510E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6465" y="3052570"/>
              <a:ext cx="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" name="Line 45">
              <a:extLst>
                <a:ext uri="{FF2B5EF4-FFF2-40B4-BE49-F238E27FC236}">
                  <a16:creationId xmlns:a16="http://schemas.microsoft.com/office/drawing/2014/main" id="{5D260124-A968-D949-8547-8679F75476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6615" y="3152579"/>
              <a:ext cx="139700" cy="16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" name="Rectangle 46">
              <a:extLst>
                <a:ext uri="{FF2B5EF4-FFF2-40B4-BE49-F238E27FC236}">
                  <a16:creationId xmlns:a16="http://schemas.microsoft.com/office/drawing/2014/main" id="{ACA48982-9A98-F696-0C11-EC4EC5268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578" y="3006529"/>
              <a:ext cx="319789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37" name="Line 47">
              <a:extLst>
                <a:ext uri="{FF2B5EF4-FFF2-40B4-BE49-F238E27FC236}">
                  <a16:creationId xmlns:a16="http://schemas.microsoft.com/office/drawing/2014/main" id="{3C82760C-38FB-B09F-0D26-32CC29791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665" y="3052570"/>
              <a:ext cx="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8" name="Line 48">
              <a:extLst>
                <a:ext uri="{FF2B5EF4-FFF2-40B4-BE49-F238E27FC236}">
                  <a16:creationId xmlns:a16="http://schemas.microsoft.com/office/drawing/2014/main" id="{393D79F8-F5FA-B013-E6AD-EAB324D64C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3815" y="3152579"/>
              <a:ext cx="139700" cy="16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" name="Rectangle 49">
              <a:extLst>
                <a:ext uri="{FF2B5EF4-FFF2-40B4-BE49-F238E27FC236}">
                  <a16:creationId xmlns:a16="http://schemas.microsoft.com/office/drawing/2014/main" id="{AE5D520F-DD38-7421-C082-159C27803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777" y="3006529"/>
              <a:ext cx="319789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40" name="Rectangle 50">
              <a:extLst>
                <a:ext uri="{FF2B5EF4-FFF2-40B4-BE49-F238E27FC236}">
                  <a16:creationId xmlns:a16="http://schemas.microsoft.com/office/drawing/2014/main" id="{6046AC29-D6E0-227B-45BE-A0E27DFD9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578" y="3463728"/>
              <a:ext cx="501486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latin typeface="+mn-lt"/>
                  <a:ea typeface="SimHei" panose="02010609060101010101" pitchFamily="49" charset="-122"/>
                </a:rPr>
                <a:t>Rw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1" name="Rectangle 51">
              <a:extLst>
                <a:ext uri="{FF2B5EF4-FFF2-40B4-BE49-F238E27FC236}">
                  <a16:creationId xmlns:a16="http://schemas.microsoft.com/office/drawing/2014/main" id="{A6EDE870-AE6D-F90D-B2CD-5A7DFF80A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9778" y="3463728"/>
              <a:ext cx="466964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Ra</a:t>
              </a:r>
            </a:p>
          </p:txBody>
        </p:sp>
        <p:sp>
          <p:nvSpPr>
            <p:cNvPr id="42" name="Rectangle 52">
              <a:extLst>
                <a:ext uri="{FF2B5EF4-FFF2-40B4-BE49-F238E27FC236}">
                  <a16:creationId xmlns:a16="http://schemas.microsoft.com/office/drawing/2014/main" id="{25BE7AE6-A8E2-745E-30B3-42B0469ED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777" y="3463728"/>
              <a:ext cx="466964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Rb</a:t>
              </a:r>
            </a:p>
          </p:txBody>
        </p:sp>
        <p:sp>
          <p:nvSpPr>
            <p:cNvPr id="43" name="Rectangle 53">
              <a:extLst>
                <a:ext uri="{FF2B5EF4-FFF2-40B4-BE49-F238E27FC236}">
                  <a16:creationId xmlns:a16="http://schemas.microsoft.com/office/drawing/2014/main" id="{C8907FA9-731E-667B-C39B-61F43C741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578" y="3768529"/>
              <a:ext cx="1064748" cy="582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32 32-bit</a:t>
              </a:r>
            </a:p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Registers</a:t>
              </a:r>
            </a:p>
          </p:txBody>
        </p:sp>
        <p:sp>
          <p:nvSpPr>
            <p:cNvPr id="44" name="Line 54">
              <a:extLst>
                <a:ext uri="{FF2B5EF4-FFF2-40B4-BE49-F238E27FC236}">
                  <a16:creationId xmlns:a16="http://schemas.microsoft.com/office/drawing/2014/main" id="{D24B6645-0C47-44A6-E90D-685CDACB1D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221" y="6721475"/>
              <a:ext cx="52914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5" name="Line 55">
              <a:extLst>
                <a:ext uri="{FF2B5EF4-FFF2-40B4-BE49-F238E27FC236}">
                  <a16:creationId xmlns:a16="http://schemas.microsoft.com/office/drawing/2014/main" id="{F1CBFC02-3122-427E-91CF-FA4CF07CA6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222" y="3988774"/>
              <a:ext cx="0" cy="27450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6" name="Line 88">
              <a:extLst>
                <a:ext uri="{FF2B5EF4-FFF2-40B4-BE49-F238E27FC236}">
                  <a16:creationId xmlns:a16="http://schemas.microsoft.com/office/drawing/2014/main" id="{674C79E3-1939-3397-CC54-9E7592099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877" y="4530529"/>
              <a:ext cx="3055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7" name="Line 89">
              <a:extLst>
                <a:ext uri="{FF2B5EF4-FFF2-40B4-BE49-F238E27FC236}">
                  <a16:creationId xmlns:a16="http://schemas.microsoft.com/office/drawing/2014/main" id="{0E578924-3C8F-4FD5-FA3A-711E55883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2697" y="5682910"/>
              <a:ext cx="0" cy="10466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134F2364-B2FC-4BF3-5863-29C25C90819C}"/>
                </a:ext>
              </a:extLst>
            </p:cNvPr>
            <p:cNvGrpSpPr/>
            <p:nvPr/>
          </p:nvGrpSpPr>
          <p:grpSpPr>
            <a:xfrm>
              <a:off x="3375422" y="3476429"/>
              <a:ext cx="510321" cy="1193800"/>
              <a:chOff x="5799138" y="4889500"/>
              <a:chExt cx="510321" cy="1193800"/>
            </a:xfrm>
          </p:grpSpPr>
          <p:grpSp>
            <p:nvGrpSpPr>
              <p:cNvPr id="49" name="Group 4">
                <a:extLst>
                  <a:ext uri="{FF2B5EF4-FFF2-40B4-BE49-F238E27FC236}">
                    <a16:creationId xmlns:a16="http://schemas.microsoft.com/office/drawing/2014/main" id="{5E15022D-2360-E318-57E8-DA62DA104A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99138" y="4889500"/>
                <a:ext cx="469900" cy="1193800"/>
                <a:chOff x="3692" y="2648"/>
                <a:chExt cx="296" cy="752"/>
              </a:xfrm>
            </p:grpSpPr>
            <p:sp>
              <p:nvSpPr>
                <p:cNvPr id="51" name="Line 5">
                  <a:extLst>
                    <a:ext uri="{FF2B5EF4-FFF2-40B4-BE49-F238E27FC236}">
                      <a16:creationId xmlns:a16="http://schemas.microsoft.com/office/drawing/2014/main" id="{618D6D0A-3CE4-80E4-4CEE-220AEB4F0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2648"/>
                  <a:ext cx="0" cy="1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52" name="Line 6">
                  <a:extLst>
                    <a:ext uri="{FF2B5EF4-FFF2-40B4-BE49-F238E27FC236}">
                      <a16:creationId xmlns:a16="http://schemas.microsoft.com/office/drawing/2014/main" id="{FF401ACA-86F9-0BDE-638D-9703343F6D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4" y="2648"/>
                  <a:ext cx="284" cy="19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53" name="Line 7">
                  <a:extLst>
                    <a:ext uri="{FF2B5EF4-FFF2-40B4-BE49-F238E27FC236}">
                      <a16:creationId xmlns:a16="http://schemas.microsoft.com/office/drawing/2014/main" id="{C7A64F54-29DD-A1C0-B2B2-8C0B519260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0" y="2821"/>
                  <a:ext cx="132" cy="9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54" name="Line 8">
                  <a:extLst>
                    <a:ext uri="{FF2B5EF4-FFF2-40B4-BE49-F238E27FC236}">
                      <a16:creationId xmlns:a16="http://schemas.microsoft.com/office/drawing/2014/main" id="{065118C0-A848-FF71-E3F5-5951E9379B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31" y="2920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55" name="Line 9">
                  <a:extLst>
                    <a:ext uri="{FF2B5EF4-FFF2-40B4-BE49-F238E27FC236}">
                      <a16:creationId xmlns:a16="http://schemas.microsoft.com/office/drawing/2014/main" id="{BB86A379-EED2-A703-3301-2F1F534A12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4" y="2840"/>
                  <a:ext cx="0" cy="36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56" name="Line 10">
                  <a:extLst>
                    <a:ext uri="{FF2B5EF4-FFF2-40B4-BE49-F238E27FC236}">
                      <a16:creationId xmlns:a16="http://schemas.microsoft.com/office/drawing/2014/main" id="{CBA09A46-F17F-1570-23DB-C0E0EE9DE2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6" y="3112"/>
                  <a:ext cx="136" cy="11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57" name="Line 11">
                  <a:extLst>
                    <a:ext uri="{FF2B5EF4-FFF2-40B4-BE49-F238E27FC236}">
                      <a16:creationId xmlns:a16="http://schemas.microsoft.com/office/drawing/2014/main" id="{7DEE58FA-9E24-8F69-6BA8-412E145622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3224"/>
                  <a:ext cx="0" cy="1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58" name="Line 12">
                  <a:extLst>
                    <a:ext uri="{FF2B5EF4-FFF2-40B4-BE49-F238E27FC236}">
                      <a16:creationId xmlns:a16="http://schemas.microsoft.com/office/drawing/2014/main" id="{1D26E513-FBB3-F763-00B6-DCB33E3D42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2" y="3208"/>
                  <a:ext cx="284" cy="18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</p:grpSp>
          <p:sp>
            <p:nvSpPr>
              <p:cNvPr id="50" name="Rectangle 58">
                <a:extLst>
                  <a:ext uri="{FF2B5EF4-FFF2-40B4-BE49-F238E27FC236}">
                    <a16:creationId xmlns:a16="http://schemas.microsoft.com/office/drawing/2014/main" id="{6263114F-63CA-E6B3-5555-9BF33F052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839022" y="5300724"/>
                <a:ext cx="594921" cy="3459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400" dirty="0">
                    <a:latin typeface="+mn-lt"/>
                    <a:ea typeface="SimHei" panose="02010609060101010101" pitchFamily="49" charset="-122"/>
                  </a:rPr>
                  <a:t>ALU</a:t>
                </a:r>
              </a:p>
            </p:txBody>
          </p:sp>
        </p:grpSp>
        <p:sp>
          <p:nvSpPr>
            <p:cNvPr id="59" name="Rectangle 62">
              <a:extLst>
                <a:ext uri="{FF2B5EF4-FFF2-40B4-BE49-F238E27FC236}">
                  <a16:creationId xmlns:a16="http://schemas.microsoft.com/office/drawing/2014/main" id="{B80C830A-5FAA-1A01-1F5E-1C30E8267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8708" y="4860202"/>
              <a:ext cx="355600" cy="812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0" name="Rectangle 63">
              <a:extLst>
                <a:ext uri="{FF2B5EF4-FFF2-40B4-BE49-F238E27FC236}">
                  <a16:creationId xmlns:a16="http://schemas.microsoft.com/office/drawing/2014/main" id="{6E493704-3F6B-CD90-E307-1D36FCA1C2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04161" y="5088070"/>
              <a:ext cx="883422" cy="3459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latin typeface="+mn-lt"/>
                  <a:ea typeface="SimHei" panose="02010609060101010101" pitchFamily="49" charset="-122"/>
                </a:rPr>
                <a:t>ImmExt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1" name="Rectangle 64">
              <a:extLst>
                <a:ext uri="{FF2B5EF4-FFF2-40B4-BE49-F238E27FC236}">
                  <a16:creationId xmlns:a16="http://schemas.microsoft.com/office/drawing/2014/main" id="{B3675172-EF52-A4B5-0400-3E1C44C216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27709" y="4676907"/>
              <a:ext cx="604837" cy="3459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62" name="Line 79">
              <a:extLst>
                <a:ext uri="{FF2B5EF4-FFF2-40B4-BE49-F238E27FC236}">
                  <a16:creationId xmlns:a16="http://schemas.microsoft.com/office/drawing/2014/main" id="{9CD21589-DC1B-7FE7-3FF2-C5A5E45DC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308" y="5228502"/>
              <a:ext cx="6461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3" name="Line 82">
              <a:extLst>
                <a:ext uri="{FF2B5EF4-FFF2-40B4-BE49-F238E27FC236}">
                  <a16:creationId xmlns:a16="http://schemas.microsoft.com/office/drawing/2014/main" id="{33EABE43-ABB0-3E31-8A64-CEB69D594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1179" y="5226915"/>
              <a:ext cx="6175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4" name="Line 83">
              <a:extLst>
                <a:ext uri="{FF2B5EF4-FFF2-40B4-BE49-F238E27FC236}">
                  <a16:creationId xmlns:a16="http://schemas.microsoft.com/office/drawing/2014/main" id="{80929A68-A7D9-BFE9-740F-00E35D6A91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3556" y="5156964"/>
              <a:ext cx="889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5" name="Rectangle 84">
              <a:extLst>
                <a:ext uri="{FF2B5EF4-FFF2-40B4-BE49-F238E27FC236}">
                  <a16:creationId xmlns:a16="http://schemas.microsoft.com/office/drawing/2014/main" id="{FDAED125-797D-0F98-9819-A0F2F8ABB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378" y="5304704"/>
              <a:ext cx="432441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66" name="Rectangle 85">
              <a:extLst>
                <a:ext uri="{FF2B5EF4-FFF2-40B4-BE49-F238E27FC236}">
                  <a16:creationId xmlns:a16="http://schemas.microsoft.com/office/drawing/2014/main" id="{3682B141-1D5D-B7E1-2369-AF1B70F02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78" y="5152302"/>
              <a:ext cx="815823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imm16</a:t>
              </a:r>
            </a:p>
          </p:txBody>
        </p:sp>
        <p:sp>
          <p:nvSpPr>
            <p:cNvPr id="67" name="Line 86">
              <a:extLst>
                <a:ext uri="{FF2B5EF4-FFF2-40B4-BE49-F238E27FC236}">
                  <a16:creationId xmlns:a16="http://schemas.microsoft.com/office/drawing/2014/main" id="{4B73FAC3-6FE5-330B-81C6-339F5CD4B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6517" y="3187910"/>
              <a:ext cx="0" cy="1137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8" name="Rectangle 87">
              <a:extLst>
                <a:ext uri="{FF2B5EF4-FFF2-40B4-BE49-F238E27FC236}">
                  <a16:creationId xmlns:a16="http://schemas.microsoft.com/office/drawing/2014/main" id="{E90475EB-2A7E-F2A3-1A59-7F39CC646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1961" y="2876384"/>
              <a:ext cx="908488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ALUSrc</a:t>
              </a:r>
              <a:endParaRPr lang="en-US" altLang="en-US" sz="14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69" name="Group 57">
              <a:extLst>
                <a:ext uri="{FF2B5EF4-FFF2-40B4-BE49-F238E27FC236}">
                  <a16:creationId xmlns:a16="http://schemas.microsoft.com/office/drawing/2014/main" id="{351A6B0B-A588-85BF-916A-9D3C9F80DC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27" y="4243717"/>
              <a:ext cx="311150" cy="1117600"/>
              <a:chOff x="3116" y="3032"/>
              <a:chExt cx="196" cy="704"/>
            </a:xfrm>
          </p:grpSpPr>
          <p:sp>
            <p:nvSpPr>
              <p:cNvPr id="70" name="Line 58">
                <a:extLst>
                  <a:ext uri="{FF2B5EF4-FFF2-40B4-BE49-F238E27FC236}">
                    <a16:creationId xmlns:a16="http://schemas.microsoft.com/office/drawing/2014/main" id="{8B690262-1807-A1C7-EAFD-B7333DEFF5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3032"/>
                <a:ext cx="0" cy="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71" name="Line 59">
                <a:extLst>
                  <a:ext uri="{FF2B5EF4-FFF2-40B4-BE49-F238E27FC236}">
                    <a16:creationId xmlns:a16="http://schemas.microsoft.com/office/drawing/2014/main" id="{90F68855-FDAC-71A0-9BD9-DEEA1CACF7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" y="3034"/>
                <a:ext cx="196" cy="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72" name="Line 60">
                <a:extLst>
                  <a:ext uri="{FF2B5EF4-FFF2-40B4-BE49-F238E27FC236}">
                    <a16:creationId xmlns:a16="http://schemas.microsoft.com/office/drawing/2014/main" id="{2D60DC15-E31F-27A2-544A-1D0E35532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16" y="3632"/>
                <a:ext cx="196" cy="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73" name="Line 61">
                <a:extLst>
                  <a:ext uri="{FF2B5EF4-FFF2-40B4-BE49-F238E27FC236}">
                    <a16:creationId xmlns:a16="http://schemas.microsoft.com/office/drawing/2014/main" id="{3544F292-FD31-2A79-1F09-38663D8BC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3128"/>
                <a:ext cx="0" cy="5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74" name="Line 89">
              <a:extLst>
                <a:ext uri="{FF2B5EF4-FFF2-40B4-BE49-F238E27FC236}">
                  <a16:creationId xmlns:a16="http://schemas.microsoft.com/office/drawing/2014/main" id="{2624E79C-D3F2-2491-8B97-8EB2A86A3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0796" y="4066979"/>
              <a:ext cx="0" cy="1336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5" name="Rectangle 114">
              <a:extLst>
                <a:ext uri="{FF2B5EF4-FFF2-40B4-BE49-F238E27FC236}">
                  <a16:creationId xmlns:a16="http://schemas.microsoft.com/office/drawing/2014/main" id="{9763CF8C-736E-027E-894B-5FFFA86B5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8124" y="5409573"/>
              <a:ext cx="1127125" cy="115093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6" name="Line 115">
              <a:extLst>
                <a:ext uri="{FF2B5EF4-FFF2-40B4-BE49-F238E27FC236}">
                  <a16:creationId xmlns:a16="http://schemas.microsoft.com/office/drawing/2014/main" id="{46AF889E-48C4-4809-104E-7796C17E4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9879" y="6430663"/>
              <a:ext cx="622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7" name="Rectangle 116">
              <a:extLst>
                <a:ext uri="{FF2B5EF4-FFF2-40B4-BE49-F238E27FC236}">
                  <a16:creationId xmlns:a16="http://schemas.microsoft.com/office/drawing/2014/main" id="{3F075993-C8A0-DD12-BF37-C9C4576E7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688" y="6124671"/>
              <a:ext cx="501486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latin typeface="+mn-lt"/>
                  <a:ea typeface="SimHei" panose="02010609060101010101" pitchFamily="49" charset="-122"/>
                </a:rPr>
                <a:t>Clk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8" name="Rectangle 117">
              <a:extLst>
                <a:ext uri="{FF2B5EF4-FFF2-40B4-BE49-F238E27FC236}">
                  <a16:creationId xmlns:a16="http://schemas.microsoft.com/office/drawing/2014/main" id="{535A5EAF-AA4D-FABC-4143-0B6EC8347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306" y="5583360"/>
              <a:ext cx="861246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Data In</a:t>
              </a:r>
            </a:p>
          </p:txBody>
        </p:sp>
        <p:sp>
          <p:nvSpPr>
            <p:cNvPr id="79" name="Line 118">
              <a:extLst>
                <a:ext uri="{FF2B5EF4-FFF2-40B4-BE49-F238E27FC236}">
                  <a16:creationId xmlns:a16="http://schemas.microsoft.com/office/drawing/2014/main" id="{450BBEE3-3B46-0330-39A6-FA2668348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950" y="6336673"/>
              <a:ext cx="227806" cy="873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0" name="Line 119">
              <a:extLst>
                <a:ext uri="{FF2B5EF4-FFF2-40B4-BE49-F238E27FC236}">
                  <a16:creationId xmlns:a16="http://schemas.microsoft.com/office/drawing/2014/main" id="{9730F182-ED5F-F2AD-4042-CD508E0B04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37649" y="6430663"/>
              <a:ext cx="215107" cy="873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1" name="Rectangle 121">
              <a:extLst>
                <a:ext uri="{FF2B5EF4-FFF2-40B4-BE49-F238E27FC236}">
                  <a16:creationId xmlns:a16="http://schemas.microsoft.com/office/drawing/2014/main" id="{5F00AC72-7AEA-779D-235E-7CDF03629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9074" y="5393698"/>
              <a:ext cx="712183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latin typeface="+mn-lt"/>
                  <a:ea typeface="SimHei" panose="02010609060101010101" pitchFamily="49" charset="-122"/>
                </a:rPr>
                <a:t>WrEn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2" name="Line 122">
              <a:extLst>
                <a:ext uri="{FF2B5EF4-FFF2-40B4-BE49-F238E27FC236}">
                  <a16:creationId xmlns:a16="http://schemas.microsoft.com/office/drawing/2014/main" id="{196423F3-E8D2-74F8-ABD6-0AA3F4B69D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6072" y="5903285"/>
              <a:ext cx="9500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3" name="Line 123">
              <a:extLst>
                <a:ext uri="{FF2B5EF4-FFF2-40B4-BE49-F238E27FC236}">
                  <a16:creationId xmlns:a16="http://schemas.microsoft.com/office/drawing/2014/main" id="{B7164D43-A36B-E987-A67E-9DE63AB82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1399" y="5838198"/>
              <a:ext cx="88900" cy="1317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4" name="Rectangle 124">
              <a:extLst>
                <a:ext uri="{FF2B5EF4-FFF2-40B4-BE49-F238E27FC236}">
                  <a16:creationId xmlns:a16="http://schemas.microsoft.com/office/drawing/2014/main" id="{35272632-916C-AD05-8E11-8E22F61EC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8493" y="5844521"/>
              <a:ext cx="432441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85" name="Line 125">
              <a:extLst>
                <a:ext uri="{FF2B5EF4-FFF2-40B4-BE49-F238E27FC236}">
                  <a16:creationId xmlns:a16="http://schemas.microsoft.com/office/drawing/2014/main" id="{D986733F-98D1-378B-16CB-6FCF16FC1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9749" y="5168273"/>
              <a:ext cx="0" cy="241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6" name="Rectangle 127">
              <a:extLst>
                <a:ext uri="{FF2B5EF4-FFF2-40B4-BE49-F238E27FC236}">
                  <a16:creationId xmlns:a16="http://schemas.microsoft.com/office/drawing/2014/main" id="{4D6A1A50-E162-B033-3484-B3AC9CF72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0261" y="5395285"/>
              <a:ext cx="635942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latin typeface="+mn-lt"/>
                  <a:ea typeface="SimHei" panose="02010609060101010101" pitchFamily="49" charset="-122"/>
                </a:rPr>
                <a:t>Addr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7" name="Rectangle 128">
              <a:extLst>
                <a:ext uri="{FF2B5EF4-FFF2-40B4-BE49-F238E27FC236}">
                  <a16:creationId xmlns:a16="http://schemas.microsoft.com/office/drawing/2014/main" id="{46A47C19-945E-3B9E-264C-8AD3719E3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5921" y="5726430"/>
              <a:ext cx="939377" cy="582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Data</a:t>
              </a:r>
            </a:p>
            <a:p>
              <a:pPr algn="ctr"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88" name="Line 130">
              <a:extLst>
                <a:ext uri="{FF2B5EF4-FFF2-40B4-BE49-F238E27FC236}">
                  <a16:creationId xmlns:a16="http://schemas.microsoft.com/office/drawing/2014/main" id="{5C10DA9F-C152-23CD-DDE9-41C379DAC9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99" y="5908402"/>
              <a:ext cx="88900" cy="1317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89" name="Rectangle 131">
              <a:extLst>
                <a:ext uri="{FF2B5EF4-FFF2-40B4-BE49-F238E27FC236}">
                  <a16:creationId xmlns:a16="http://schemas.microsoft.com/office/drawing/2014/main" id="{DD3DC6A0-412D-7DD7-6B0B-80A6CBE85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350" y="5651666"/>
              <a:ext cx="432441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90" name="Rectangle 133">
              <a:extLst>
                <a:ext uri="{FF2B5EF4-FFF2-40B4-BE49-F238E27FC236}">
                  <a16:creationId xmlns:a16="http://schemas.microsoft.com/office/drawing/2014/main" id="{3E752F82-F58B-7912-6D6D-B50AE252E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924" y="4897042"/>
              <a:ext cx="913866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MemWr</a:t>
              </a:r>
              <a:endParaRPr lang="en-US" altLang="en-US" sz="14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1" name="Line 122">
              <a:extLst>
                <a:ext uri="{FF2B5EF4-FFF2-40B4-BE49-F238E27FC236}">
                  <a16:creationId xmlns:a16="http://schemas.microsoft.com/office/drawing/2014/main" id="{789E1FC6-F0D8-272F-5C61-CEAE9292D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5248" y="5969960"/>
              <a:ext cx="3366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2" name="Rectangle 117">
              <a:extLst>
                <a:ext uri="{FF2B5EF4-FFF2-40B4-BE49-F238E27FC236}">
                  <a16:creationId xmlns:a16="http://schemas.microsoft.com/office/drawing/2014/main" id="{4F46EAF0-2936-2ECB-67F5-13101B85F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108" y="5670894"/>
              <a:ext cx="636663" cy="582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r"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Data </a:t>
              </a:r>
              <a:r>
                <a:rPr lang="en-US" altLang="zh-CN" sz="1400" dirty="0">
                  <a:latin typeface="+mn-lt"/>
                  <a:ea typeface="SimHei" panose="02010609060101010101" pitchFamily="49" charset="-122"/>
                </a:rPr>
                <a:t>Out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93" name="Group 57">
              <a:extLst>
                <a:ext uri="{FF2B5EF4-FFF2-40B4-BE49-F238E27FC236}">
                  <a16:creationId xmlns:a16="http://schemas.microsoft.com/office/drawing/2014/main" id="{548D351F-D6B3-7577-0AA6-3F4B7553D1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5530" y="5114202"/>
              <a:ext cx="311150" cy="1117600"/>
              <a:chOff x="3116" y="3032"/>
              <a:chExt cx="196" cy="704"/>
            </a:xfrm>
          </p:grpSpPr>
          <p:sp>
            <p:nvSpPr>
              <p:cNvPr id="94" name="Line 58">
                <a:extLst>
                  <a:ext uri="{FF2B5EF4-FFF2-40B4-BE49-F238E27FC236}">
                    <a16:creationId xmlns:a16="http://schemas.microsoft.com/office/drawing/2014/main" id="{C5015040-15F5-2DB1-4809-EAEB00CD0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3032"/>
                <a:ext cx="0" cy="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95" name="Line 59">
                <a:extLst>
                  <a:ext uri="{FF2B5EF4-FFF2-40B4-BE49-F238E27FC236}">
                    <a16:creationId xmlns:a16="http://schemas.microsoft.com/office/drawing/2014/main" id="{F2B41E61-3171-DCDF-1401-844C35BD6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" y="3034"/>
                <a:ext cx="196" cy="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96" name="Line 60">
                <a:extLst>
                  <a:ext uri="{FF2B5EF4-FFF2-40B4-BE49-F238E27FC236}">
                    <a16:creationId xmlns:a16="http://schemas.microsoft.com/office/drawing/2014/main" id="{977E4792-108F-3FDA-C38D-3462441D23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16" y="3632"/>
                <a:ext cx="196" cy="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97" name="Line 61">
                <a:extLst>
                  <a:ext uri="{FF2B5EF4-FFF2-40B4-BE49-F238E27FC236}">
                    <a16:creationId xmlns:a16="http://schemas.microsoft.com/office/drawing/2014/main" id="{68851BC4-15BC-F48F-1948-12EE5A011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3128"/>
                <a:ext cx="0" cy="5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98" name="Line 89">
              <a:extLst>
                <a:ext uri="{FF2B5EF4-FFF2-40B4-BE49-F238E27FC236}">
                  <a16:creationId xmlns:a16="http://schemas.microsoft.com/office/drawing/2014/main" id="{2F148E1C-8AA1-E458-BF7B-F5BF00711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6680" y="5692052"/>
              <a:ext cx="1860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99" name="Line 89">
              <a:extLst>
                <a:ext uri="{FF2B5EF4-FFF2-40B4-BE49-F238E27FC236}">
                  <a16:creationId xmlns:a16="http://schemas.microsoft.com/office/drawing/2014/main" id="{70B59CE6-B6C2-7A65-6B1E-613538FF2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0512" y="4066979"/>
              <a:ext cx="0" cy="1336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0" name="Line 89">
              <a:extLst>
                <a:ext uri="{FF2B5EF4-FFF2-40B4-BE49-F238E27FC236}">
                  <a16:creationId xmlns:a16="http://schemas.microsoft.com/office/drawing/2014/main" id="{4FE7116E-D936-82DF-0015-A751B3674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0512" y="5403223"/>
              <a:ext cx="141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1" name="Rectangle 64">
              <a:extLst>
                <a:ext uri="{FF2B5EF4-FFF2-40B4-BE49-F238E27FC236}">
                  <a16:creationId xmlns:a16="http://schemas.microsoft.com/office/drawing/2014/main" id="{D942FD87-6082-A42B-7D1F-DC054694CC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02606" y="5553850"/>
              <a:ext cx="698504" cy="3459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102" name="Line 112">
              <a:extLst>
                <a:ext uri="{FF2B5EF4-FFF2-40B4-BE49-F238E27FC236}">
                  <a16:creationId xmlns:a16="http://schemas.microsoft.com/office/drawing/2014/main" id="{165C120A-4697-B4EB-01ED-AC45D28C8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4792" y="5677152"/>
              <a:ext cx="0" cy="2395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3" name="Rectangle 113">
              <a:extLst>
                <a:ext uri="{FF2B5EF4-FFF2-40B4-BE49-F238E27FC236}">
                  <a16:creationId xmlns:a16="http://schemas.microsoft.com/office/drawing/2014/main" id="{BD9AE008-DFAC-1256-8D63-9B6D83B96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396" y="5779669"/>
              <a:ext cx="772216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ExtOp</a:t>
              </a:r>
              <a:endParaRPr lang="en-US" altLang="en-US" sz="14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4" name="Line 89">
              <a:extLst>
                <a:ext uri="{FF2B5EF4-FFF2-40B4-BE49-F238E27FC236}">
                  <a16:creationId xmlns:a16="http://schemas.microsoft.com/office/drawing/2014/main" id="{0C1A04F7-86B5-DE26-4B0D-4526CAE86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6072" y="4517888"/>
              <a:ext cx="0" cy="13838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5" name="Line 88">
              <a:extLst>
                <a:ext uri="{FF2B5EF4-FFF2-40B4-BE49-F238E27FC236}">
                  <a16:creationId xmlns:a16="http://schemas.microsoft.com/office/drawing/2014/main" id="{BD892D81-9EE6-9044-6C1B-B821A007A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8972" y="3861769"/>
              <a:ext cx="3055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6" name="Rectangle 18">
              <a:extLst>
                <a:ext uri="{FF2B5EF4-FFF2-40B4-BE49-F238E27FC236}">
                  <a16:creationId xmlns:a16="http://schemas.microsoft.com/office/drawing/2014/main" id="{537FE4A6-A413-BFAE-3FBA-A0E20BCB4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744" y="3634279"/>
              <a:ext cx="623224" cy="341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zh-CN" sz="1400" dirty="0">
                  <a:latin typeface="+mn-lt"/>
                  <a:ea typeface="SimHei" panose="02010609060101010101" pitchFamily="49" charset="-122"/>
                </a:rPr>
                <a:t>Zero</a:t>
              </a:r>
              <a:endParaRPr lang="en-US" altLang="en-US" sz="14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7" name="Line 19">
              <a:extLst>
                <a:ext uri="{FF2B5EF4-FFF2-40B4-BE49-F238E27FC236}">
                  <a16:creationId xmlns:a16="http://schemas.microsoft.com/office/drawing/2014/main" id="{A4A1FA04-445A-7FA3-1AFB-755675BCC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2677" y="4751717"/>
              <a:ext cx="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08" name="Rectangle 20">
              <a:extLst>
                <a:ext uri="{FF2B5EF4-FFF2-40B4-BE49-F238E27FC236}">
                  <a16:creationId xmlns:a16="http://schemas.microsoft.com/office/drawing/2014/main" id="{55A87914-4262-A3F5-D620-8F2E28092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748" y="4157311"/>
              <a:ext cx="907648" cy="582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zh-CN" sz="14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MemtoReg</a:t>
              </a:r>
              <a:endParaRPr lang="en-US" altLang="en-US" sz="14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grpSp>
          <p:nvGrpSpPr>
            <p:cNvPr id="109" name="Group 65">
              <a:extLst>
                <a:ext uri="{FF2B5EF4-FFF2-40B4-BE49-F238E27FC236}">
                  <a16:creationId xmlns:a16="http://schemas.microsoft.com/office/drawing/2014/main" id="{1F89E1D5-E8C6-253A-73E5-89A81126EA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821" y="2099231"/>
              <a:ext cx="2135188" cy="684214"/>
              <a:chOff x="1408" y="1728"/>
              <a:chExt cx="1345" cy="431"/>
            </a:xfrm>
          </p:grpSpPr>
          <p:sp>
            <p:nvSpPr>
              <p:cNvPr id="110" name="Rectangle 67">
                <a:extLst>
                  <a:ext uri="{FF2B5EF4-FFF2-40B4-BE49-F238E27FC236}">
                    <a16:creationId xmlns:a16="http://schemas.microsoft.com/office/drawing/2014/main" id="{E0276747-0280-C802-93E3-865D2D0BC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1728"/>
                <a:ext cx="259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400" dirty="0">
                    <a:latin typeface="+mn-lt"/>
                    <a:ea typeface="SimHei" panose="02010609060101010101" pitchFamily="49" charset="-122"/>
                  </a:rPr>
                  <a:t>Rt</a:t>
                </a:r>
              </a:p>
            </p:txBody>
          </p:sp>
          <p:grpSp>
            <p:nvGrpSpPr>
              <p:cNvPr id="111" name="Group 68">
                <a:extLst>
                  <a:ext uri="{FF2B5EF4-FFF2-40B4-BE49-F238E27FC236}">
                    <a16:creationId xmlns:a16="http://schemas.microsoft.com/office/drawing/2014/main" id="{CACF392C-0053-01F8-5ADE-839112CDBA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08" y="1944"/>
                <a:ext cx="736" cy="197"/>
                <a:chOff x="1408" y="1944"/>
                <a:chExt cx="736" cy="197"/>
              </a:xfrm>
            </p:grpSpPr>
            <p:sp>
              <p:nvSpPr>
                <p:cNvPr id="118" name="Line 69">
                  <a:extLst>
                    <a:ext uri="{FF2B5EF4-FFF2-40B4-BE49-F238E27FC236}">
                      <a16:creationId xmlns:a16="http://schemas.microsoft.com/office/drawing/2014/main" id="{86124328-00FF-4FBE-72CD-622BE16F42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08" y="1944"/>
                  <a:ext cx="7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19" name="Line 70">
                  <a:extLst>
                    <a:ext uri="{FF2B5EF4-FFF2-40B4-BE49-F238E27FC236}">
                      <a16:creationId xmlns:a16="http://schemas.microsoft.com/office/drawing/2014/main" id="{23295FD4-4837-D0D3-7568-48B43F205F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44" y="1944"/>
                  <a:ext cx="97" cy="19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20" name="Line 71">
                  <a:extLst>
                    <a:ext uri="{FF2B5EF4-FFF2-40B4-BE49-F238E27FC236}">
                      <a16:creationId xmlns:a16="http://schemas.microsoft.com/office/drawing/2014/main" id="{71A01CA5-FC99-068A-207C-89C045C890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08" y="1944"/>
                  <a:ext cx="98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  <p:sp>
              <p:nvSpPr>
                <p:cNvPr id="121" name="Line 72">
                  <a:extLst>
                    <a:ext uri="{FF2B5EF4-FFF2-40B4-BE49-F238E27FC236}">
                      <a16:creationId xmlns:a16="http://schemas.microsoft.com/office/drawing/2014/main" id="{DC74F322-22E6-4341-9A90-2068E899B3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04" y="2136"/>
                  <a:ext cx="54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+mn-lt"/>
                    <a:ea typeface="SimHei" panose="02010609060101010101" pitchFamily="49" charset="-122"/>
                  </a:endParaRPr>
                </a:p>
              </p:txBody>
            </p:sp>
          </p:grpSp>
          <p:sp>
            <p:nvSpPr>
              <p:cNvPr id="112" name="Line 73">
                <a:extLst>
                  <a:ext uri="{FF2B5EF4-FFF2-40B4-BE49-F238E27FC236}">
                    <a16:creationId xmlns:a16="http://schemas.microsoft.com/office/drawing/2014/main" id="{D40D7686-409F-85ED-E464-707E59E0E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8" y="181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3" name="Line 74">
                <a:extLst>
                  <a:ext uri="{FF2B5EF4-FFF2-40B4-BE49-F238E27FC236}">
                    <a16:creationId xmlns:a16="http://schemas.microsoft.com/office/drawing/2014/main" id="{E53522B3-BAD7-4D3D-E5CB-6BB50A6FEE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9" y="181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4" name="Rectangle 75">
                <a:extLst>
                  <a:ext uri="{FF2B5EF4-FFF2-40B4-BE49-F238E27FC236}">
                    <a16:creationId xmlns:a16="http://schemas.microsoft.com/office/drawing/2014/main" id="{3310E1BA-9D24-F369-AA71-BE3CF6AB8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1728"/>
                <a:ext cx="294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400" dirty="0">
                    <a:latin typeface="+mn-lt"/>
                    <a:ea typeface="SimHei" panose="02010609060101010101" pitchFamily="49" charset="-122"/>
                  </a:rPr>
                  <a:t>Rd</a:t>
                </a:r>
              </a:p>
            </p:txBody>
          </p:sp>
          <p:sp>
            <p:nvSpPr>
              <p:cNvPr id="115" name="Line 76">
                <a:extLst>
                  <a:ext uri="{FF2B5EF4-FFF2-40B4-BE49-F238E27FC236}">
                    <a16:creationId xmlns:a16="http://schemas.microsoft.com/office/drawing/2014/main" id="{33709F5B-D017-8AFB-1FE4-38098C275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1" y="2070"/>
                <a:ext cx="1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6" name="Rectangle 77">
                <a:extLst>
                  <a:ext uri="{FF2B5EF4-FFF2-40B4-BE49-F238E27FC236}">
                    <a16:creationId xmlns:a16="http://schemas.microsoft.com/office/drawing/2014/main" id="{B1F2FDFE-61EE-036C-3FB5-97B0D507F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6" y="1935"/>
                <a:ext cx="557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400" dirty="0" err="1">
                    <a:solidFill>
                      <a:srgbClr val="00B050"/>
                    </a:solidFill>
                    <a:latin typeface="+mn-lt"/>
                    <a:ea typeface="SimHei" panose="02010609060101010101" pitchFamily="49" charset="-122"/>
                  </a:rPr>
                  <a:t>RegDst</a:t>
                </a:r>
                <a:endParaRPr lang="en-US" altLang="en-US" sz="1400" dirty="0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117" name="Rectangle 78">
                <a:extLst>
                  <a:ext uri="{FF2B5EF4-FFF2-40B4-BE49-F238E27FC236}">
                    <a16:creationId xmlns:a16="http://schemas.microsoft.com/office/drawing/2014/main" id="{9150ADAD-2E4A-A7D7-6DD7-722E1F6E9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9" y="1944"/>
                <a:ext cx="372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400" dirty="0">
                    <a:latin typeface="+mn-lt"/>
                    <a:ea typeface="SimHei" panose="02010609060101010101" pitchFamily="49" charset="-122"/>
                  </a:rPr>
                  <a:t>Mux</a:t>
                </a:r>
              </a:p>
            </p:txBody>
          </p:sp>
        </p:grpSp>
      </p:grpSp>
      <p:graphicFrame>
        <p:nvGraphicFramePr>
          <p:cNvPr id="123" name="Table 1">
            <a:extLst>
              <a:ext uri="{FF2B5EF4-FFF2-40B4-BE49-F238E27FC236}">
                <a16:creationId xmlns:a16="http://schemas.microsoft.com/office/drawing/2014/main" id="{1C74DA3F-97E5-2C4E-83C0-B0D1D0A79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006630"/>
              </p:ext>
            </p:extLst>
          </p:nvPr>
        </p:nvGraphicFramePr>
        <p:xfrm>
          <a:off x="4926761" y="1800163"/>
          <a:ext cx="4073722" cy="6278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6991">
                  <a:extLst>
                    <a:ext uri="{9D8B030D-6E8A-4147-A177-3AD203B41FA5}">
                      <a16:colId xmlns:a16="http://schemas.microsoft.com/office/drawing/2014/main" val="4287988603"/>
                    </a:ext>
                  </a:extLst>
                </a:gridCol>
                <a:gridCol w="611549">
                  <a:extLst>
                    <a:ext uri="{9D8B030D-6E8A-4147-A177-3AD203B41FA5}">
                      <a16:colId xmlns:a16="http://schemas.microsoft.com/office/drawing/2014/main" val="3568857005"/>
                    </a:ext>
                  </a:extLst>
                </a:gridCol>
                <a:gridCol w="660063">
                  <a:extLst>
                    <a:ext uri="{9D8B030D-6E8A-4147-A177-3AD203B41FA5}">
                      <a16:colId xmlns:a16="http://schemas.microsoft.com/office/drawing/2014/main" val="1110715094"/>
                    </a:ext>
                  </a:extLst>
                </a:gridCol>
                <a:gridCol w="423894">
                  <a:extLst>
                    <a:ext uri="{9D8B030D-6E8A-4147-A177-3AD203B41FA5}">
                      <a16:colId xmlns:a16="http://schemas.microsoft.com/office/drawing/2014/main" val="3662930703"/>
                    </a:ext>
                  </a:extLst>
                </a:gridCol>
                <a:gridCol w="454779">
                  <a:extLst>
                    <a:ext uri="{9D8B030D-6E8A-4147-A177-3AD203B41FA5}">
                      <a16:colId xmlns:a16="http://schemas.microsoft.com/office/drawing/2014/main" val="1398659802"/>
                    </a:ext>
                  </a:extLst>
                </a:gridCol>
                <a:gridCol w="489674">
                  <a:extLst>
                    <a:ext uri="{9D8B030D-6E8A-4147-A177-3AD203B41FA5}">
                      <a16:colId xmlns:a16="http://schemas.microsoft.com/office/drawing/2014/main" val="1565540636"/>
                    </a:ext>
                  </a:extLst>
                </a:gridCol>
                <a:gridCol w="516772">
                  <a:extLst>
                    <a:ext uri="{9D8B030D-6E8A-4147-A177-3AD203B41FA5}">
                      <a16:colId xmlns:a16="http://schemas.microsoft.com/office/drawing/2014/main" val="1630811516"/>
                    </a:ext>
                  </a:extLst>
                </a:gridCol>
              </a:tblGrid>
              <a:tr h="313916">
                <a:tc>
                  <a:txBody>
                    <a:bodyPr/>
                    <a:lstStyle/>
                    <a:p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605111"/>
                  </a:ext>
                </a:extLst>
              </a:tr>
              <a:tr h="313916">
                <a:tc>
                  <a:txBody>
                    <a:bodyPr/>
                    <a:lstStyle/>
                    <a:p>
                      <a:r>
                        <a:rPr lang="en-US" altLang="zh-CN" sz="1400" b="0" i="0" dirty="0" err="1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ALUConf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ea typeface="SimHei" panose="02010609060101010101" pitchFamily="49" charset="-122"/>
                        </a:rPr>
                        <a:t>?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441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72638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52" name="Rectangle 125"/>
          <p:cNvSpPr>
            <a:spLocks noGrp="1" noChangeArrowheads="1"/>
          </p:cNvSpPr>
          <p:nvPr>
            <p:ph idx="1"/>
          </p:nvPr>
        </p:nvSpPr>
        <p:spPr>
          <a:xfrm>
            <a:off x="457200" y="1369095"/>
            <a:ext cx="8153400" cy="420628"/>
          </a:xfrm>
          <a:noFill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tabLst>
                <a:tab pos="1600200" algn="l"/>
              </a:tabLst>
            </a:pPr>
            <a:r>
              <a:rPr lang="en-US" altLang="en-US" sz="2400" dirty="0" err="1">
                <a:solidFill>
                  <a:srgbClr val="00B050"/>
                </a:solidFill>
              </a:rPr>
              <a:t>ALUConf</a:t>
            </a:r>
            <a:r>
              <a:rPr lang="en-US" altLang="en-US" sz="2400" dirty="0">
                <a:solidFill>
                  <a:srgbClr val="00B050"/>
                </a:solidFill>
              </a:rPr>
              <a:t>:</a:t>
            </a:r>
            <a:r>
              <a:rPr lang="en-US" altLang="en-US" sz="2400" dirty="0">
                <a:solidFill>
                  <a:srgbClr val="FF0000"/>
                </a:solidFill>
              </a:rPr>
              <a:t>	</a:t>
            </a:r>
            <a:r>
              <a:rPr lang="en-US" altLang="en-US" sz="2400" dirty="0"/>
              <a:t> </a:t>
            </a:r>
            <a:r>
              <a:rPr lang="en-US" altLang="en-US" sz="2400" dirty="0">
                <a:latin typeface="Arial" charset="0"/>
              </a:rPr>
              <a:t>0 </a:t>
            </a:r>
            <a:r>
              <a:rPr lang="en-US" altLang="en-US" sz="24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lang="en-US" altLang="en-US" sz="2400" dirty="0">
                <a:latin typeface="Arial" charset="0"/>
              </a:rPr>
              <a:t> “</a:t>
            </a:r>
            <a:r>
              <a:rPr lang="en-US" altLang="en-US" sz="2400" dirty="0"/>
              <a:t>add</a:t>
            </a:r>
            <a:r>
              <a:rPr lang="en-US" altLang="en-US" sz="2400" dirty="0">
                <a:latin typeface="Arial" charset="0"/>
              </a:rPr>
              <a:t>”</a:t>
            </a:r>
            <a:r>
              <a:rPr lang="en-US" altLang="en-US" sz="2400" dirty="0"/>
              <a:t>, </a:t>
            </a:r>
            <a:r>
              <a:rPr lang="en-US" altLang="en-US" sz="2400" dirty="0">
                <a:latin typeface="Arial" charset="0"/>
              </a:rPr>
              <a:t>1 </a:t>
            </a:r>
            <a:r>
              <a:rPr lang="en-US" altLang="en-US" sz="24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lang="en-US" altLang="en-US" sz="2400" dirty="0"/>
              <a:t> </a:t>
            </a:r>
            <a:r>
              <a:rPr lang="en-US" altLang="en-US" sz="2400" dirty="0">
                <a:latin typeface="Arial" charset="0"/>
              </a:rPr>
              <a:t>“</a:t>
            </a:r>
            <a:r>
              <a:rPr lang="en-US" altLang="en-US" sz="2400" dirty="0"/>
              <a:t>sub</a:t>
            </a:r>
            <a:r>
              <a:rPr lang="en-US" altLang="en-US" sz="2400" dirty="0">
                <a:latin typeface="Arial" charset="0"/>
              </a:rPr>
              <a:t>”</a:t>
            </a:r>
            <a:r>
              <a:rPr lang="en-US" altLang="en-US" sz="2400" dirty="0"/>
              <a:t>, </a:t>
            </a:r>
            <a:r>
              <a:rPr lang="en-US" altLang="en-US" sz="2400" dirty="0">
                <a:latin typeface="Arial" charset="0"/>
              </a:rPr>
              <a:t>2 </a:t>
            </a:r>
            <a:r>
              <a:rPr lang="en-US" altLang="en-US" sz="2400" dirty="0">
                <a:latin typeface="Arial" panose="020B0604020202020204" pitchFamily="34" charset="0"/>
                <a:sym typeface="Symbol" pitchFamily="18" charset="2"/>
              </a:rPr>
              <a:t></a:t>
            </a:r>
            <a:r>
              <a:rPr lang="en-US" altLang="en-US" sz="2400" dirty="0">
                <a:latin typeface="Arial" charset="0"/>
              </a:rPr>
              <a:t> “</a:t>
            </a:r>
            <a:r>
              <a:rPr lang="en-US" altLang="en-US" sz="2400" dirty="0"/>
              <a:t>or</a:t>
            </a:r>
            <a:r>
              <a:rPr lang="en-US" altLang="en-US" sz="2400" dirty="0">
                <a:latin typeface="Arial" charset="0"/>
              </a:rPr>
              <a:t>”</a:t>
            </a:r>
            <a:endParaRPr lang="en-US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35812F6-B4CF-4739-8DBE-09842E76A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94</a:t>
            </a:fld>
            <a:endParaRPr lang="en-US" altLang="zh-CN" dirty="0"/>
          </a:p>
        </p:txBody>
      </p:sp>
      <p:sp>
        <p:nvSpPr>
          <p:cNvPr id="131" name="Rectangle 4"/>
          <p:cNvSpPr>
            <a:spLocks noChangeArrowheads="1"/>
          </p:cNvSpPr>
          <p:nvPr/>
        </p:nvSpPr>
        <p:spPr bwMode="auto">
          <a:xfrm>
            <a:off x="762000" y="6403056"/>
            <a:ext cx="2514600" cy="2746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258" name="Table 3">
            <a:extLst>
              <a:ext uri="{FF2B5EF4-FFF2-40B4-BE49-F238E27FC236}">
                <a16:creationId xmlns:a16="http://schemas.microsoft.com/office/drawing/2014/main" id="{A79623E1-ED2F-4AF2-A49F-9A842D137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282795"/>
              </p:ext>
            </p:extLst>
          </p:nvPr>
        </p:nvGraphicFramePr>
        <p:xfrm>
          <a:off x="5022520" y="2172550"/>
          <a:ext cx="4007723" cy="24278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122">
                  <a:extLst>
                    <a:ext uri="{9D8B030D-6E8A-4147-A177-3AD203B41FA5}">
                      <a16:colId xmlns:a16="http://schemas.microsoft.com/office/drawing/2014/main" val="1061249956"/>
                    </a:ext>
                  </a:extLst>
                </a:gridCol>
                <a:gridCol w="466124">
                  <a:extLst>
                    <a:ext uri="{9D8B030D-6E8A-4147-A177-3AD203B41FA5}">
                      <a16:colId xmlns:a16="http://schemas.microsoft.com/office/drawing/2014/main" val="3720006457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092764089"/>
                    </a:ext>
                  </a:extLst>
                </a:gridCol>
                <a:gridCol w="412081">
                  <a:extLst>
                    <a:ext uri="{9D8B030D-6E8A-4147-A177-3AD203B41FA5}">
                      <a16:colId xmlns:a16="http://schemas.microsoft.com/office/drawing/2014/main" val="3137434304"/>
                    </a:ext>
                  </a:extLst>
                </a:gridCol>
                <a:gridCol w="558488">
                  <a:extLst>
                    <a:ext uri="{9D8B030D-6E8A-4147-A177-3AD203B41FA5}">
                      <a16:colId xmlns:a16="http://schemas.microsoft.com/office/drawing/2014/main" val="1154784256"/>
                    </a:ext>
                  </a:extLst>
                </a:gridCol>
                <a:gridCol w="404210">
                  <a:extLst>
                    <a:ext uri="{9D8B030D-6E8A-4147-A177-3AD203B41FA5}">
                      <a16:colId xmlns:a16="http://schemas.microsoft.com/office/drawing/2014/main" val="2084845388"/>
                    </a:ext>
                  </a:extLst>
                </a:gridCol>
                <a:gridCol w="556093">
                  <a:extLst>
                    <a:ext uri="{9D8B030D-6E8A-4147-A177-3AD203B41FA5}">
                      <a16:colId xmlns:a16="http://schemas.microsoft.com/office/drawing/2014/main" val="2814040972"/>
                    </a:ext>
                  </a:extLst>
                </a:gridCol>
              </a:tblGrid>
              <a:tr h="338325">
                <a:tc>
                  <a:txBody>
                    <a:bodyPr/>
                    <a:lstStyle/>
                    <a:p>
                      <a:pPr algn="ctr"/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Addu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SubU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Ori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LW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SW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Beq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446751"/>
                  </a:ext>
                </a:extLst>
              </a:tr>
              <a:tr h="26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PCSrc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ea typeface="SimHei" panose="02010609060101010101" pitchFamily="49" charset="-122"/>
                        </a:rPr>
                        <a:t>Zero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043631"/>
                  </a:ext>
                </a:extLst>
              </a:tr>
              <a:tr h="26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ALUsrc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9505304"/>
                  </a:ext>
                </a:extLst>
              </a:tr>
              <a:tr h="26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ExtOp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8021078"/>
                  </a:ext>
                </a:extLst>
              </a:tr>
              <a:tr h="26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RegWr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7904037"/>
                  </a:ext>
                </a:extLst>
              </a:tr>
              <a:tr h="26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RegDst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54679844"/>
                  </a:ext>
                </a:extLst>
              </a:tr>
              <a:tr h="26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MemWr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62433183"/>
                  </a:ext>
                </a:extLst>
              </a:tr>
              <a:tr h="3142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MemtoReg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ea typeface="SimHei" panose="02010609060101010101" pitchFamily="49" charset="-122"/>
                        </a:rPr>
                        <a:t>X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22906700"/>
                  </a:ext>
                </a:extLst>
              </a:tr>
              <a:tr h="180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ALUConf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2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0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rgbClr val="00B0F0"/>
                          </a:solidFill>
                          <a:ea typeface="SimHei" panose="02010609060101010101" pitchFamily="49" charset="-122"/>
                        </a:rPr>
                        <a:t>1</a:t>
                      </a:r>
                      <a:endParaRPr lang="zh-CN" altLang="en-US" sz="1400" b="0" i="0" dirty="0">
                        <a:solidFill>
                          <a:srgbClr val="00B0F0"/>
                        </a:solidFill>
                        <a:ea typeface="SimHei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7523783"/>
                  </a:ext>
                </a:extLst>
              </a:tr>
            </a:tbl>
          </a:graphicData>
        </a:graphic>
      </p:graphicFrame>
      <p:sp>
        <p:nvSpPr>
          <p:cNvPr id="260" name="Oval 90">
            <a:extLst>
              <a:ext uri="{FF2B5EF4-FFF2-40B4-BE49-F238E27FC236}">
                <a16:creationId xmlns:a16="http://schemas.microsoft.com/office/drawing/2014/main" id="{0BD19B54-AA22-4D4A-8176-4031B868F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1245" y="2721223"/>
            <a:ext cx="1069259" cy="642490"/>
          </a:xfrm>
          <a:prstGeom prst="ellipse">
            <a:avLst/>
          </a:prstGeom>
          <a:noFill/>
          <a:ln w="508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1" name="Line 15">
            <a:extLst>
              <a:ext uri="{FF2B5EF4-FFF2-40B4-BE49-F238E27FC236}">
                <a16:creationId xmlns:a16="http://schemas.microsoft.com/office/drawing/2014/main" id="{2D29950B-FCCA-4236-BA8C-ED3C5FDD11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1745" y="3893023"/>
            <a:ext cx="100876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2" name="Line 16">
            <a:extLst>
              <a:ext uri="{FF2B5EF4-FFF2-40B4-BE49-F238E27FC236}">
                <a16:creationId xmlns:a16="http://schemas.microsoft.com/office/drawing/2014/main" id="{93E83A3A-54A5-4FAC-8D24-8A8A92417E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0273" y="381646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3" name="Rectangle 17">
            <a:extLst>
              <a:ext uri="{FF2B5EF4-FFF2-40B4-BE49-F238E27FC236}">
                <a16:creationId xmlns:a16="http://schemas.microsoft.com/office/drawing/2014/main" id="{F71FE772-5E5F-4B50-910F-1B5F0FA28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03" y="389302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4" name="Line 19">
            <a:extLst>
              <a:ext uri="{FF2B5EF4-FFF2-40B4-BE49-F238E27FC236}">
                <a16:creationId xmlns:a16="http://schemas.microsoft.com/office/drawing/2014/main" id="{6FCB13B3-8493-4407-8700-53B1EACEB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390" y="301831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5" name="Rectangle 20">
            <a:extLst>
              <a:ext uri="{FF2B5EF4-FFF2-40B4-BE49-F238E27FC236}">
                <a16:creationId xmlns:a16="http://schemas.microsoft.com/office/drawing/2014/main" id="{52ECE6EC-CB11-4F62-8225-033864AB3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840" y="2923471"/>
            <a:ext cx="111600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Conf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6" name="Rectangle 21">
            <a:extLst>
              <a:ext uri="{FF2B5EF4-FFF2-40B4-BE49-F238E27FC236}">
                <a16:creationId xmlns:a16="http://schemas.microsoft.com/office/drawing/2014/main" id="{EA6D46DE-6005-4965-8B79-D34ABF65C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31" y="430789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7" name="Rectangle 22">
            <a:extLst>
              <a:ext uri="{FF2B5EF4-FFF2-40B4-BE49-F238E27FC236}">
                <a16:creationId xmlns:a16="http://schemas.microsoft.com/office/drawing/2014/main" id="{D2DE1FC9-C85C-4ACA-9F2C-2788BB890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66356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8" name="Rectangle 23">
            <a:extLst>
              <a:ext uri="{FF2B5EF4-FFF2-40B4-BE49-F238E27FC236}">
                <a16:creationId xmlns:a16="http://schemas.microsoft.com/office/drawing/2014/main" id="{0B819EA5-61DC-41EA-879F-2E431D31B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440" y="329612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69" name="Line 24">
            <a:extLst>
              <a:ext uri="{FF2B5EF4-FFF2-40B4-BE49-F238E27FC236}">
                <a16:creationId xmlns:a16="http://schemas.microsoft.com/office/drawing/2014/main" id="{AFD0AD7E-DC48-4C38-8F2F-C88B4D6DB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649" y="426217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0" name="Line 25">
            <a:extLst>
              <a:ext uri="{FF2B5EF4-FFF2-40B4-BE49-F238E27FC236}">
                <a16:creationId xmlns:a16="http://schemas.microsoft.com/office/drawing/2014/main" id="{C646100E-B7CB-43B8-8706-041A844D35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7790" y="437413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1" name="Rectangle 27">
            <a:extLst>
              <a:ext uri="{FF2B5EF4-FFF2-40B4-BE49-F238E27FC236}">
                <a16:creationId xmlns:a16="http://schemas.microsoft.com/office/drawing/2014/main" id="{65415798-F63A-4D7A-8CC3-699767F72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990" y="2748436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RegWr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2" name="Line 28">
            <a:extLst>
              <a:ext uri="{FF2B5EF4-FFF2-40B4-BE49-F238E27FC236}">
                <a16:creationId xmlns:a16="http://schemas.microsoft.com/office/drawing/2014/main" id="{448D2907-7971-422D-B58B-FC864FAD21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222" y="3816823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3" name="Line 29">
            <a:extLst>
              <a:ext uri="{FF2B5EF4-FFF2-40B4-BE49-F238E27FC236}">
                <a16:creationId xmlns:a16="http://schemas.microsoft.com/office/drawing/2014/main" id="{2A70110A-BA8B-4619-9D54-87CB7A9B7C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421" y="373403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4" name="Rectangle 30">
            <a:extLst>
              <a:ext uri="{FF2B5EF4-FFF2-40B4-BE49-F238E27FC236}">
                <a16:creationId xmlns:a16="http://schemas.microsoft.com/office/drawing/2014/main" id="{EF814363-0E30-4372-A631-E4FB27D7A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585" y="377362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5" name="Line 31">
            <a:extLst>
              <a:ext uri="{FF2B5EF4-FFF2-40B4-BE49-F238E27FC236}">
                <a16:creationId xmlns:a16="http://schemas.microsoft.com/office/drawing/2014/main" id="{B2B41636-2E2E-490C-8D35-66AE73DA7F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365" y="3442233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6" name="Line 32">
            <a:extLst>
              <a:ext uri="{FF2B5EF4-FFF2-40B4-BE49-F238E27FC236}">
                <a16:creationId xmlns:a16="http://schemas.microsoft.com/office/drawing/2014/main" id="{43279AD5-3148-448F-AB3B-0FDAA71DF5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98365" y="336597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7" name="Rectangle 33">
            <a:extLst>
              <a:ext uri="{FF2B5EF4-FFF2-40B4-BE49-F238E27FC236}">
                <a16:creationId xmlns:a16="http://schemas.microsoft.com/office/drawing/2014/main" id="{DBB1A0E0-480E-4DCB-859F-8BB514114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5628" y="351202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78" name="Rectangle 34">
            <a:extLst>
              <a:ext uri="{FF2B5EF4-FFF2-40B4-BE49-F238E27FC236}">
                <a16:creationId xmlns:a16="http://schemas.microsoft.com/office/drawing/2014/main" id="{257AABE3-161B-4276-925D-29DD6C49D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828" y="3131023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79" name="Line 35">
            <a:extLst>
              <a:ext uri="{FF2B5EF4-FFF2-40B4-BE49-F238E27FC236}">
                <a16:creationId xmlns:a16="http://schemas.microsoft.com/office/drawing/2014/main" id="{5B02EBB0-F7AA-49E2-909A-49652E35A1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0665" y="304212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0" name="Line 36">
            <a:extLst>
              <a:ext uri="{FF2B5EF4-FFF2-40B4-BE49-F238E27FC236}">
                <a16:creationId xmlns:a16="http://schemas.microsoft.com/office/drawing/2014/main" id="{0C9229AB-F80B-4699-BA84-36070CA25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365" y="4337583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1" name="Line 37">
            <a:extLst>
              <a:ext uri="{FF2B5EF4-FFF2-40B4-BE49-F238E27FC236}">
                <a16:creationId xmlns:a16="http://schemas.microsoft.com/office/drawing/2014/main" id="{E8B93C15-0E3E-4B9A-9573-63F61F3189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1165" y="428037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2" name="Rectangle 38">
            <a:extLst>
              <a:ext uri="{FF2B5EF4-FFF2-40B4-BE49-F238E27FC236}">
                <a16:creationId xmlns:a16="http://schemas.microsoft.com/office/drawing/2014/main" id="{84C31540-39A5-4B15-8605-CEF999E4F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828" y="431164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83" name="Rectangle 39">
            <a:extLst>
              <a:ext uri="{FF2B5EF4-FFF2-40B4-BE49-F238E27FC236}">
                <a16:creationId xmlns:a16="http://schemas.microsoft.com/office/drawing/2014/main" id="{5EA64D9E-E430-40DE-936D-64E920736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820" y="3998635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4" name="Line 40">
            <a:extLst>
              <a:ext uri="{FF2B5EF4-FFF2-40B4-BE49-F238E27FC236}">
                <a16:creationId xmlns:a16="http://schemas.microsoft.com/office/drawing/2014/main" id="{945AEE96-386A-4925-864D-95D4A11E81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2217" y="437413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5" name="Line 41">
            <a:extLst>
              <a:ext uri="{FF2B5EF4-FFF2-40B4-BE49-F238E27FC236}">
                <a16:creationId xmlns:a16="http://schemas.microsoft.com/office/drawing/2014/main" id="{94477FAE-3694-48B5-95CB-968428D2C4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5465" y="2558817"/>
            <a:ext cx="0" cy="7452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6" name="Line 42">
            <a:extLst>
              <a:ext uri="{FF2B5EF4-FFF2-40B4-BE49-F238E27FC236}">
                <a16:creationId xmlns:a16="http://schemas.microsoft.com/office/drawing/2014/main" id="{74185165-61AE-4F1F-B7B7-9E2DF2184C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5615" y="297227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7" name="Rectangle 43">
            <a:extLst>
              <a:ext uri="{FF2B5EF4-FFF2-40B4-BE49-F238E27FC236}">
                <a16:creationId xmlns:a16="http://schemas.microsoft.com/office/drawing/2014/main" id="{0BEDC1A6-7185-4757-A761-66B17ECDB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578" y="282622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88" name="Line 44">
            <a:extLst>
              <a:ext uri="{FF2B5EF4-FFF2-40B4-BE49-F238E27FC236}">
                <a16:creationId xmlns:a16="http://schemas.microsoft.com/office/drawing/2014/main" id="{950C38ED-BA66-424A-954D-8402DF8DD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6465" y="287226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89" name="Line 45">
            <a:extLst>
              <a:ext uri="{FF2B5EF4-FFF2-40B4-BE49-F238E27FC236}">
                <a16:creationId xmlns:a16="http://schemas.microsoft.com/office/drawing/2014/main" id="{83028672-8995-4B19-98E9-BB97643262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96615" y="297227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0" name="Rectangle 46">
            <a:extLst>
              <a:ext uri="{FF2B5EF4-FFF2-40B4-BE49-F238E27FC236}">
                <a16:creationId xmlns:a16="http://schemas.microsoft.com/office/drawing/2014/main" id="{BEACF8EC-5CF3-49A7-9ECF-AE6D5FE0C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578" y="282622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91" name="Line 47">
            <a:extLst>
              <a:ext uri="{FF2B5EF4-FFF2-40B4-BE49-F238E27FC236}">
                <a16:creationId xmlns:a16="http://schemas.microsoft.com/office/drawing/2014/main" id="{7F1B0B90-BB28-4097-A7A2-A80DFB2493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3665" y="287226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2" name="Line 48">
            <a:extLst>
              <a:ext uri="{FF2B5EF4-FFF2-40B4-BE49-F238E27FC236}">
                <a16:creationId xmlns:a16="http://schemas.microsoft.com/office/drawing/2014/main" id="{FFE653C5-EC4D-477E-A8EC-8428B3E2FA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3815" y="297227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3" name="Rectangle 49">
            <a:extLst>
              <a:ext uri="{FF2B5EF4-FFF2-40B4-BE49-F238E27FC236}">
                <a16:creationId xmlns:a16="http://schemas.microsoft.com/office/drawing/2014/main" id="{B8AD29B4-9D8D-4E74-B3BF-4A4B30F73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778" y="282622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94" name="Rectangle 50">
            <a:extLst>
              <a:ext uri="{FF2B5EF4-FFF2-40B4-BE49-F238E27FC236}">
                <a16:creationId xmlns:a16="http://schemas.microsoft.com/office/drawing/2014/main" id="{50508EC2-C3C9-4DA9-B826-28F348D31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578" y="3283423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5" name="Rectangle 51">
            <a:extLst>
              <a:ext uri="{FF2B5EF4-FFF2-40B4-BE49-F238E27FC236}">
                <a16:creationId xmlns:a16="http://schemas.microsoft.com/office/drawing/2014/main" id="{D26C1290-4D1E-4BF0-B555-25B484ED1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9778" y="3283423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96" name="Rectangle 52">
            <a:extLst>
              <a:ext uri="{FF2B5EF4-FFF2-40B4-BE49-F238E27FC236}">
                <a16:creationId xmlns:a16="http://schemas.microsoft.com/office/drawing/2014/main" id="{89670035-9227-469C-9150-151E75184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778" y="3283423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97" name="Rectangle 53">
            <a:extLst>
              <a:ext uri="{FF2B5EF4-FFF2-40B4-BE49-F238E27FC236}">
                <a16:creationId xmlns:a16="http://schemas.microsoft.com/office/drawing/2014/main" id="{B9AF2170-3BED-459B-8870-8B9E4F46F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578" y="3588223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98" name="Line 54">
            <a:extLst>
              <a:ext uri="{FF2B5EF4-FFF2-40B4-BE49-F238E27FC236}">
                <a16:creationId xmlns:a16="http://schemas.microsoft.com/office/drawing/2014/main" id="{A1061838-91EC-4B53-96C6-93B4EE9833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221" y="6541169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299" name="Line 55">
            <a:extLst>
              <a:ext uri="{FF2B5EF4-FFF2-40B4-BE49-F238E27FC236}">
                <a16:creationId xmlns:a16="http://schemas.microsoft.com/office/drawing/2014/main" id="{40CC4308-980C-464C-83C7-C252037B86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222" y="3808468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0" name="Line 88">
            <a:extLst>
              <a:ext uri="{FF2B5EF4-FFF2-40B4-BE49-F238E27FC236}">
                <a16:creationId xmlns:a16="http://schemas.microsoft.com/office/drawing/2014/main" id="{FFFBCBD7-A95A-4AB3-B35A-C2C289CB02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8877" y="435022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01" name="Line 89">
            <a:extLst>
              <a:ext uri="{FF2B5EF4-FFF2-40B4-BE49-F238E27FC236}">
                <a16:creationId xmlns:a16="http://schemas.microsoft.com/office/drawing/2014/main" id="{3DD2D503-2388-4BB0-ABD2-69DA248FE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2697" y="5502604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02" name="组合 301">
            <a:extLst>
              <a:ext uri="{FF2B5EF4-FFF2-40B4-BE49-F238E27FC236}">
                <a16:creationId xmlns:a16="http://schemas.microsoft.com/office/drawing/2014/main" id="{FDC389F3-E887-4025-A69A-0DB262C99EF1}"/>
              </a:ext>
            </a:extLst>
          </p:cNvPr>
          <p:cNvGrpSpPr/>
          <p:nvPr/>
        </p:nvGrpSpPr>
        <p:grpSpPr>
          <a:xfrm>
            <a:off x="3375422" y="3296123"/>
            <a:ext cx="505337" cy="1193800"/>
            <a:chOff x="5799138" y="4889500"/>
            <a:chExt cx="505337" cy="1193800"/>
          </a:xfrm>
        </p:grpSpPr>
        <p:grpSp>
          <p:nvGrpSpPr>
            <p:cNvPr id="303" name="Group 4">
              <a:extLst>
                <a:ext uri="{FF2B5EF4-FFF2-40B4-BE49-F238E27FC236}">
                  <a16:creationId xmlns:a16="http://schemas.microsoft.com/office/drawing/2014/main" id="{7E556E06-814E-443B-9ADF-0DBA11C8B8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05" name="Line 5">
                <a:extLst>
                  <a:ext uri="{FF2B5EF4-FFF2-40B4-BE49-F238E27FC236}">
                    <a16:creationId xmlns:a16="http://schemas.microsoft.com/office/drawing/2014/main" id="{507477DE-D0FD-4837-9776-C884693DA3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6" name="Line 6">
                <a:extLst>
                  <a:ext uri="{FF2B5EF4-FFF2-40B4-BE49-F238E27FC236}">
                    <a16:creationId xmlns:a16="http://schemas.microsoft.com/office/drawing/2014/main" id="{D8B09C1F-0087-46D9-9B22-A0B5C6944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7" name="Line 7">
                <a:extLst>
                  <a:ext uri="{FF2B5EF4-FFF2-40B4-BE49-F238E27FC236}">
                    <a16:creationId xmlns:a16="http://schemas.microsoft.com/office/drawing/2014/main" id="{6934A5AB-A622-4575-BD08-42A26A194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8" name="Line 8">
                <a:extLst>
                  <a:ext uri="{FF2B5EF4-FFF2-40B4-BE49-F238E27FC236}">
                    <a16:creationId xmlns:a16="http://schemas.microsoft.com/office/drawing/2014/main" id="{EEA78BB8-21F9-462D-B876-D7C05F86E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09" name="Line 9">
                <a:extLst>
                  <a:ext uri="{FF2B5EF4-FFF2-40B4-BE49-F238E27FC236}">
                    <a16:creationId xmlns:a16="http://schemas.microsoft.com/office/drawing/2014/main" id="{1C88BDE4-FC15-44B3-A35F-81C23073F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0" name="Line 10">
                <a:extLst>
                  <a:ext uri="{FF2B5EF4-FFF2-40B4-BE49-F238E27FC236}">
                    <a16:creationId xmlns:a16="http://schemas.microsoft.com/office/drawing/2014/main" id="{612CE101-2409-4CC9-821B-082CFE85C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1" name="Line 11">
                <a:extLst>
                  <a:ext uri="{FF2B5EF4-FFF2-40B4-BE49-F238E27FC236}">
                    <a16:creationId xmlns:a16="http://schemas.microsoft.com/office/drawing/2014/main" id="{C974EFF7-DC90-4229-A586-44DC2B212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12" name="Line 12">
                <a:extLst>
                  <a:ext uri="{FF2B5EF4-FFF2-40B4-BE49-F238E27FC236}">
                    <a16:creationId xmlns:a16="http://schemas.microsoft.com/office/drawing/2014/main" id="{9BE30E13-2AC3-4FAC-B7BB-94267D991F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04" name="Rectangle 58">
              <a:extLst>
                <a:ext uri="{FF2B5EF4-FFF2-40B4-BE49-F238E27FC236}">
                  <a16:creationId xmlns:a16="http://schemas.microsoft.com/office/drawing/2014/main" id="{44708D8B-18A6-4653-A1BB-FD081469D4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313" name="Rectangle 62">
            <a:extLst>
              <a:ext uri="{FF2B5EF4-FFF2-40B4-BE49-F238E27FC236}">
                <a16:creationId xmlns:a16="http://schemas.microsoft.com/office/drawing/2014/main" id="{5E93546B-B8A5-4844-9CA8-1F54FD847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8708" y="467989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4" name="Rectangle 63">
            <a:extLst>
              <a:ext uri="{FF2B5EF4-FFF2-40B4-BE49-F238E27FC236}">
                <a16:creationId xmlns:a16="http://schemas.microsoft.com/office/drawing/2014/main" id="{D9B6FCE8-CE29-4C32-A20A-96DD8F6C926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05847" y="4912745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5" name="Rectangle 64">
            <a:extLst>
              <a:ext uri="{FF2B5EF4-FFF2-40B4-BE49-F238E27FC236}">
                <a16:creationId xmlns:a16="http://schemas.microsoft.com/office/drawing/2014/main" id="{ED25BA86-F0AD-4D40-8DB9-92353E064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27709" y="450289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16" name="Line 79">
            <a:extLst>
              <a:ext uri="{FF2B5EF4-FFF2-40B4-BE49-F238E27FC236}">
                <a16:creationId xmlns:a16="http://schemas.microsoft.com/office/drawing/2014/main" id="{9FB1C0D6-BC86-4695-B586-692BFC999D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4308" y="5048196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7" name="Line 82">
            <a:extLst>
              <a:ext uri="{FF2B5EF4-FFF2-40B4-BE49-F238E27FC236}">
                <a16:creationId xmlns:a16="http://schemas.microsoft.com/office/drawing/2014/main" id="{816A9B04-AC7D-42DC-96F4-15AFB5432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1179" y="5046609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8" name="Line 83">
            <a:extLst>
              <a:ext uri="{FF2B5EF4-FFF2-40B4-BE49-F238E27FC236}">
                <a16:creationId xmlns:a16="http://schemas.microsoft.com/office/drawing/2014/main" id="{057DAF48-0262-4C9B-9FCD-1C37A1FBD7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3556" y="497665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19" name="Rectangle 84">
            <a:extLst>
              <a:ext uri="{FF2B5EF4-FFF2-40B4-BE49-F238E27FC236}">
                <a16:creationId xmlns:a16="http://schemas.microsoft.com/office/drawing/2014/main" id="{8ED89EC3-1FD3-4DE0-8ADF-12AC71938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378" y="512439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320" name="Rectangle 85">
            <a:extLst>
              <a:ext uri="{FF2B5EF4-FFF2-40B4-BE49-F238E27FC236}">
                <a16:creationId xmlns:a16="http://schemas.microsoft.com/office/drawing/2014/main" id="{0D9363F6-58A1-494C-B3A2-5B4EBC4F9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178" y="4971996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21" name="Line 86">
            <a:extLst>
              <a:ext uri="{FF2B5EF4-FFF2-40B4-BE49-F238E27FC236}">
                <a16:creationId xmlns:a16="http://schemas.microsoft.com/office/drawing/2014/main" id="{C8ABDA66-D893-44EC-8F16-BDAC61AD81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6517" y="300760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2" name="Rectangle 87">
            <a:extLst>
              <a:ext uri="{FF2B5EF4-FFF2-40B4-BE49-F238E27FC236}">
                <a16:creationId xmlns:a16="http://schemas.microsoft.com/office/drawing/2014/main" id="{1EE04F07-346C-4829-996E-2D06C8DC2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962" y="2696078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ALUSrc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23" name="Group 57">
            <a:extLst>
              <a:ext uri="{FF2B5EF4-FFF2-40B4-BE49-F238E27FC236}">
                <a16:creationId xmlns:a16="http://schemas.microsoft.com/office/drawing/2014/main" id="{29694E4B-3EAA-4005-872E-F484A70F05E6}"/>
              </a:ext>
            </a:extLst>
          </p:cNvPr>
          <p:cNvGrpSpPr>
            <a:grpSpLocks/>
          </p:cNvGrpSpPr>
          <p:nvPr/>
        </p:nvGrpSpPr>
        <p:grpSpPr bwMode="auto">
          <a:xfrm>
            <a:off x="2777727" y="4063411"/>
            <a:ext cx="311150" cy="1117600"/>
            <a:chOff x="3116" y="3032"/>
            <a:chExt cx="196" cy="704"/>
          </a:xfrm>
        </p:grpSpPr>
        <p:sp>
          <p:nvSpPr>
            <p:cNvPr id="324" name="Line 58">
              <a:extLst>
                <a:ext uri="{FF2B5EF4-FFF2-40B4-BE49-F238E27FC236}">
                  <a16:creationId xmlns:a16="http://schemas.microsoft.com/office/drawing/2014/main" id="{94F5872D-6D83-4E1E-BC25-487139525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5" name="Line 59">
              <a:extLst>
                <a:ext uri="{FF2B5EF4-FFF2-40B4-BE49-F238E27FC236}">
                  <a16:creationId xmlns:a16="http://schemas.microsoft.com/office/drawing/2014/main" id="{08BB8199-FE3E-4FBF-95CD-E6261CC7D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6" name="Line 60">
              <a:extLst>
                <a:ext uri="{FF2B5EF4-FFF2-40B4-BE49-F238E27FC236}">
                  <a16:creationId xmlns:a16="http://schemas.microsoft.com/office/drawing/2014/main" id="{F5A2D347-BAD6-4CAE-A970-C406281A69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27" name="Line 61">
              <a:extLst>
                <a:ext uri="{FF2B5EF4-FFF2-40B4-BE49-F238E27FC236}">
                  <a16:creationId xmlns:a16="http://schemas.microsoft.com/office/drawing/2014/main" id="{7C69C0D9-3C41-48DB-B995-4DD3C156D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28" name="Line 89">
            <a:extLst>
              <a:ext uri="{FF2B5EF4-FFF2-40B4-BE49-F238E27FC236}">
                <a16:creationId xmlns:a16="http://schemas.microsoft.com/office/drawing/2014/main" id="{5831B6D9-DDC7-4649-AC11-CE8F0EC77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0796" y="388667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29" name="Rectangle 114">
            <a:extLst>
              <a:ext uri="{FF2B5EF4-FFF2-40B4-BE49-F238E27FC236}">
                <a16:creationId xmlns:a16="http://schemas.microsoft.com/office/drawing/2014/main" id="{96B3198F-5A5E-49B9-A57F-6F7A4FD56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124" y="522926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0" name="Line 115">
            <a:extLst>
              <a:ext uri="{FF2B5EF4-FFF2-40B4-BE49-F238E27FC236}">
                <a16:creationId xmlns:a16="http://schemas.microsoft.com/office/drawing/2014/main" id="{51B3808A-E565-4277-963C-E5632BC4EF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9879" y="625035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1" name="Rectangle 116">
            <a:extLst>
              <a:ext uri="{FF2B5EF4-FFF2-40B4-BE49-F238E27FC236}">
                <a16:creationId xmlns:a16="http://schemas.microsoft.com/office/drawing/2014/main" id="{43141A3E-8359-47E4-9DF2-744102111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688" y="594436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2" name="Rectangle 117">
            <a:extLst>
              <a:ext uri="{FF2B5EF4-FFF2-40B4-BE49-F238E27FC236}">
                <a16:creationId xmlns:a16="http://schemas.microsoft.com/office/drawing/2014/main" id="{1FA91F5C-B95C-4D0E-A6C8-24DBFD26A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306" y="5403054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333" name="Line 118">
            <a:extLst>
              <a:ext uri="{FF2B5EF4-FFF2-40B4-BE49-F238E27FC236}">
                <a16:creationId xmlns:a16="http://schemas.microsoft.com/office/drawing/2014/main" id="{7CED79B5-3ED5-4391-852E-B14187C58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950" y="615636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4" name="Line 119">
            <a:extLst>
              <a:ext uri="{FF2B5EF4-FFF2-40B4-BE49-F238E27FC236}">
                <a16:creationId xmlns:a16="http://schemas.microsoft.com/office/drawing/2014/main" id="{B2412B5C-72AD-4DC5-9F84-EEAB94B041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7649" y="625035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5" name="Rectangle 121">
            <a:extLst>
              <a:ext uri="{FF2B5EF4-FFF2-40B4-BE49-F238E27FC236}">
                <a16:creationId xmlns:a16="http://schemas.microsoft.com/office/drawing/2014/main" id="{AEA31827-243F-417C-83E5-B30D04BF6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074" y="5213392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6" name="Line 122">
            <a:extLst>
              <a:ext uri="{FF2B5EF4-FFF2-40B4-BE49-F238E27FC236}">
                <a16:creationId xmlns:a16="http://schemas.microsoft.com/office/drawing/2014/main" id="{61225F42-216E-436E-91AA-E69943DCA4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6072" y="572297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7" name="Line 123">
            <a:extLst>
              <a:ext uri="{FF2B5EF4-FFF2-40B4-BE49-F238E27FC236}">
                <a16:creationId xmlns:a16="http://schemas.microsoft.com/office/drawing/2014/main" id="{C81017DC-B7DF-4DD2-9AFA-C05DFCA31A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61399" y="565789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38" name="Rectangle 124">
            <a:extLst>
              <a:ext uri="{FF2B5EF4-FFF2-40B4-BE49-F238E27FC236}">
                <a16:creationId xmlns:a16="http://schemas.microsoft.com/office/drawing/2014/main" id="{8624041E-B029-4CCA-B714-5CCFC2A22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493" y="566421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39" name="Line 125">
            <a:extLst>
              <a:ext uri="{FF2B5EF4-FFF2-40B4-BE49-F238E27FC236}">
                <a16:creationId xmlns:a16="http://schemas.microsoft.com/office/drawing/2014/main" id="{BFDD8034-E2AD-40BD-8855-DD7F3B046E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9749" y="498796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0" name="Rectangle 127">
            <a:extLst>
              <a:ext uri="{FF2B5EF4-FFF2-40B4-BE49-F238E27FC236}">
                <a16:creationId xmlns:a16="http://schemas.microsoft.com/office/drawing/2014/main" id="{55B88833-7199-4A90-9F4B-6158DCAB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0262" y="5214979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+mn-lt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1" name="Rectangle 128">
            <a:extLst>
              <a:ext uri="{FF2B5EF4-FFF2-40B4-BE49-F238E27FC236}">
                <a16:creationId xmlns:a16="http://schemas.microsoft.com/office/drawing/2014/main" id="{9B869B2B-0E5E-4860-B973-76CA2FD9A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3142" y="5546124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342" name="Line 130">
            <a:extLst>
              <a:ext uri="{FF2B5EF4-FFF2-40B4-BE49-F238E27FC236}">
                <a16:creationId xmlns:a16="http://schemas.microsoft.com/office/drawing/2014/main" id="{8CC773AA-3AA5-491C-B238-C990FD1B14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2099" y="572809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3" name="Rectangle 131">
            <a:extLst>
              <a:ext uri="{FF2B5EF4-FFF2-40B4-BE49-F238E27FC236}">
                <a16:creationId xmlns:a16="http://schemas.microsoft.com/office/drawing/2014/main" id="{681DEA59-ABF4-4BFA-8DE9-0BFC3078F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4350" y="547136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44" name="Rectangle 133">
            <a:extLst>
              <a:ext uri="{FF2B5EF4-FFF2-40B4-BE49-F238E27FC236}">
                <a16:creationId xmlns:a16="http://schemas.microsoft.com/office/drawing/2014/main" id="{7CCEA2D0-2984-4D97-8FDB-305C0D85E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924" y="4716736"/>
            <a:ext cx="8987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MemWr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5" name="Line 122">
            <a:extLst>
              <a:ext uri="{FF2B5EF4-FFF2-40B4-BE49-F238E27FC236}">
                <a16:creationId xmlns:a16="http://schemas.microsoft.com/office/drawing/2014/main" id="{85CB3EC1-21A8-4235-8F6C-5D7FFA3DDC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5248" y="578965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46" name="Rectangle 117">
            <a:extLst>
              <a:ext uri="{FF2B5EF4-FFF2-40B4-BE49-F238E27FC236}">
                <a16:creationId xmlns:a16="http://schemas.microsoft.com/office/drawing/2014/main" id="{634989BF-C248-4C84-A9D4-51BB70F08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821" y="549058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47" name="Group 57">
            <a:extLst>
              <a:ext uri="{FF2B5EF4-FFF2-40B4-BE49-F238E27FC236}">
                <a16:creationId xmlns:a16="http://schemas.microsoft.com/office/drawing/2014/main" id="{FA0B29D3-5475-4B45-9436-FA7FB2958104}"/>
              </a:ext>
            </a:extLst>
          </p:cNvPr>
          <p:cNvGrpSpPr>
            <a:grpSpLocks/>
          </p:cNvGrpSpPr>
          <p:nvPr/>
        </p:nvGrpSpPr>
        <p:grpSpPr bwMode="auto">
          <a:xfrm>
            <a:off x="4985530" y="4933896"/>
            <a:ext cx="311150" cy="1117600"/>
            <a:chOff x="3116" y="3032"/>
            <a:chExt cx="196" cy="704"/>
          </a:xfrm>
        </p:grpSpPr>
        <p:sp>
          <p:nvSpPr>
            <p:cNvPr id="348" name="Line 58">
              <a:extLst>
                <a:ext uri="{FF2B5EF4-FFF2-40B4-BE49-F238E27FC236}">
                  <a16:creationId xmlns:a16="http://schemas.microsoft.com/office/drawing/2014/main" id="{653B40B0-01B0-4B55-9604-F2ECCE939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49" name="Line 59">
              <a:extLst>
                <a:ext uri="{FF2B5EF4-FFF2-40B4-BE49-F238E27FC236}">
                  <a16:creationId xmlns:a16="http://schemas.microsoft.com/office/drawing/2014/main" id="{6A2058B2-1FEB-47AE-8293-767545941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0" name="Line 60">
              <a:extLst>
                <a:ext uri="{FF2B5EF4-FFF2-40B4-BE49-F238E27FC236}">
                  <a16:creationId xmlns:a16="http://schemas.microsoft.com/office/drawing/2014/main" id="{F3DE9602-43F4-4DDB-AF58-CA72BA0C5E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1" name="Line 61">
              <a:extLst>
                <a:ext uri="{FF2B5EF4-FFF2-40B4-BE49-F238E27FC236}">
                  <a16:creationId xmlns:a16="http://schemas.microsoft.com/office/drawing/2014/main" id="{7746CC1C-B6F9-4AD2-AEEB-DE7535AF3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52" name="Line 89">
            <a:extLst>
              <a:ext uri="{FF2B5EF4-FFF2-40B4-BE49-F238E27FC236}">
                <a16:creationId xmlns:a16="http://schemas.microsoft.com/office/drawing/2014/main" id="{49C5835C-3C74-4615-8789-5938C17BC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6680" y="5511746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3" name="Line 89">
            <a:extLst>
              <a:ext uri="{FF2B5EF4-FFF2-40B4-BE49-F238E27FC236}">
                <a16:creationId xmlns:a16="http://schemas.microsoft.com/office/drawing/2014/main" id="{DBE8B09B-5496-44E7-8F02-268687D25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0512" y="388667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4" name="Line 89">
            <a:extLst>
              <a:ext uri="{FF2B5EF4-FFF2-40B4-BE49-F238E27FC236}">
                <a16:creationId xmlns:a16="http://schemas.microsoft.com/office/drawing/2014/main" id="{7D5887E1-0D9E-412E-937A-3006DB0080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0512" y="5222917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5" name="Rectangle 64">
            <a:extLst>
              <a:ext uri="{FF2B5EF4-FFF2-40B4-BE49-F238E27FC236}">
                <a16:creationId xmlns:a16="http://schemas.microsoft.com/office/drawing/2014/main" id="{15766B7E-ADFB-443B-8E0D-35E36CA2F9F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49439" y="537983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356" name="Line 112">
            <a:extLst>
              <a:ext uri="{FF2B5EF4-FFF2-40B4-BE49-F238E27FC236}">
                <a16:creationId xmlns:a16="http://schemas.microsoft.com/office/drawing/2014/main" id="{039814AC-E03B-4752-A440-A1F27AD48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4792" y="549684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7" name="Rectangle 113">
            <a:extLst>
              <a:ext uri="{FF2B5EF4-FFF2-40B4-BE49-F238E27FC236}">
                <a16:creationId xmlns:a16="http://schemas.microsoft.com/office/drawing/2014/main" id="{606DB632-6F3A-4F9D-8E59-C0E03D2B9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396" y="5599363"/>
            <a:ext cx="7534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+mn-lt"/>
                <a:ea typeface="SimHei" panose="02010609060101010101" pitchFamily="49" charset="-122"/>
              </a:rPr>
              <a:t>ExtOp</a:t>
            </a:r>
            <a:endParaRPr lang="en-US" altLang="en-US" sz="1600" dirty="0">
              <a:solidFill>
                <a:srgbClr val="00B05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8" name="Line 89">
            <a:extLst>
              <a:ext uri="{FF2B5EF4-FFF2-40B4-BE49-F238E27FC236}">
                <a16:creationId xmlns:a16="http://schemas.microsoft.com/office/drawing/2014/main" id="{97F165F4-E279-41EE-9B6F-A73E0819F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6072" y="433758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59" name="Line 88">
            <a:extLst>
              <a:ext uri="{FF2B5EF4-FFF2-40B4-BE49-F238E27FC236}">
                <a16:creationId xmlns:a16="http://schemas.microsoft.com/office/drawing/2014/main" id="{D704AFFE-4EFB-487C-9F3D-46800253B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8972" y="368146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360" name="Rectangle 18">
            <a:extLst>
              <a:ext uri="{FF2B5EF4-FFF2-40B4-BE49-F238E27FC236}">
                <a16:creationId xmlns:a16="http://schemas.microsoft.com/office/drawing/2014/main" id="{7A276499-91F7-4E3A-BF56-38CED0505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744" y="3453973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+mn-lt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+mn-lt"/>
              <a:ea typeface="SimHei" panose="02010609060101010101" pitchFamily="49" charset="-122"/>
            </a:endParaRPr>
          </a:p>
        </p:txBody>
      </p:sp>
      <p:grpSp>
        <p:nvGrpSpPr>
          <p:cNvPr id="363" name="Group 65">
            <a:extLst>
              <a:ext uri="{FF2B5EF4-FFF2-40B4-BE49-F238E27FC236}">
                <a16:creationId xmlns:a16="http://schemas.microsoft.com/office/drawing/2014/main" id="{E8FA63A3-B65B-4EAB-8EC5-CB615392BF49}"/>
              </a:ext>
            </a:extLst>
          </p:cNvPr>
          <p:cNvGrpSpPr>
            <a:grpSpLocks/>
          </p:cNvGrpSpPr>
          <p:nvPr/>
        </p:nvGrpSpPr>
        <p:grpSpPr bwMode="auto">
          <a:xfrm>
            <a:off x="606821" y="1918923"/>
            <a:ext cx="2116138" cy="676276"/>
            <a:chOff x="1408" y="1728"/>
            <a:chExt cx="1333" cy="426"/>
          </a:xfrm>
        </p:grpSpPr>
        <p:sp>
          <p:nvSpPr>
            <p:cNvPr id="364" name="Rectangle 67">
              <a:extLst>
                <a:ext uri="{FF2B5EF4-FFF2-40B4-BE49-F238E27FC236}">
                  <a16:creationId xmlns:a16="http://schemas.microsoft.com/office/drawing/2014/main" id="{DA2C5B0D-02B3-4113-A821-61DC48121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365" name="Group 68">
              <a:extLst>
                <a:ext uri="{FF2B5EF4-FFF2-40B4-BE49-F238E27FC236}">
                  <a16:creationId xmlns:a16="http://schemas.microsoft.com/office/drawing/2014/main" id="{F0C5787F-4B6C-4432-AC04-4C77696BC8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372" name="Line 69">
                <a:extLst>
                  <a:ext uri="{FF2B5EF4-FFF2-40B4-BE49-F238E27FC236}">
                    <a16:creationId xmlns:a16="http://schemas.microsoft.com/office/drawing/2014/main" id="{1FE4637D-D186-4718-85B3-46B6455A7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73" name="Line 70">
                <a:extLst>
                  <a:ext uri="{FF2B5EF4-FFF2-40B4-BE49-F238E27FC236}">
                    <a16:creationId xmlns:a16="http://schemas.microsoft.com/office/drawing/2014/main" id="{034C140A-BD24-4181-ACFC-D1C15C4D8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74" name="Line 71">
                <a:extLst>
                  <a:ext uri="{FF2B5EF4-FFF2-40B4-BE49-F238E27FC236}">
                    <a16:creationId xmlns:a16="http://schemas.microsoft.com/office/drawing/2014/main" id="{FC5F1BE1-1207-4C8D-AE4B-5D7E424D1D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  <p:sp>
            <p:nvSpPr>
              <p:cNvPr id="375" name="Line 72">
                <a:extLst>
                  <a:ext uri="{FF2B5EF4-FFF2-40B4-BE49-F238E27FC236}">
                    <a16:creationId xmlns:a16="http://schemas.microsoft.com/office/drawing/2014/main" id="{4AB720F1-A7E6-4D0A-9B09-DF083BC35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+mn-lt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6" name="Line 73">
              <a:extLst>
                <a:ext uri="{FF2B5EF4-FFF2-40B4-BE49-F238E27FC236}">
                  <a16:creationId xmlns:a16="http://schemas.microsoft.com/office/drawing/2014/main" id="{5F4FE475-1AE5-4F1D-ACD4-13194DE0D6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7" name="Line 74">
              <a:extLst>
                <a:ext uri="{FF2B5EF4-FFF2-40B4-BE49-F238E27FC236}">
                  <a16:creationId xmlns:a16="http://schemas.microsoft.com/office/drawing/2014/main" id="{A9801C46-C04B-403D-9840-3A8C47CDE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68" name="Rectangle 75">
              <a:extLst>
                <a:ext uri="{FF2B5EF4-FFF2-40B4-BE49-F238E27FC236}">
                  <a16:creationId xmlns:a16="http://schemas.microsoft.com/office/drawing/2014/main" id="{A795B308-D1FD-4F48-9E0B-07A4232E8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369" name="Line 76">
              <a:extLst>
                <a:ext uri="{FF2B5EF4-FFF2-40B4-BE49-F238E27FC236}">
                  <a16:creationId xmlns:a16="http://schemas.microsoft.com/office/drawing/2014/main" id="{D012087A-91B2-47BA-8CBE-D3D36DD49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070"/>
              <a:ext cx="1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0" name="Rectangle 77">
              <a:extLst>
                <a:ext uri="{FF2B5EF4-FFF2-40B4-BE49-F238E27FC236}">
                  <a16:creationId xmlns:a16="http://schemas.microsoft.com/office/drawing/2014/main" id="{8C4A338A-960A-43BB-A82E-FBA5D106B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935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+mn-lt"/>
                  <a:ea typeface="SimHei" panose="02010609060101010101" pitchFamily="49" charset="-122"/>
                </a:rPr>
                <a:t>RegDst</a:t>
              </a:r>
              <a:endParaRPr lang="en-US" altLang="en-US" sz="1600" dirty="0">
                <a:solidFill>
                  <a:srgbClr val="00B05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1" name="Rectangle 78">
              <a:extLst>
                <a:ext uri="{FF2B5EF4-FFF2-40B4-BE49-F238E27FC236}">
                  <a16:creationId xmlns:a16="http://schemas.microsoft.com/office/drawing/2014/main" id="{C5DD1659-2511-4060-BB70-AD63EDA9C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25183E75-4C3B-C2E1-D2F3-F1B017AB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solidFill>
                  <a:schemeClr val="tx1"/>
                </a:solidFill>
              </a:rPr>
              <a:t>ALUConf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  <a:r>
              <a:rPr lang="en-US" altLang="zh-CN" dirty="0">
                <a:solidFill>
                  <a:schemeClr val="tx1"/>
                </a:solidFill>
              </a:rPr>
              <a:t> ALU</a:t>
            </a:r>
            <a:r>
              <a:rPr lang="zh-CN" altLang="en-US" dirty="0">
                <a:solidFill>
                  <a:schemeClr val="tx1"/>
                </a:solidFill>
              </a:rPr>
              <a:t>运算选择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42987"/>
            <a:ext cx="8610600" cy="44767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95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1770" y="8418"/>
            <a:ext cx="7261603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algn="ctr"/>
            <a:r>
              <a:rPr lang="en-US" altLang="zh-CN" sz="3600" b="1" dirty="0" err="1">
                <a:ea typeface="SimHei" panose="02010609060101010101" pitchFamily="49" charset="-122"/>
              </a:rPr>
              <a:t>Beq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63678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871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6367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97636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88969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99207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=Sub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7854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37011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66778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32832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44789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36932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87478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90468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4427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12888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3662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8267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301678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1277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508238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5102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8229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69290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44785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80978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9687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4291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9687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4291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9687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5407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5407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54078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58878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11824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79123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42878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20878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73259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66778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50551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83400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73545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18851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17264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4731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950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42651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78259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55026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34066"/>
            <a:ext cx="311150" cy="1117600"/>
            <a:chOff x="4946650" y="3032"/>
            <a:chExt cx="311150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6650" y="3034"/>
              <a:ext cx="311150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6650" y="3632"/>
              <a:ext cx="311150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9323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5732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9922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21012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15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73709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27022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21012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84047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93634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28547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348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58622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85634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16779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98751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4201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87391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60309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61243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104551"/>
            <a:ext cx="311150" cy="1117600"/>
            <a:chOff x="4946650" y="3032"/>
            <a:chExt cx="311150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6650" y="3034"/>
              <a:ext cx="311150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6650" y="3632"/>
              <a:ext cx="311150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82401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5732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93572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5048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42066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67501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70018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(Signed)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508237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31978"/>
            <a:ext cx="2312988" cy="676275"/>
            <a:chOff x="1408" y="1728"/>
            <a:chExt cx="1457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=X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99365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27531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66526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96898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96898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96898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96898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58480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58480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58480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58480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58850"/>
            <a:ext cx="975537" cy="951641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4" name="Rectangle 216">
            <a:extLst>
              <a:ext uri="{FF2B5EF4-FFF2-40B4-BE49-F238E27FC236}">
                <a16:creationId xmlns:a16="http://schemas.microsoft.com/office/drawing/2014/main" id="{5B24CC75-E410-4C7F-9A47-82C9E93723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67896" y="1557467"/>
            <a:ext cx="130439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</a:t>
            </a:r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etc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97420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27531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9837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56726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5102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31835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43913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20878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49006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2173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108866"/>
            <a:ext cx="41241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13520"/>
            <a:ext cx="347663" cy="1431927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80203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35903"/>
            <a:ext cx="27622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2022" y="4829495"/>
            <a:ext cx="1562929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</a:t>
            </a: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Branch 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and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solidFill>
                <a:srgbClr val="00B0F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40956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93103"/>
            <a:ext cx="330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44426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41670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51703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33791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80203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38828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600249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63080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54716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9979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85737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20345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30155"/>
            <a:ext cx="0" cy="109686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27022"/>
            <a:ext cx="516792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402868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5697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5044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81707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52118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24628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solidFill>
                  <a:srgbClr val="00B0F0"/>
                </a:solidFill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solidFill>
                <a:srgbClr val="00B0F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52403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259D6-1036-4AD5-A277-7E9B0032A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400" name="Rectangle 147">
            <a:extLst>
              <a:ext uri="{FF2B5EF4-FFF2-40B4-BE49-F238E27FC236}">
                <a16:creationId xmlns:a16="http://schemas.microsoft.com/office/drawing/2014/main" id="{B301A419-BD4F-4496-AD45-E4BAD572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35" y="747191"/>
            <a:ext cx="2997351" cy="118391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if (Reg[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]-Reg[rt] == 0)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	PC = PC + 4 + 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Imm</a:t>
            </a:r>
            <a:r>
              <a:rPr lang="en-US" altLang="en-US" sz="1600" b="0" kern="0" dirty="0">
                <a:ea typeface="SimHei" panose="02010609060101010101" pitchFamily="49" charset="-122"/>
              </a:rPr>
              <a:t>&lt;&lt;2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else 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	PC = PC + 4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02B4708-EB5F-BCDB-9A47-61AE0742AD9C}"/>
                  </a:ext>
                </a:extLst>
              </p14:cNvPr>
              <p14:cNvContentPartPr/>
              <p14:nvPr/>
            </p14:nvContentPartPr>
            <p14:xfrm>
              <a:off x="2458440" y="3127320"/>
              <a:ext cx="5359320" cy="2701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02B4708-EB5F-BCDB-9A47-61AE0742AD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9080" y="3117960"/>
                <a:ext cx="5378040" cy="272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42987"/>
            <a:ext cx="8610600" cy="447675"/>
          </a:xfrm>
          <a:solidFill>
            <a:schemeClr val="bg1"/>
          </a:solidFill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96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1770" y="8418"/>
            <a:ext cx="7261603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algn="ctr"/>
            <a:r>
              <a:rPr lang="en-US" altLang="zh-CN" sz="3600" b="1" dirty="0" err="1">
                <a:ea typeface="SimHei" panose="02010609060101010101" pitchFamily="49" charset="-122"/>
              </a:rPr>
              <a:t>Beq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63678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871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6367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97636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88969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99207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=Sub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7854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37011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66778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32832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44789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36932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87478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90468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4427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12888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3662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8267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301678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1277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508238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5102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8229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69290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44785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80978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9687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4291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9687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4291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9687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5407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5407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54078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58878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11824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79123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42878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20878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73259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66778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50551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83400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73545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18851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17264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4731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950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42651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78259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55026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34066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5732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9922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21012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15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73709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27022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21012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84047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93634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28547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348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58622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85634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16779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98751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4201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87391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60309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61243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104551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82401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5732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93572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5048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42066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67501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70018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(Signed)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508237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31978"/>
            <a:ext cx="2312988" cy="676275"/>
            <a:chOff x="1408" y="1728"/>
            <a:chExt cx="1457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=X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99365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27531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66526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96898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96898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96898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96898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58480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58480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58480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58480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58850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4" name="Rectangle 216">
            <a:extLst>
              <a:ext uri="{FF2B5EF4-FFF2-40B4-BE49-F238E27FC236}">
                <a16:creationId xmlns:a16="http://schemas.microsoft.com/office/drawing/2014/main" id="{5B24CC75-E410-4C7F-9A47-82C9E93723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2481" y="1617788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97420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27531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9837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56726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5102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31835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43913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20878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49006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2173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108866"/>
            <a:ext cx="41241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13517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80203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35903"/>
            <a:ext cx="27622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2022" y="4829495"/>
            <a:ext cx="1562929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</a:t>
            </a: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Branch 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and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solidFill>
                <a:srgbClr val="00B0F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40956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93103"/>
            <a:ext cx="330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44426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41670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51703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33791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80203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38828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600249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63080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54716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9979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85737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20345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30155"/>
            <a:ext cx="0" cy="109686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27022"/>
            <a:ext cx="516792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402868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5697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5044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81707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52118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24628"/>
            <a:ext cx="60061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b="1" dirty="0">
                <a:solidFill>
                  <a:srgbClr val="FF0000"/>
                </a:solidFill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b="1" dirty="0">
              <a:solidFill>
                <a:srgbClr val="FF000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52403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259D6-1036-4AD5-A277-7E9B0032A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400" name="Rectangle 147">
            <a:extLst>
              <a:ext uri="{FF2B5EF4-FFF2-40B4-BE49-F238E27FC236}">
                <a16:creationId xmlns:a16="http://schemas.microsoft.com/office/drawing/2014/main" id="{B301A419-BD4F-4496-AD45-E4BAD572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35" y="747191"/>
            <a:ext cx="2997351" cy="118391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if (Reg[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]-Reg[rt] == 0)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	PC = PC + 4 + 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Imm</a:t>
            </a:r>
            <a:r>
              <a:rPr lang="en-US" altLang="en-US" sz="1600" b="0" kern="0" dirty="0">
                <a:ea typeface="SimHei" panose="02010609060101010101" pitchFamily="49" charset="-122"/>
              </a:rPr>
              <a:t>&lt;&lt;2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else 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	PC = PC + 4</a:t>
            </a:r>
          </a:p>
        </p:txBody>
      </p:sp>
      <p:sp>
        <p:nvSpPr>
          <p:cNvPr id="4" name="Line 29">
            <a:extLst>
              <a:ext uri="{FF2B5EF4-FFF2-40B4-BE49-F238E27FC236}">
                <a16:creationId xmlns:a16="http://schemas.microsoft.com/office/drawing/2014/main" id="{30ED99E7-7F79-4D4E-FD04-BFDE9081C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97" y="3726280"/>
            <a:ext cx="70482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" name="Line 29">
            <a:extLst>
              <a:ext uri="{FF2B5EF4-FFF2-40B4-BE49-F238E27FC236}">
                <a16:creationId xmlns:a16="http://schemas.microsoft.com/office/drawing/2014/main" id="{91B0B397-49D2-5034-9D52-4FE574A395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86795" y="3367647"/>
            <a:ext cx="685593" cy="885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7B96B3F2-DC75-E250-D91A-8293D7B0A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818" y="4981576"/>
            <a:ext cx="33934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A5C9BF7-4BC0-EC1A-E49B-960CDA18F171}"/>
              </a:ext>
            </a:extLst>
          </p:cNvPr>
          <p:cNvGrpSpPr/>
          <p:nvPr/>
        </p:nvGrpSpPr>
        <p:grpSpPr>
          <a:xfrm>
            <a:off x="572243" y="5191876"/>
            <a:ext cx="5168296" cy="1103137"/>
            <a:chOff x="745147" y="5403390"/>
            <a:chExt cx="5168296" cy="1103137"/>
          </a:xfrm>
        </p:grpSpPr>
        <p:sp>
          <p:nvSpPr>
            <p:cNvPr id="10" name="Line 82">
              <a:extLst>
                <a:ext uri="{FF2B5EF4-FFF2-40B4-BE49-F238E27FC236}">
                  <a16:creationId xmlns:a16="http://schemas.microsoft.com/office/drawing/2014/main" id="{579713FC-84C0-B3F5-8033-2CDC8B4B8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147" y="6506527"/>
              <a:ext cx="51679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" name="Line 82">
              <a:extLst>
                <a:ext uri="{FF2B5EF4-FFF2-40B4-BE49-F238E27FC236}">
                  <a16:creationId xmlns:a16="http://schemas.microsoft.com/office/drawing/2014/main" id="{6DD633C7-A7B4-A367-8630-74ADC8F99C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5147" y="5582373"/>
              <a:ext cx="0" cy="9241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" name="Line 82">
              <a:extLst>
                <a:ext uri="{FF2B5EF4-FFF2-40B4-BE49-F238E27FC236}">
                  <a16:creationId xmlns:a16="http://schemas.microsoft.com/office/drawing/2014/main" id="{8CE90FF9-D97F-1FE9-EB5F-31080B7F97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10553" y="5409660"/>
              <a:ext cx="0" cy="109686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" name="Line 82">
              <a:extLst>
                <a:ext uri="{FF2B5EF4-FFF2-40B4-BE49-F238E27FC236}">
                  <a16:creationId xmlns:a16="http://schemas.microsoft.com/office/drawing/2014/main" id="{D9948CE4-D877-11B9-C691-7743727F1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266" y="5403390"/>
              <a:ext cx="114317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D1C723A5-A061-8F1A-2312-416053E8EBE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33645" y="2882406"/>
            <a:ext cx="846326" cy="642000"/>
          </a:xfrm>
          <a:prstGeom prst="bentConnector3">
            <a:avLst>
              <a:gd name="adj1" fmla="val 10039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B5E9D07-D8A6-E730-9B82-5AADEB3721C8}"/>
              </a:ext>
            </a:extLst>
          </p:cNvPr>
          <p:cNvCxnSpPr>
            <a:cxnSpLocks/>
            <a:stCxn id="212" idx="0"/>
          </p:cNvCxnSpPr>
          <p:nvPr/>
        </p:nvCxnSpPr>
        <p:spPr>
          <a:xfrm rot="16200000" flipH="1">
            <a:off x="4974277" y="3401347"/>
            <a:ext cx="1452264" cy="735408"/>
          </a:xfrm>
          <a:prstGeom prst="bentConnector3">
            <a:avLst>
              <a:gd name="adj1" fmla="val 10018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23">
            <a:extLst>
              <a:ext uri="{FF2B5EF4-FFF2-40B4-BE49-F238E27FC236}">
                <a16:creationId xmlns:a16="http://schemas.microsoft.com/office/drawing/2014/main" id="{8C563680-699E-F504-4EE2-93C4D3D0619E}"/>
              </a:ext>
            </a:extLst>
          </p:cNvPr>
          <p:cNvSpPr>
            <a:spLocks/>
          </p:cNvSpPr>
          <p:nvPr/>
        </p:nvSpPr>
        <p:spPr bwMode="auto">
          <a:xfrm>
            <a:off x="71779" y="2532998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188C7D8D-3CC2-7308-B2C6-251AAB7DF9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8619" y="4507092"/>
            <a:ext cx="69029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5231BD10-7447-9A6C-0B17-6A8039BBA4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0490" y="3621449"/>
            <a:ext cx="12303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4FA2E2E-C0BA-FFF8-9DD3-55F24F2769DF}"/>
              </a:ext>
            </a:extLst>
          </p:cNvPr>
          <p:cNvCxnSpPr/>
          <p:nvPr/>
        </p:nvCxnSpPr>
        <p:spPr>
          <a:xfrm flipH="1">
            <a:off x="6487507" y="3950105"/>
            <a:ext cx="1096958" cy="104975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ine 29">
            <a:extLst>
              <a:ext uri="{FF2B5EF4-FFF2-40B4-BE49-F238E27FC236}">
                <a16:creationId xmlns:a16="http://schemas.microsoft.com/office/drawing/2014/main" id="{EA3C115D-C749-D619-6D42-615BC1D143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2812" y="4975181"/>
            <a:ext cx="4258446" cy="18788"/>
          </a:xfrm>
          <a:prstGeom prst="line">
            <a:avLst/>
          </a:prstGeom>
          <a:noFill/>
          <a:ln w="38100">
            <a:solidFill>
              <a:srgbClr val="FF0000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C789ECC4-27B7-9CD0-75A6-39F03C14A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220" y="4326051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EC1FBA0F-C00F-F9BD-DC7D-B15331A82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48" y="5200935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49C0F112-B5DD-6D0E-9CAB-2EE783938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003" y="4232260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CD1CD62D-A6F6-70A0-628A-016922409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944" y="3265636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9F0F273-5438-80A6-4B56-A0515F3C58FC}"/>
              </a:ext>
            </a:extLst>
          </p:cNvPr>
          <p:cNvCxnSpPr>
            <a:cxnSpLocks/>
          </p:cNvCxnSpPr>
          <p:nvPr/>
        </p:nvCxnSpPr>
        <p:spPr>
          <a:xfrm>
            <a:off x="3013159" y="3929716"/>
            <a:ext cx="178852" cy="55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109A798-0843-6132-1440-977593812AD5}"/>
              </a:ext>
            </a:extLst>
          </p:cNvPr>
          <p:cNvCxnSpPr>
            <a:cxnSpLocks/>
          </p:cNvCxnSpPr>
          <p:nvPr/>
        </p:nvCxnSpPr>
        <p:spPr>
          <a:xfrm flipH="1" flipV="1">
            <a:off x="3164680" y="2511082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46647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97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0000" y="0"/>
            <a:ext cx="7492436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b="1" dirty="0">
                <a:ea typeface="SimHei" panose="02010609060101010101" pitchFamily="49" charset="-122"/>
              </a:rPr>
              <a:t>Load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=Add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(Singed)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268538" cy="676275"/>
            <a:chOff x="1408" y="1728"/>
            <a:chExt cx="1429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=0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381" name="图片 380">
            <a:extLst>
              <a:ext uri="{FF2B5EF4-FFF2-40B4-BE49-F238E27FC236}">
                <a16:creationId xmlns:a16="http://schemas.microsoft.com/office/drawing/2014/main" id="{44C3B704-56C9-4AF6-8659-751CD19B1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382" name="Rectangle 147">
            <a:extLst>
              <a:ext uri="{FF2B5EF4-FFF2-40B4-BE49-F238E27FC236}">
                <a16:creationId xmlns:a16="http://schemas.microsoft.com/office/drawing/2014/main" id="{55A565E1-AA22-4DC9-BBA7-2228A30C6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36" y="747191"/>
            <a:ext cx="2606710" cy="54373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Reg[rt] = Mem(Reg[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 + 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SignExt</a:t>
            </a:r>
            <a:r>
              <a:rPr lang="en-US" altLang="en-US" sz="1600" b="0" kern="0" dirty="0">
                <a:ea typeface="SimHei" panose="02010609060101010101" pitchFamily="49" charset="-122"/>
              </a:rPr>
              <a:t>(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Imm</a:t>
            </a:r>
            <a:r>
              <a:rPr lang="en-US" altLang="en-US" sz="1600" b="0" kern="0" dirty="0">
                <a:ea typeface="SimHei" panose="02010609060101010101" pitchFamily="49" charset="-122"/>
              </a:rPr>
              <a:t>))</a:t>
            </a:r>
          </a:p>
        </p:txBody>
      </p:sp>
      <p:sp>
        <p:nvSpPr>
          <p:cNvPr id="2" name="Rectangle 216">
            <a:extLst>
              <a:ext uri="{FF2B5EF4-FFF2-40B4-BE49-F238E27FC236}">
                <a16:creationId xmlns:a16="http://schemas.microsoft.com/office/drawing/2014/main" id="{2E641173-4229-C1C8-03A8-7E3A73F16E6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2481" y="1617788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9860A3D-B6AD-76E6-CEFF-818CA3AA773E}"/>
                  </a:ext>
                </a:extLst>
              </p14:cNvPr>
              <p14:cNvContentPartPr/>
              <p14:nvPr/>
            </p14:nvContentPartPr>
            <p14:xfrm>
              <a:off x="3310920" y="2949120"/>
              <a:ext cx="5635800" cy="37152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9860A3D-B6AD-76E6-CEFF-818CA3AA77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01560" y="2939760"/>
                <a:ext cx="5654520" cy="37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705839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>
                <a:solidFill>
                  <a:schemeClr val="bg1"/>
                </a:solidFill>
              </a:rPr>
              <a:pPr>
                <a:defRPr/>
              </a:pPr>
              <a:t>98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0600" y="0"/>
            <a:ext cx="7104509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ea typeface="SimHei" panose="02010609060101010101" pitchFamily="49" charset="-122"/>
              </a:rPr>
              <a:t>Load</a:t>
            </a:r>
            <a:r>
              <a:rPr lang="zh-CN" altLang="en-US" sz="3600" dirty="0">
                <a:solidFill>
                  <a:schemeClr val="bg1"/>
                </a:solidFill>
                <a:ea typeface="SimHei" panose="02010609060101010101" pitchFamily="49" charset="-122"/>
              </a:rPr>
              <a:t>指令的</a:t>
            </a:r>
            <a:r>
              <a:rPr lang="en-US" altLang="zh-CN" sz="3600" dirty="0">
                <a:solidFill>
                  <a:schemeClr val="bg1"/>
                </a:solidFill>
                <a:ea typeface="SimHei" panose="02010609060101010101" pitchFamily="49" charset="-122"/>
              </a:rPr>
              <a:t>Single</a:t>
            </a:r>
            <a:r>
              <a:rPr lang="en-US" altLang="en-US" sz="3600" dirty="0">
                <a:solidFill>
                  <a:schemeClr val="bg1"/>
                </a:solidFill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=Add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(Singed)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268538" cy="676275"/>
            <a:chOff x="1408" y="1728"/>
            <a:chExt cx="1429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=0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381" name="图片 380">
            <a:extLst>
              <a:ext uri="{FF2B5EF4-FFF2-40B4-BE49-F238E27FC236}">
                <a16:creationId xmlns:a16="http://schemas.microsoft.com/office/drawing/2014/main" id="{44C3B704-56C9-4AF6-8659-751CD19B1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382" name="Rectangle 147">
            <a:extLst>
              <a:ext uri="{FF2B5EF4-FFF2-40B4-BE49-F238E27FC236}">
                <a16:creationId xmlns:a16="http://schemas.microsoft.com/office/drawing/2014/main" id="{55A565E1-AA22-4DC9-BBA7-2228A30C6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36" y="747191"/>
            <a:ext cx="2606710" cy="54373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Reg[rt] = Mem(Reg[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 + 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SignExt</a:t>
            </a:r>
            <a:r>
              <a:rPr lang="en-US" altLang="en-US" sz="1600" b="0" kern="0" dirty="0">
                <a:ea typeface="SimHei" panose="02010609060101010101" pitchFamily="49" charset="-122"/>
              </a:rPr>
              <a:t>(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Imm</a:t>
            </a:r>
            <a:r>
              <a:rPr lang="en-US" altLang="en-US" sz="1600" b="0" kern="0" dirty="0">
                <a:ea typeface="SimHei" panose="02010609060101010101" pitchFamily="49" charset="-122"/>
              </a:rPr>
              <a:t>))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D03BB1C2-7D0F-DFA3-8C63-DA2CDDF5194A}"/>
              </a:ext>
            </a:extLst>
          </p:cNvPr>
          <p:cNvCxnSpPr>
            <a:cxnSpLocks/>
            <a:stCxn id="209" idx="0"/>
            <a:endCxn id="40" idx="0"/>
          </p:cNvCxnSpPr>
          <p:nvPr/>
        </p:nvCxnSpPr>
        <p:spPr>
          <a:xfrm rot="16200000" flipH="1">
            <a:off x="4877721" y="3031178"/>
            <a:ext cx="560268" cy="564700"/>
          </a:xfrm>
          <a:prstGeom prst="bentConnector3">
            <a:avLst>
              <a:gd name="adj1" fmla="val 10021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123">
            <a:extLst>
              <a:ext uri="{FF2B5EF4-FFF2-40B4-BE49-F238E27FC236}">
                <a16:creationId xmlns:a16="http://schemas.microsoft.com/office/drawing/2014/main" id="{B67CE4FD-D5F9-5993-3725-D4402D2A1A61}"/>
              </a:ext>
            </a:extLst>
          </p:cNvPr>
          <p:cNvSpPr>
            <a:spLocks/>
          </p:cNvSpPr>
          <p:nvPr/>
        </p:nvSpPr>
        <p:spPr bwMode="auto">
          <a:xfrm>
            <a:off x="73101" y="2514464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4B5767C8-76D6-B7C5-DF72-4092863A1B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4213" y="3713301"/>
            <a:ext cx="60630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C09C831B-0221-1FAF-2CA5-6D71CBB54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0093" y="3354324"/>
            <a:ext cx="64699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" name="Line 28">
            <a:extLst>
              <a:ext uri="{FF2B5EF4-FFF2-40B4-BE49-F238E27FC236}">
                <a16:creationId xmlns:a16="http://schemas.microsoft.com/office/drawing/2014/main" id="{00DD4F15-EED1-A8AA-C153-0BDB4BF5F2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7088" y="3959450"/>
            <a:ext cx="54974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" name="Line 54">
            <a:extLst>
              <a:ext uri="{FF2B5EF4-FFF2-40B4-BE49-F238E27FC236}">
                <a16:creationId xmlns:a16="http://schemas.microsoft.com/office/drawing/2014/main" id="{1409FB25-37CF-424A-F3E7-3C7D376D2A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9797" y="6702299"/>
            <a:ext cx="529147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" name="Line 55">
            <a:extLst>
              <a:ext uri="{FF2B5EF4-FFF2-40B4-BE49-F238E27FC236}">
                <a16:creationId xmlns:a16="http://schemas.microsoft.com/office/drawing/2014/main" id="{11FD355C-B024-125D-B596-3C42DB911A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4476" y="3959450"/>
            <a:ext cx="0" cy="274508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" name="Line 89">
            <a:extLst>
              <a:ext uri="{FF2B5EF4-FFF2-40B4-BE49-F238E27FC236}">
                <a16:creationId xmlns:a16="http://schemas.microsoft.com/office/drawing/2014/main" id="{E7927075-BB64-804A-B505-AAF77421D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55695"/>
            <a:ext cx="0" cy="104660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" name="Line 89">
            <a:extLst>
              <a:ext uri="{FF2B5EF4-FFF2-40B4-BE49-F238E27FC236}">
                <a16:creationId xmlns:a16="http://schemas.microsoft.com/office/drawing/2014/main" id="{E3A53593-0D04-3E6E-0975-C09BA7A76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7117"/>
            <a:ext cx="1860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2BE2005-3AD9-2F9A-6EC0-3C0150086B9A}"/>
              </a:ext>
            </a:extLst>
          </p:cNvPr>
          <p:cNvCxnSpPr>
            <a:cxnSpLocks/>
          </p:cNvCxnSpPr>
          <p:nvPr/>
        </p:nvCxnSpPr>
        <p:spPr>
          <a:xfrm>
            <a:off x="4525196" y="5188327"/>
            <a:ext cx="15742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ine 29">
            <a:extLst>
              <a:ext uri="{FF2B5EF4-FFF2-40B4-BE49-F238E27FC236}">
                <a16:creationId xmlns:a16="http://schemas.microsoft.com/office/drawing/2014/main" id="{424CCFED-BE5B-C273-47E7-99134D58E2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3117" y="4519924"/>
            <a:ext cx="314650" cy="645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362C7E-818B-1310-1DF1-D40320613BFD}"/>
              </a:ext>
            </a:extLst>
          </p:cNvPr>
          <p:cNvCxnSpPr>
            <a:cxnSpLocks/>
            <a:endCxn id="35" idx="0"/>
          </p:cNvCxnSpPr>
          <p:nvPr/>
        </p:nvCxnSpPr>
        <p:spPr>
          <a:xfrm flipV="1">
            <a:off x="7108908" y="4054153"/>
            <a:ext cx="605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ine 29">
            <a:extLst>
              <a:ext uri="{FF2B5EF4-FFF2-40B4-BE49-F238E27FC236}">
                <a16:creationId xmlns:a16="http://schemas.microsoft.com/office/drawing/2014/main" id="{9B11F347-B2C1-48B0-2404-919FC6ED5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4615" y="4054153"/>
            <a:ext cx="0" cy="13362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0" name="Line 29">
            <a:extLst>
              <a:ext uri="{FF2B5EF4-FFF2-40B4-BE49-F238E27FC236}">
                <a16:creationId xmlns:a16="http://schemas.microsoft.com/office/drawing/2014/main" id="{117FB5F8-96FF-E07C-4269-7F1D5978DF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40205" y="3593662"/>
            <a:ext cx="1247134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1" name="Line 29">
            <a:extLst>
              <a:ext uri="{FF2B5EF4-FFF2-40B4-BE49-F238E27FC236}">
                <a16:creationId xmlns:a16="http://schemas.microsoft.com/office/drawing/2014/main" id="{4F0BDFDD-E849-DC13-D534-D9B1B5E008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65933" y="2422126"/>
            <a:ext cx="206313" cy="36499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F3041C6F-F711-F501-B611-39D8715CF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9796" y="2425961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FFCB67DD-D5A9-562E-3CAB-2CC14A52E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0869" y="2431269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488ADE0-ADCF-6446-8428-558F66C81792}"/>
              </a:ext>
            </a:extLst>
          </p:cNvPr>
          <p:cNvCxnSpPr>
            <a:cxnSpLocks/>
          </p:cNvCxnSpPr>
          <p:nvPr/>
        </p:nvCxnSpPr>
        <p:spPr>
          <a:xfrm>
            <a:off x="2972203" y="3926658"/>
            <a:ext cx="178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EF32693-9167-2FC0-C55C-E616DDAA1A3F}"/>
              </a:ext>
            </a:extLst>
          </p:cNvPr>
          <p:cNvCxnSpPr>
            <a:cxnSpLocks/>
          </p:cNvCxnSpPr>
          <p:nvPr/>
        </p:nvCxnSpPr>
        <p:spPr>
          <a:xfrm flipH="1" flipV="1">
            <a:off x="3167674" y="2487772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ine 29">
            <a:extLst>
              <a:ext uri="{FF2B5EF4-FFF2-40B4-BE49-F238E27FC236}">
                <a16:creationId xmlns:a16="http://schemas.microsoft.com/office/drawing/2014/main" id="{11DFFA2A-E60F-C299-821D-74E1F0F309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2436" y="4506591"/>
            <a:ext cx="26837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5037F99-3D77-2E3D-8F3E-CEA16B91FD85}"/>
              </a:ext>
            </a:extLst>
          </p:cNvPr>
          <p:cNvCxnSpPr>
            <a:cxnSpLocks/>
            <a:stCxn id="215" idx="0"/>
          </p:cNvCxnSpPr>
          <p:nvPr/>
        </p:nvCxnSpPr>
        <p:spPr>
          <a:xfrm flipH="1" flipV="1">
            <a:off x="4472884" y="2758334"/>
            <a:ext cx="11972" cy="6862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74">
            <a:extLst>
              <a:ext uri="{FF2B5EF4-FFF2-40B4-BE49-F238E27FC236}">
                <a16:creationId xmlns:a16="http://schemas.microsoft.com/office/drawing/2014/main" id="{73A5A33E-186C-8517-EE0A-499BF703D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000" y="0"/>
            <a:ext cx="7492436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b="1" dirty="0">
                <a:ea typeface="SimHei" panose="02010609060101010101" pitchFamily="49" charset="-122"/>
              </a:rPr>
              <a:t>Load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2" name="Line 29">
            <a:extLst>
              <a:ext uri="{FF2B5EF4-FFF2-40B4-BE49-F238E27FC236}">
                <a16:creationId xmlns:a16="http://schemas.microsoft.com/office/drawing/2014/main" id="{D9B9617F-8055-252B-96E9-2872E41013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0080" y="3942152"/>
            <a:ext cx="557841" cy="177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" name="Rectangle 216">
            <a:extLst>
              <a:ext uri="{FF2B5EF4-FFF2-40B4-BE49-F238E27FC236}">
                <a16:creationId xmlns:a16="http://schemas.microsoft.com/office/drawing/2014/main" id="{7D97BCD9-0748-88BB-FB5F-F3B1BA88086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2481" y="1617788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</p:spTree>
    <p:extLst>
      <p:ext uri="{BB962C8B-B14F-4D97-AF65-F5344CB8AC3E}">
        <p14:creationId xmlns:p14="http://schemas.microsoft.com/office/powerpoint/2010/main" val="4181215766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99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0600" y="0"/>
            <a:ext cx="7569380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b="1" dirty="0">
                <a:ea typeface="SimHei" panose="02010609060101010101" pitchFamily="49" charset="-122"/>
              </a:rPr>
              <a:t>Store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=Add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(Singed)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312988" cy="676275"/>
            <a:chOff x="1408" y="1728"/>
            <a:chExt cx="1457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=X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381" name="图片 380">
            <a:extLst>
              <a:ext uri="{FF2B5EF4-FFF2-40B4-BE49-F238E27FC236}">
                <a16:creationId xmlns:a16="http://schemas.microsoft.com/office/drawing/2014/main" id="{00BA1258-1753-472E-B270-3D434C439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382" name="Rectangle 147">
            <a:extLst>
              <a:ext uri="{FF2B5EF4-FFF2-40B4-BE49-F238E27FC236}">
                <a16:creationId xmlns:a16="http://schemas.microsoft.com/office/drawing/2014/main" id="{A0870C1E-7C59-4A58-9E50-00A8E77F1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" y="608784"/>
            <a:ext cx="2835082" cy="54373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Mem(Reg[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]+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Sign</a:t>
            </a:r>
            <a:r>
              <a:rPr lang="en-US" altLang="zh-CN" sz="1600" b="0" kern="0" dirty="0" err="1">
                <a:ea typeface="SimHei" panose="02010609060101010101" pitchFamily="49" charset="-122"/>
              </a:rPr>
              <a:t>Ext</a:t>
            </a:r>
            <a:r>
              <a:rPr lang="en-US" altLang="zh-CN" sz="1600" b="0" kern="0" dirty="0">
                <a:ea typeface="SimHei" panose="02010609060101010101" pitchFamily="49" charset="-122"/>
              </a:rPr>
              <a:t>(</a:t>
            </a:r>
            <a:r>
              <a:rPr lang="en-US" altLang="zh-CN" sz="1600" b="0" kern="0" dirty="0" err="1">
                <a:ea typeface="SimHei" panose="02010609060101010101" pitchFamily="49" charset="-122"/>
              </a:rPr>
              <a:t>Imm</a:t>
            </a:r>
            <a:r>
              <a:rPr lang="en-US" altLang="zh-CN" sz="1600" b="0" kern="0" dirty="0">
                <a:ea typeface="SimHei" panose="02010609060101010101" pitchFamily="49" charset="-122"/>
              </a:rPr>
              <a:t>) = Reg[rt]</a:t>
            </a:r>
            <a:endParaRPr lang="en-US" altLang="en-US" sz="1600" b="0" kern="0" dirty="0">
              <a:ea typeface="SimHei" panose="02010609060101010101" pitchFamily="49" charset="-122"/>
            </a:endParaRPr>
          </a:p>
        </p:txBody>
      </p:sp>
      <p:sp>
        <p:nvSpPr>
          <p:cNvPr id="2" name="Rectangle 216">
            <a:extLst>
              <a:ext uri="{FF2B5EF4-FFF2-40B4-BE49-F238E27FC236}">
                <a16:creationId xmlns:a16="http://schemas.microsoft.com/office/drawing/2014/main" id="{2517FFBD-4E5D-B0C8-D4AF-528DC50A17C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2481" y="1617788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</p:spTree>
    <p:extLst>
      <p:ext uri="{BB962C8B-B14F-4D97-AF65-F5344CB8AC3E}">
        <p14:creationId xmlns:p14="http://schemas.microsoft.com/office/powerpoint/2010/main" val="2973168678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100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0600" y="0"/>
            <a:ext cx="7569380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b="1" dirty="0">
                <a:ea typeface="SimHei" panose="02010609060101010101" pitchFamily="49" charset="-122"/>
              </a:rPr>
              <a:t>Store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=Add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(Singed)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312988" cy="676275"/>
            <a:chOff x="1408" y="1728"/>
            <a:chExt cx="1457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=X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381" name="图片 380">
            <a:extLst>
              <a:ext uri="{FF2B5EF4-FFF2-40B4-BE49-F238E27FC236}">
                <a16:creationId xmlns:a16="http://schemas.microsoft.com/office/drawing/2014/main" id="{00BA1258-1753-472E-B270-3D434C439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382" name="Rectangle 147">
            <a:extLst>
              <a:ext uri="{FF2B5EF4-FFF2-40B4-BE49-F238E27FC236}">
                <a16:creationId xmlns:a16="http://schemas.microsoft.com/office/drawing/2014/main" id="{A0870C1E-7C59-4A58-9E50-00A8E77F1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" y="608784"/>
            <a:ext cx="2835082" cy="54373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Mem(Reg[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]+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Sign</a:t>
            </a:r>
            <a:r>
              <a:rPr lang="en-US" altLang="zh-CN" sz="1600" b="0" kern="0" dirty="0" err="1">
                <a:ea typeface="SimHei" panose="02010609060101010101" pitchFamily="49" charset="-122"/>
              </a:rPr>
              <a:t>Ext</a:t>
            </a:r>
            <a:r>
              <a:rPr lang="en-US" altLang="zh-CN" sz="1600" b="0" kern="0" dirty="0">
                <a:ea typeface="SimHei" panose="02010609060101010101" pitchFamily="49" charset="-122"/>
              </a:rPr>
              <a:t>(</a:t>
            </a:r>
            <a:r>
              <a:rPr lang="en-US" altLang="zh-CN" sz="1600" b="0" kern="0" dirty="0" err="1">
                <a:ea typeface="SimHei" panose="02010609060101010101" pitchFamily="49" charset="-122"/>
              </a:rPr>
              <a:t>Imm</a:t>
            </a:r>
            <a:r>
              <a:rPr lang="en-US" altLang="zh-CN" sz="1600" b="0" kern="0" dirty="0">
                <a:ea typeface="SimHei" panose="02010609060101010101" pitchFamily="49" charset="-122"/>
              </a:rPr>
              <a:t>) = Reg[rt]</a:t>
            </a:r>
            <a:endParaRPr lang="en-US" altLang="en-US" sz="1600" b="0" kern="0" dirty="0">
              <a:ea typeface="SimHei" panose="02010609060101010101" pitchFamily="49" charset="-122"/>
            </a:endParaRPr>
          </a:p>
        </p:txBody>
      </p:sp>
      <p:sp>
        <p:nvSpPr>
          <p:cNvPr id="5" name="Line 29">
            <a:extLst>
              <a:ext uri="{FF2B5EF4-FFF2-40B4-BE49-F238E27FC236}">
                <a16:creationId xmlns:a16="http://schemas.microsoft.com/office/drawing/2014/main" id="{BE796C16-86DD-397E-25C9-52BEFFE6E4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2233" y="3349440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9" name="Line 122">
            <a:extLst>
              <a:ext uri="{FF2B5EF4-FFF2-40B4-BE49-F238E27FC236}">
                <a16:creationId xmlns:a16="http://schemas.microsoft.com/office/drawing/2014/main" id="{4372E6BA-40AA-A782-E9D7-F2A6F86CF0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1213" y="5869229"/>
            <a:ext cx="95000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" name="Line 89">
            <a:extLst>
              <a:ext uri="{FF2B5EF4-FFF2-40B4-BE49-F238E27FC236}">
                <a16:creationId xmlns:a16="http://schemas.microsoft.com/office/drawing/2014/main" id="{8381B6D8-1BF1-BF66-4B89-8DF13EB6D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4309" y="4469857"/>
            <a:ext cx="0" cy="138380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" name="Line 29">
            <a:extLst>
              <a:ext uri="{FF2B5EF4-FFF2-40B4-BE49-F238E27FC236}">
                <a16:creationId xmlns:a16="http://schemas.microsoft.com/office/drawing/2014/main" id="{0B20900D-91EC-C04D-1EF2-BCCD311E38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6010" y="4505313"/>
            <a:ext cx="238731" cy="64952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F2AC8BE9-0371-FF96-C9F9-EFD9769CFAE0}"/>
              </a:ext>
            </a:extLst>
          </p:cNvPr>
          <p:cNvCxnSpPr>
            <a:cxnSpLocks/>
            <a:endCxn id="262" idx="0"/>
          </p:cNvCxnSpPr>
          <p:nvPr/>
        </p:nvCxnSpPr>
        <p:spPr>
          <a:xfrm rot="16200000" flipH="1">
            <a:off x="6781167" y="4425807"/>
            <a:ext cx="1330142" cy="570462"/>
          </a:xfrm>
          <a:prstGeom prst="bentConnector3">
            <a:avLst>
              <a:gd name="adj1" fmla="val 18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23">
            <a:extLst>
              <a:ext uri="{FF2B5EF4-FFF2-40B4-BE49-F238E27FC236}">
                <a16:creationId xmlns:a16="http://schemas.microsoft.com/office/drawing/2014/main" id="{0D217370-669D-E4F8-12D2-8EAB60F3AA38}"/>
              </a:ext>
            </a:extLst>
          </p:cNvPr>
          <p:cNvSpPr>
            <a:spLocks/>
          </p:cNvSpPr>
          <p:nvPr/>
        </p:nvSpPr>
        <p:spPr bwMode="auto">
          <a:xfrm>
            <a:off x="41351" y="251457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0DFB9AF2-8999-C24E-77AF-24C41B85A7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2463" y="3713413"/>
            <a:ext cx="60630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E790FCA-53E5-A3DF-5C1B-31D1ECFBD0A7}"/>
              </a:ext>
            </a:extLst>
          </p:cNvPr>
          <p:cNvCxnSpPr>
            <a:cxnSpLocks/>
          </p:cNvCxnSpPr>
          <p:nvPr/>
        </p:nvCxnSpPr>
        <p:spPr>
          <a:xfrm>
            <a:off x="2940453" y="3926770"/>
            <a:ext cx="178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AD4CD04-ED55-E370-D800-E752D86B35F9}"/>
              </a:ext>
            </a:extLst>
          </p:cNvPr>
          <p:cNvCxnSpPr>
            <a:cxnSpLocks/>
          </p:cNvCxnSpPr>
          <p:nvPr/>
        </p:nvCxnSpPr>
        <p:spPr>
          <a:xfrm flipH="1" flipV="1">
            <a:off x="3135924" y="2487884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ine 29">
            <a:extLst>
              <a:ext uri="{FF2B5EF4-FFF2-40B4-BE49-F238E27FC236}">
                <a16:creationId xmlns:a16="http://schemas.microsoft.com/office/drawing/2014/main" id="{4022B113-9FC0-D1D6-80E5-F30E04ED8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1637" y="3350132"/>
            <a:ext cx="241300" cy="59680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6A7E4D39-55CA-3C95-ADF9-8AD5CFD274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145" y="3943288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" name="Line 29">
            <a:extLst>
              <a:ext uri="{FF2B5EF4-FFF2-40B4-BE49-F238E27FC236}">
                <a16:creationId xmlns:a16="http://schemas.microsoft.com/office/drawing/2014/main" id="{DF5658C0-DC49-0202-C62E-A90CF4F7C9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53695" y="5187126"/>
            <a:ext cx="16394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3CD32657-4AED-1361-0218-2128523D49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4741" y="4508579"/>
            <a:ext cx="37067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AEAD03EF-6E8A-722C-86E5-F3083DDA94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14366" y="3021986"/>
            <a:ext cx="517962" cy="58418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Line 29">
            <a:extLst>
              <a:ext uri="{FF2B5EF4-FFF2-40B4-BE49-F238E27FC236}">
                <a16:creationId xmlns:a16="http://schemas.microsoft.com/office/drawing/2014/main" id="{EB14D1EA-CF10-BFB7-2316-82A5832131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7955" y="3582185"/>
            <a:ext cx="12303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3C621853-7CE9-B11C-E6CE-710736DC4085}"/>
              </a:ext>
            </a:extLst>
          </p:cNvPr>
          <p:cNvCxnSpPr>
            <a:cxnSpLocks/>
            <a:endCxn id="10" idx="0"/>
          </p:cNvCxnSpPr>
          <p:nvPr/>
        </p:nvCxnSpPr>
        <p:spPr>
          <a:xfrm rot="16200000" flipH="1">
            <a:off x="4917964" y="3483512"/>
            <a:ext cx="1440572" cy="532118"/>
          </a:xfrm>
          <a:prstGeom prst="bentConnector3">
            <a:avLst>
              <a:gd name="adj1" fmla="val 9969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16">
            <a:extLst>
              <a:ext uri="{FF2B5EF4-FFF2-40B4-BE49-F238E27FC236}">
                <a16:creationId xmlns:a16="http://schemas.microsoft.com/office/drawing/2014/main" id="{4BA586A1-A9B6-059C-DD2D-623BC8ADD4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2481" y="1617788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</p:spTree>
    <p:extLst>
      <p:ext uri="{BB962C8B-B14F-4D97-AF65-F5344CB8AC3E}">
        <p14:creationId xmlns:p14="http://schemas.microsoft.com/office/powerpoint/2010/main" val="3740674974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101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0600" y="0"/>
            <a:ext cx="7056419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b="1" dirty="0">
                <a:ea typeface="SimHei" panose="02010609060101010101" pitchFamily="49" charset="-122"/>
              </a:rPr>
              <a:t>Ori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=OR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93863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</a:t>
            </a:r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ZeroExt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268538" cy="676275"/>
            <a:chOff x="1408" y="1728"/>
            <a:chExt cx="1429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=0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381" name="图片 380">
            <a:extLst>
              <a:ext uri="{FF2B5EF4-FFF2-40B4-BE49-F238E27FC236}">
                <a16:creationId xmlns:a16="http://schemas.microsoft.com/office/drawing/2014/main" id="{00BA1258-1753-472E-B270-3D434C439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383" name="Rectangle 147">
            <a:extLst>
              <a:ext uri="{FF2B5EF4-FFF2-40B4-BE49-F238E27FC236}">
                <a16:creationId xmlns:a16="http://schemas.microsoft.com/office/drawing/2014/main" id="{51E44F14-B137-4A43-BEB8-BC6875F00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" y="608784"/>
            <a:ext cx="2835082" cy="54373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Reg[rt] = 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 OR 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ZeroExt</a:t>
            </a:r>
            <a:r>
              <a:rPr lang="en-US" altLang="en-US" sz="1600" b="0" kern="0" dirty="0">
                <a:ea typeface="SimHei" panose="02010609060101010101" pitchFamily="49" charset="-122"/>
              </a:rPr>
              <a:t>(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Imm</a:t>
            </a:r>
            <a:r>
              <a:rPr lang="en-US" altLang="en-US" sz="1600" b="0" kern="0" dirty="0">
                <a:ea typeface="SimHei" panose="02010609060101010101" pitchFamily="49" charset="-122"/>
              </a:rPr>
              <a:t>)</a:t>
            </a:r>
          </a:p>
        </p:txBody>
      </p:sp>
      <p:sp>
        <p:nvSpPr>
          <p:cNvPr id="2" name="Rectangle 216">
            <a:extLst>
              <a:ext uri="{FF2B5EF4-FFF2-40B4-BE49-F238E27FC236}">
                <a16:creationId xmlns:a16="http://schemas.microsoft.com/office/drawing/2014/main" id="{ED5F04C1-08F1-32D0-0F48-4EF1F6AC443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2481" y="1617788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8910AC6-FA48-817C-4AAE-59767E7765BD}"/>
                  </a:ext>
                </a:extLst>
              </p14:cNvPr>
              <p14:cNvContentPartPr/>
              <p14:nvPr/>
            </p14:nvContentPartPr>
            <p14:xfrm>
              <a:off x="3461760" y="2098440"/>
              <a:ext cx="5406480" cy="47505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8910AC6-FA48-817C-4AAE-59767E7765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2400" y="2089080"/>
                <a:ext cx="5425200" cy="476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3059759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102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0600" y="0"/>
            <a:ext cx="7056419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b="1" dirty="0">
                <a:ea typeface="SimHei" panose="02010609060101010101" pitchFamily="49" charset="-122"/>
              </a:rPr>
              <a:t>Ori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=OR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93863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</a:t>
            </a:r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ZeroExt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268538" cy="676275"/>
            <a:chOff x="1408" y="1728"/>
            <a:chExt cx="1429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=0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381" name="图片 380">
            <a:extLst>
              <a:ext uri="{FF2B5EF4-FFF2-40B4-BE49-F238E27FC236}">
                <a16:creationId xmlns:a16="http://schemas.microsoft.com/office/drawing/2014/main" id="{00BA1258-1753-472E-B270-3D434C439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383" name="Rectangle 147">
            <a:extLst>
              <a:ext uri="{FF2B5EF4-FFF2-40B4-BE49-F238E27FC236}">
                <a16:creationId xmlns:a16="http://schemas.microsoft.com/office/drawing/2014/main" id="{51E44F14-B137-4A43-BEB8-BC6875F00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" y="608784"/>
            <a:ext cx="2835082" cy="54373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Reg[rt] = 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 OR 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ZeroExt</a:t>
            </a:r>
            <a:r>
              <a:rPr lang="en-US" altLang="en-US" sz="1600" b="0" kern="0" dirty="0">
                <a:ea typeface="SimHei" panose="02010609060101010101" pitchFamily="49" charset="-122"/>
              </a:rPr>
              <a:t>(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Imm</a:t>
            </a:r>
            <a:r>
              <a:rPr lang="en-US" altLang="en-US" sz="1600" b="0" kern="0" dirty="0">
                <a:ea typeface="SimHei" panose="02010609060101010101" pitchFamily="49" charset="-122"/>
              </a:rPr>
              <a:t>)</a:t>
            </a:r>
          </a:p>
        </p:txBody>
      </p:sp>
      <p:sp>
        <p:nvSpPr>
          <p:cNvPr id="4" name="Freeform 123">
            <a:extLst>
              <a:ext uri="{FF2B5EF4-FFF2-40B4-BE49-F238E27FC236}">
                <a16:creationId xmlns:a16="http://schemas.microsoft.com/office/drawing/2014/main" id="{F7B2FAF0-86A8-EB2D-7779-5A751FDB17D1}"/>
              </a:ext>
            </a:extLst>
          </p:cNvPr>
          <p:cNvSpPr>
            <a:spLocks/>
          </p:cNvSpPr>
          <p:nvPr/>
        </p:nvSpPr>
        <p:spPr bwMode="auto">
          <a:xfrm>
            <a:off x="53712" y="2512723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5" name="Line 29">
            <a:extLst>
              <a:ext uri="{FF2B5EF4-FFF2-40B4-BE49-F238E27FC236}">
                <a16:creationId xmlns:a16="http://schemas.microsoft.com/office/drawing/2014/main" id="{D7779BE1-3529-F717-70D1-6DD48448F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797" y="3707655"/>
            <a:ext cx="70482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C4F2A7F-1559-3BC5-3DC1-50F96FCC61FE}"/>
              </a:ext>
            </a:extLst>
          </p:cNvPr>
          <p:cNvCxnSpPr>
            <a:cxnSpLocks/>
          </p:cNvCxnSpPr>
          <p:nvPr/>
        </p:nvCxnSpPr>
        <p:spPr>
          <a:xfrm>
            <a:off x="2971866" y="3944562"/>
            <a:ext cx="178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9B7CCDF-556B-2F3C-96A0-09A3CF53B766}"/>
              </a:ext>
            </a:extLst>
          </p:cNvPr>
          <p:cNvCxnSpPr>
            <a:cxnSpLocks/>
          </p:cNvCxnSpPr>
          <p:nvPr/>
        </p:nvCxnSpPr>
        <p:spPr>
          <a:xfrm flipH="1" flipV="1">
            <a:off x="3141149" y="2512987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ine 28">
            <a:extLst>
              <a:ext uri="{FF2B5EF4-FFF2-40B4-BE49-F238E27FC236}">
                <a16:creationId xmlns:a16="http://schemas.microsoft.com/office/drawing/2014/main" id="{BB1FC7EB-2A11-C3C7-B67E-9C9875DCF5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7990" y="3962522"/>
            <a:ext cx="54974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7" name="Line 54">
            <a:extLst>
              <a:ext uri="{FF2B5EF4-FFF2-40B4-BE49-F238E27FC236}">
                <a16:creationId xmlns:a16="http://schemas.microsoft.com/office/drawing/2014/main" id="{08856DF2-DEE5-BC66-5C87-A61176EA8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697593"/>
            <a:ext cx="529147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" name="Line 55">
            <a:extLst>
              <a:ext uri="{FF2B5EF4-FFF2-40B4-BE49-F238E27FC236}">
                <a16:creationId xmlns:a16="http://schemas.microsoft.com/office/drawing/2014/main" id="{7F2C5BEA-1E8E-057E-926D-7C70213608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1" y="3962522"/>
            <a:ext cx="0" cy="274508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" name="Line 89">
            <a:extLst>
              <a:ext uri="{FF2B5EF4-FFF2-40B4-BE49-F238E27FC236}">
                <a16:creationId xmlns:a16="http://schemas.microsoft.com/office/drawing/2014/main" id="{2037825C-CB76-2E56-5914-9589A6FF0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47057"/>
            <a:ext cx="0" cy="104660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" name="Line 89">
            <a:extLst>
              <a:ext uri="{FF2B5EF4-FFF2-40B4-BE49-F238E27FC236}">
                <a16:creationId xmlns:a16="http://schemas.microsoft.com/office/drawing/2014/main" id="{5D42B656-73D0-2FBF-1A83-103CDE1DA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6823" y="5648881"/>
            <a:ext cx="1860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" name="Line 29">
            <a:extLst>
              <a:ext uri="{FF2B5EF4-FFF2-40B4-BE49-F238E27FC236}">
                <a16:creationId xmlns:a16="http://schemas.microsoft.com/office/drawing/2014/main" id="{C81772A7-24B1-708E-5054-F3F747DF38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6010" y="4505313"/>
            <a:ext cx="238731" cy="64952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9" name="Line 29">
            <a:extLst>
              <a:ext uri="{FF2B5EF4-FFF2-40B4-BE49-F238E27FC236}">
                <a16:creationId xmlns:a16="http://schemas.microsoft.com/office/drawing/2014/main" id="{71A27078-D2D3-65AD-CA22-19F6BF8776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53695" y="5187126"/>
            <a:ext cx="16394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" name="Line 29">
            <a:extLst>
              <a:ext uri="{FF2B5EF4-FFF2-40B4-BE49-F238E27FC236}">
                <a16:creationId xmlns:a16="http://schemas.microsoft.com/office/drawing/2014/main" id="{A743297C-4D63-1AF4-C5A3-B375E7B5C7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4741" y="4508579"/>
            <a:ext cx="37067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916C878-49C9-8143-EB33-7626CB50AFE2}"/>
              </a:ext>
            </a:extLst>
          </p:cNvPr>
          <p:cNvCxnSpPr>
            <a:cxnSpLocks/>
          </p:cNvCxnSpPr>
          <p:nvPr/>
        </p:nvCxnSpPr>
        <p:spPr>
          <a:xfrm>
            <a:off x="7148012" y="4045257"/>
            <a:ext cx="10115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ine 29">
            <a:extLst>
              <a:ext uri="{FF2B5EF4-FFF2-40B4-BE49-F238E27FC236}">
                <a16:creationId xmlns:a16="http://schemas.microsoft.com/office/drawing/2014/main" id="{86EADE2C-3606-B996-1FBD-A452E3838B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9552" y="5374522"/>
            <a:ext cx="17447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EC87102-0E3C-0483-8C6F-F3BDFABF87E8}"/>
              </a:ext>
            </a:extLst>
          </p:cNvPr>
          <p:cNvCxnSpPr>
            <a:cxnSpLocks/>
            <a:stCxn id="275" idx="0"/>
            <a:endCxn id="276" idx="0"/>
          </p:cNvCxnSpPr>
          <p:nvPr/>
        </p:nvCxnSpPr>
        <p:spPr>
          <a:xfrm>
            <a:off x="8159552" y="4047803"/>
            <a:ext cx="0" cy="13362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ine 29">
            <a:extLst>
              <a:ext uri="{FF2B5EF4-FFF2-40B4-BE49-F238E27FC236}">
                <a16:creationId xmlns:a16="http://schemas.microsoft.com/office/drawing/2014/main" id="{A1B6F327-7699-38A3-D95E-AD45EC47F6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2233" y="3349440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" name="Line 29">
            <a:extLst>
              <a:ext uri="{FF2B5EF4-FFF2-40B4-BE49-F238E27FC236}">
                <a16:creationId xmlns:a16="http://schemas.microsoft.com/office/drawing/2014/main" id="{393A45A2-9715-33EE-0CAD-CEDC6975F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1637" y="3350132"/>
            <a:ext cx="241300" cy="59680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5" name="Line 29">
            <a:extLst>
              <a:ext uri="{FF2B5EF4-FFF2-40B4-BE49-F238E27FC236}">
                <a16:creationId xmlns:a16="http://schemas.microsoft.com/office/drawing/2014/main" id="{84C1909B-489A-3997-4692-D17ED4E69D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145" y="3921516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E767D67B-A639-762E-DBA7-9BFD21D3AB5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14366" y="3021986"/>
            <a:ext cx="517962" cy="58418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Line 29">
            <a:extLst>
              <a:ext uri="{FF2B5EF4-FFF2-40B4-BE49-F238E27FC236}">
                <a16:creationId xmlns:a16="http://schemas.microsoft.com/office/drawing/2014/main" id="{6C18A53F-3CF5-C974-8246-11ABDEF279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7955" y="3582185"/>
            <a:ext cx="12303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0" name="Line 29">
            <a:extLst>
              <a:ext uri="{FF2B5EF4-FFF2-40B4-BE49-F238E27FC236}">
                <a16:creationId xmlns:a16="http://schemas.microsoft.com/office/drawing/2014/main" id="{6DD039F9-CE47-8AB3-75AF-5A52070402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65933" y="2422126"/>
            <a:ext cx="206313" cy="36499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8E2270D-0034-4B67-7493-F71081474E73}"/>
              </a:ext>
            </a:extLst>
          </p:cNvPr>
          <p:cNvCxnSpPr>
            <a:cxnSpLocks/>
          </p:cNvCxnSpPr>
          <p:nvPr/>
        </p:nvCxnSpPr>
        <p:spPr>
          <a:xfrm flipH="1" flipV="1">
            <a:off x="4483770" y="2758334"/>
            <a:ext cx="0" cy="6862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16">
            <a:extLst>
              <a:ext uri="{FF2B5EF4-FFF2-40B4-BE49-F238E27FC236}">
                <a16:creationId xmlns:a16="http://schemas.microsoft.com/office/drawing/2014/main" id="{2E6C78A1-939E-B368-6B64-78DDAEA7B41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2481" y="1617788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</p:spTree>
    <p:extLst>
      <p:ext uri="{BB962C8B-B14F-4D97-AF65-F5344CB8AC3E}">
        <p14:creationId xmlns:p14="http://schemas.microsoft.com/office/powerpoint/2010/main" val="2768593741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103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0600" y="0"/>
            <a:ext cx="7287251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b="1" dirty="0">
                <a:ea typeface="SimHei" panose="02010609060101010101" pitchFamily="49" charset="-122"/>
              </a:rPr>
              <a:t>Add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=Add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8103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268538" cy="676275"/>
            <a:chOff x="1408" y="1728"/>
            <a:chExt cx="1429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=1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82" name="Rectangle 147">
            <a:extLst>
              <a:ext uri="{FF2B5EF4-FFF2-40B4-BE49-F238E27FC236}">
                <a16:creationId xmlns:a16="http://schemas.microsoft.com/office/drawing/2014/main" id="{A0870C1E-7C59-4A58-9E50-00A8E77F1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" y="608784"/>
            <a:ext cx="2835082" cy="297517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1600" b="0" kern="0" dirty="0">
                <a:ea typeface="SimHei" panose="02010609060101010101" pitchFamily="49" charset="-122"/>
              </a:rPr>
              <a:t>] = 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 + Reg[rt]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EB4424-CFB6-4C72-8858-7DD74DC3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419" y="494489"/>
            <a:ext cx="4979895" cy="576620"/>
          </a:xfrm>
          <a:prstGeom prst="rect">
            <a:avLst/>
          </a:prstGeom>
        </p:spPr>
      </p:pic>
      <p:sp>
        <p:nvSpPr>
          <p:cNvPr id="4" name="Rectangle 216">
            <a:extLst>
              <a:ext uri="{FF2B5EF4-FFF2-40B4-BE49-F238E27FC236}">
                <a16:creationId xmlns:a16="http://schemas.microsoft.com/office/drawing/2014/main" id="{15F881E9-32D4-7D0A-2C06-C1379B5BB89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2481" y="1617788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E813F3C-5FD5-04A5-68D0-FE530DB38BB5}"/>
                  </a:ext>
                </a:extLst>
              </p14:cNvPr>
              <p14:cNvContentPartPr/>
              <p14:nvPr/>
            </p14:nvContentPartPr>
            <p14:xfrm>
              <a:off x="3521520" y="2303280"/>
              <a:ext cx="5402160" cy="44402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E813F3C-5FD5-04A5-68D0-FE530DB38B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12160" y="2293920"/>
                <a:ext cx="5420880" cy="445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2571087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104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990600" y="0"/>
            <a:ext cx="7287251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b="1" dirty="0">
                <a:ea typeface="SimHei" panose="02010609060101010101" pitchFamily="49" charset="-122"/>
              </a:rPr>
              <a:t>Add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=Add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8103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268538" cy="676275"/>
            <a:chOff x="1408" y="1728"/>
            <a:chExt cx="1429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=1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82" name="Rectangle 147">
            <a:extLst>
              <a:ext uri="{FF2B5EF4-FFF2-40B4-BE49-F238E27FC236}">
                <a16:creationId xmlns:a16="http://schemas.microsoft.com/office/drawing/2014/main" id="{A0870C1E-7C59-4A58-9E50-00A8E77F1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" y="608784"/>
            <a:ext cx="2835082" cy="297517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rd</a:t>
            </a:r>
            <a:r>
              <a:rPr lang="en-US" altLang="en-US" sz="1600" b="0" kern="0" dirty="0">
                <a:ea typeface="SimHei" panose="02010609060101010101" pitchFamily="49" charset="-122"/>
              </a:rPr>
              <a:t>] = 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 + Reg[rt]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EB4424-CFB6-4C72-8858-7DD74DC3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419" y="494489"/>
            <a:ext cx="4979895" cy="576620"/>
          </a:xfrm>
          <a:prstGeom prst="rect">
            <a:avLst/>
          </a:prstGeom>
        </p:spPr>
      </p:pic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AEAF6B37-16B1-4CED-2F6D-0C0914B630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14366" y="3021986"/>
            <a:ext cx="517962" cy="58418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ine 29">
            <a:extLst>
              <a:ext uri="{FF2B5EF4-FFF2-40B4-BE49-F238E27FC236}">
                <a16:creationId xmlns:a16="http://schemas.microsoft.com/office/drawing/2014/main" id="{4F43A27E-397B-F385-67BB-01CE2AB141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7955" y="3582185"/>
            <a:ext cx="12303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ECD8A99B-69D1-8792-46A4-70F21D76166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83553" y="3378219"/>
            <a:ext cx="1461607" cy="763302"/>
          </a:xfrm>
          <a:prstGeom prst="bentConnector3">
            <a:avLst>
              <a:gd name="adj1" fmla="val 9896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75D4161-0DA7-18C0-AD9D-AD84159DE167}"/>
              </a:ext>
            </a:extLst>
          </p:cNvPr>
          <p:cNvCxnSpPr>
            <a:cxnSpLocks/>
          </p:cNvCxnSpPr>
          <p:nvPr/>
        </p:nvCxnSpPr>
        <p:spPr>
          <a:xfrm>
            <a:off x="7138499" y="4053325"/>
            <a:ext cx="1011540" cy="134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ine 29">
            <a:extLst>
              <a:ext uri="{FF2B5EF4-FFF2-40B4-BE49-F238E27FC236}">
                <a16:creationId xmlns:a16="http://schemas.microsoft.com/office/drawing/2014/main" id="{AF2B5C24-0657-8277-FCB4-2D2D82BF54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0039" y="5393476"/>
            <a:ext cx="17447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EFDB765-6A4E-FFF7-755E-A61D7A3211C9}"/>
              </a:ext>
            </a:extLst>
          </p:cNvPr>
          <p:cNvCxnSpPr>
            <a:cxnSpLocks/>
          </p:cNvCxnSpPr>
          <p:nvPr/>
        </p:nvCxnSpPr>
        <p:spPr>
          <a:xfrm>
            <a:off x="8150039" y="4066757"/>
            <a:ext cx="0" cy="13362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Line 28">
            <a:extLst>
              <a:ext uri="{FF2B5EF4-FFF2-40B4-BE49-F238E27FC236}">
                <a16:creationId xmlns:a16="http://schemas.microsoft.com/office/drawing/2014/main" id="{52195C15-D65F-C7A7-C477-900C1AA544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7990" y="3962522"/>
            <a:ext cx="54974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" name="Line 54">
            <a:extLst>
              <a:ext uri="{FF2B5EF4-FFF2-40B4-BE49-F238E27FC236}">
                <a16:creationId xmlns:a16="http://schemas.microsoft.com/office/drawing/2014/main" id="{DF47F06D-4ECE-60C0-6EE2-C21C3FE765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697593"/>
            <a:ext cx="529147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" name="Line 55">
            <a:extLst>
              <a:ext uri="{FF2B5EF4-FFF2-40B4-BE49-F238E27FC236}">
                <a16:creationId xmlns:a16="http://schemas.microsoft.com/office/drawing/2014/main" id="{5371E591-113B-7435-C2CB-B4A7C60B25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1" y="3962522"/>
            <a:ext cx="0" cy="274508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" name="Line 89">
            <a:extLst>
              <a:ext uri="{FF2B5EF4-FFF2-40B4-BE49-F238E27FC236}">
                <a16:creationId xmlns:a16="http://schemas.microsoft.com/office/drawing/2014/main" id="{35BCB79C-32CA-7110-9509-91ECB4DDF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47057"/>
            <a:ext cx="0" cy="104660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" name="Line 89">
            <a:extLst>
              <a:ext uri="{FF2B5EF4-FFF2-40B4-BE49-F238E27FC236}">
                <a16:creationId xmlns:a16="http://schemas.microsoft.com/office/drawing/2014/main" id="{B34ED50D-EF81-D369-4230-5DDBAB916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6823" y="5648881"/>
            <a:ext cx="1860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" name="Freeform 123">
            <a:extLst>
              <a:ext uri="{FF2B5EF4-FFF2-40B4-BE49-F238E27FC236}">
                <a16:creationId xmlns:a16="http://schemas.microsoft.com/office/drawing/2014/main" id="{29C6E61F-E722-05EA-1012-00BF50344CCB}"/>
              </a:ext>
            </a:extLst>
          </p:cNvPr>
          <p:cNvSpPr>
            <a:spLocks/>
          </p:cNvSpPr>
          <p:nvPr/>
        </p:nvSpPr>
        <p:spPr bwMode="auto">
          <a:xfrm>
            <a:off x="53712" y="2512723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11C8D9F-467D-A46A-ACA4-389472E6A936}"/>
              </a:ext>
            </a:extLst>
          </p:cNvPr>
          <p:cNvCxnSpPr>
            <a:cxnSpLocks/>
          </p:cNvCxnSpPr>
          <p:nvPr/>
        </p:nvCxnSpPr>
        <p:spPr>
          <a:xfrm>
            <a:off x="2971866" y="3944562"/>
            <a:ext cx="178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622335A-E757-A5A7-C5AD-D0DB6741386D}"/>
              </a:ext>
            </a:extLst>
          </p:cNvPr>
          <p:cNvCxnSpPr>
            <a:cxnSpLocks/>
          </p:cNvCxnSpPr>
          <p:nvPr/>
        </p:nvCxnSpPr>
        <p:spPr>
          <a:xfrm flipH="1" flipV="1">
            <a:off x="3141149" y="2512987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ine 29">
            <a:extLst>
              <a:ext uri="{FF2B5EF4-FFF2-40B4-BE49-F238E27FC236}">
                <a16:creationId xmlns:a16="http://schemas.microsoft.com/office/drawing/2014/main" id="{9390C26F-A725-784D-CC96-3A58A7D94A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2233" y="3349440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8" name="Line 29">
            <a:extLst>
              <a:ext uri="{FF2B5EF4-FFF2-40B4-BE49-F238E27FC236}">
                <a16:creationId xmlns:a16="http://schemas.microsoft.com/office/drawing/2014/main" id="{9595A2F8-FBBF-8008-6668-5BC0C452B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1637" y="3350132"/>
            <a:ext cx="241300" cy="59680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9" name="Line 29">
            <a:extLst>
              <a:ext uri="{FF2B5EF4-FFF2-40B4-BE49-F238E27FC236}">
                <a16:creationId xmlns:a16="http://schemas.microsoft.com/office/drawing/2014/main" id="{8D95A789-4373-9B86-D9FA-6A20489982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145" y="3921516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0" name="Line 29">
            <a:extLst>
              <a:ext uri="{FF2B5EF4-FFF2-40B4-BE49-F238E27FC236}">
                <a16:creationId xmlns:a16="http://schemas.microsoft.com/office/drawing/2014/main" id="{27828B41-1719-C16E-63F4-C9F9E3971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797" y="3707655"/>
            <a:ext cx="70482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" name="Rectangle 216">
            <a:extLst>
              <a:ext uri="{FF2B5EF4-FFF2-40B4-BE49-F238E27FC236}">
                <a16:creationId xmlns:a16="http://schemas.microsoft.com/office/drawing/2014/main" id="{7710BE31-A6BF-9662-048A-B6F296A48E2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42481" y="1617788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</p:spTree>
    <p:extLst>
      <p:ext uri="{BB962C8B-B14F-4D97-AF65-F5344CB8AC3E}">
        <p14:creationId xmlns:p14="http://schemas.microsoft.com/office/powerpoint/2010/main" val="2736593032"/>
      </p:ext>
    </p:extLst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7"/>
          <p:cNvSpPr>
            <a:spLocks noChangeArrowheads="1"/>
          </p:cNvSpPr>
          <p:nvPr/>
        </p:nvSpPr>
        <p:spPr bwMode="auto">
          <a:xfrm>
            <a:off x="304800" y="1579593"/>
            <a:ext cx="86407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49E2623-F209-4EB6-B9BB-971F4FCD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105</a:t>
            </a:fld>
            <a:endParaRPr lang="en-US" altLang="zh-CN" dirty="0"/>
          </a:p>
        </p:txBody>
      </p:sp>
      <p:sp>
        <p:nvSpPr>
          <p:cNvPr id="1664003" name="Rectangle 3"/>
          <p:cNvSpPr>
            <a:spLocks noChangeArrowheads="1"/>
          </p:cNvSpPr>
          <p:nvPr/>
        </p:nvSpPr>
        <p:spPr bwMode="auto">
          <a:xfrm>
            <a:off x="304800" y="1579593"/>
            <a:ext cx="8640763" cy="501419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inst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 	Register Transfer</a:t>
            </a:r>
            <a:r>
              <a:rPr lang="en-US" altLang="zh-CN" sz="1600" u="sng" dirty="0">
                <a:latin typeface="Arial" panose="020B0604020202020204" pitchFamily="34" charset="0"/>
                <a:ea typeface="SimHei" panose="02010609060101010101" pitchFamily="49" charset="-122"/>
              </a:rPr>
              <a:t>    </a:t>
            </a:r>
            <a:endParaRPr lang="en-US" altLang="en-US" sz="1600" u="sng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ADD	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rd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&lt;= 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rs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+ 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rt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];	PC &lt;= PC + 4</a:t>
            </a: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	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RegB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ALUConf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“add”,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RegDst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rd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“+4”</a:t>
            </a:r>
            <a:endParaRPr lang="en-US" altLang="en-US" sz="16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SUB	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rd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&lt;= 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rs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– 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rt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];	PC &lt;= PC + 4</a:t>
            </a: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	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RegB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ALUConf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“sub”,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RegDst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rd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“+4”</a:t>
            </a:r>
            <a:endParaRPr lang="en-US" altLang="en-US" sz="16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ORi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	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rt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&lt;= 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rs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+ 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zero_ext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(Imm16); 	PC &lt;= PC + 4</a:t>
            </a: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	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Im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Extop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“Z”,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ALUConf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“or”,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RegDst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rt,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“+4”</a:t>
            </a:r>
            <a:endParaRPr lang="en-US" altLang="en-US" sz="16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LOAD	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rt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&lt;= MEM[ 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rs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+ 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sign_ext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(Imm16)];	PC &lt;= PC + 4</a:t>
            </a: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	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Im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Extop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“Sn”,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ALUConf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“add”, 						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MemtoReg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RegDst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rt,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	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“+4”</a:t>
            </a:r>
            <a:endParaRPr lang="en-US" altLang="en-US" sz="16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STORE	MEM[ 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rs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+ 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sign_ext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(Imm16)] &lt;= 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rs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];	PC &lt;= PC + 4</a:t>
            </a: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	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Im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Extop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“Sn”,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ALUConf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“add”,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“+4”</a:t>
            </a:r>
            <a:endParaRPr lang="en-US" altLang="en-US" sz="16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BEQ	if ( R[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rs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] == R[rt] ) then PC &lt;= PC +4 + {</a:t>
            </a:r>
            <a:r>
              <a:rPr lang="en-US" altLang="en-US" sz="1600" dirty="0" err="1">
                <a:latin typeface="Arial" panose="020B0604020202020204" pitchFamily="34" charset="0"/>
                <a:ea typeface="SimHei" panose="02010609060101010101" pitchFamily="49" charset="-122"/>
              </a:rPr>
              <a:t>sign_ext</a:t>
            </a: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(Imm16)], 00’b2} else PC&lt;=PC + 4</a:t>
            </a:r>
          </a:p>
          <a:p>
            <a:pPr eaLnBrk="0" hangingPunct="0">
              <a:spcBef>
                <a:spcPct val="50000"/>
              </a:spcBef>
              <a:tabLst>
                <a:tab pos="914400" algn="l"/>
                <a:tab pos="50927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SimHei" panose="02010609060101010101" pitchFamily="49" charset="-122"/>
              </a:rPr>
              <a:t>	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Extop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“Sn”, 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ALUConf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“sub”, </a:t>
            </a:r>
            <a:r>
              <a:rPr lang="en-US" altLang="en-US" sz="1600" dirty="0" err="1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= “Br” and “Zero”</a:t>
            </a:r>
            <a:endParaRPr lang="en-US" altLang="en-US" sz="1600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66568" name="Line 6"/>
          <p:cNvSpPr>
            <a:spLocks noChangeShapeType="1"/>
          </p:cNvSpPr>
          <p:nvPr/>
        </p:nvSpPr>
        <p:spPr bwMode="auto">
          <a:xfrm>
            <a:off x="304800" y="1579593"/>
            <a:ext cx="8640763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5209881-EAB5-7AB6-98E1-37751BC4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子集控制信号小结</a:t>
            </a:r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9404F-6506-43D7-A872-B5C51E78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扩展实现：跳转指令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C9724-A0DD-4632-A901-545EFD14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806CE5-282B-4233-8654-09F35EA875E2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charset="-122"/>
              <a:cs typeface="+mn-cs"/>
            </a:endParaRPr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DA00E9AB-CFE7-9ABD-256C-C8E8658863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3535" y="4148658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84" name="Line 16">
            <a:extLst>
              <a:ext uri="{FF2B5EF4-FFF2-40B4-BE49-F238E27FC236}">
                <a16:creationId xmlns:a16="http://schemas.microsoft.com/office/drawing/2014/main" id="{9678E780-F213-9AC7-6721-BE6FEC4169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2063" y="407209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86" name="Rectangle 17">
            <a:extLst>
              <a:ext uri="{FF2B5EF4-FFF2-40B4-BE49-F238E27FC236}">
                <a16:creationId xmlns:a16="http://schemas.microsoft.com/office/drawing/2014/main" id="{C6A85195-7FE9-30B7-01C4-9D049C191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93" y="414865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32</a:t>
            </a:r>
          </a:p>
        </p:txBody>
      </p:sp>
      <p:sp>
        <p:nvSpPr>
          <p:cNvPr id="271" name="Rectangle 18">
            <a:extLst>
              <a:ext uri="{FF2B5EF4-FFF2-40B4-BE49-F238E27FC236}">
                <a16:creationId xmlns:a16="http://schemas.microsoft.com/office/drawing/2014/main" id="{BC309A49-AE96-C35C-1363-DD8614D59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3501" y="3982616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Result</a:t>
            </a:r>
          </a:p>
        </p:txBody>
      </p:sp>
      <p:sp>
        <p:nvSpPr>
          <p:cNvPr id="273" name="Line 19">
            <a:extLst>
              <a:ext uri="{FF2B5EF4-FFF2-40B4-BE49-F238E27FC236}">
                <a16:creationId xmlns:a16="http://schemas.microsoft.com/office/drawing/2014/main" id="{FF858109-0F8F-5F9A-CBBC-E540E5D55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5180" y="3273949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0EB8A7FD-5F4D-0224-5F2D-CEA790CB3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178" y="3179106"/>
            <a:ext cx="146332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ALU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Conf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=X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22ABFB8C-501C-A25A-B225-F6D10DFD8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321" y="456352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Clk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231C44D6-1E5E-95DE-32E9-99611AE3C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790" y="3721991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busW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670505E6-F90B-4B4B-2C7E-327D62E0D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30" y="3551758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78" name="Line 24">
            <a:extLst>
              <a:ext uri="{FF2B5EF4-FFF2-40B4-BE49-F238E27FC236}">
                <a16:creationId xmlns:a16="http://schemas.microsoft.com/office/drawing/2014/main" id="{9765F148-EE7D-A9F2-F73F-3855C08DD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2439" y="4517812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79" name="Line 25">
            <a:extLst>
              <a:ext uri="{FF2B5EF4-FFF2-40B4-BE49-F238E27FC236}">
                <a16:creationId xmlns:a16="http://schemas.microsoft.com/office/drawing/2014/main" id="{8B7FF1DA-2565-CAD8-9D9D-8884E2FE0B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9580" y="4629769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80" name="Rectangle 27">
            <a:extLst>
              <a:ext uri="{FF2B5EF4-FFF2-40B4-BE49-F238E27FC236}">
                <a16:creationId xmlns:a16="http://schemas.microsoft.com/office/drawing/2014/main" id="{B5F06B2D-F311-80F5-858B-03B8C3EBC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442" y="3004071"/>
            <a:ext cx="105105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RegWr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=0</a:t>
            </a:r>
          </a:p>
        </p:txBody>
      </p:sp>
      <p:sp>
        <p:nvSpPr>
          <p:cNvPr id="281" name="Line 28">
            <a:extLst>
              <a:ext uri="{FF2B5EF4-FFF2-40B4-BE49-F238E27FC236}">
                <a16:creationId xmlns:a16="http://schemas.microsoft.com/office/drawing/2014/main" id="{DEC7E1A5-3B53-B0EE-E0C0-5A9507E00A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3012" y="4072458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82" name="Line 29">
            <a:extLst>
              <a:ext uri="{FF2B5EF4-FFF2-40B4-BE49-F238E27FC236}">
                <a16:creationId xmlns:a16="http://schemas.microsoft.com/office/drawing/2014/main" id="{6CA76BAC-F77A-56BA-EED4-C5D665929C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6211" y="398966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83" name="Rectangle 30">
            <a:extLst>
              <a:ext uri="{FF2B5EF4-FFF2-40B4-BE49-F238E27FC236}">
                <a16:creationId xmlns:a16="http://schemas.microsoft.com/office/drawing/2014/main" id="{55BEF7FE-4D1A-B34D-B869-1160125AA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375" y="402925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32</a:t>
            </a:r>
          </a:p>
        </p:txBody>
      </p:sp>
      <p:sp>
        <p:nvSpPr>
          <p:cNvPr id="284" name="Line 31">
            <a:extLst>
              <a:ext uri="{FF2B5EF4-FFF2-40B4-BE49-F238E27FC236}">
                <a16:creationId xmlns:a16="http://schemas.microsoft.com/office/drawing/2014/main" id="{46C9FCD4-D821-A129-F32E-9E4110DDA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55" y="3697868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85" name="Line 32">
            <a:extLst>
              <a:ext uri="{FF2B5EF4-FFF2-40B4-BE49-F238E27FC236}">
                <a16:creationId xmlns:a16="http://schemas.microsoft.com/office/drawing/2014/main" id="{19039D6B-23AF-FF32-F250-FD612E8252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0155" y="362160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86" name="Rectangle 33">
            <a:extLst>
              <a:ext uri="{FF2B5EF4-FFF2-40B4-BE49-F238E27FC236}">
                <a16:creationId xmlns:a16="http://schemas.microsoft.com/office/drawing/2014/main" id="{EE3235E1-27DA-DFB1-A710-C0E0EA2B3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418" y="376765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32</a:t>
            </a:r>
          </a:p>
        </p:txBody>
      </p:sp>
      <p:sp>
        <p:nvSpPr>
          <p:cNvPr id="287" name="Rectangle 34">
            <a:extLst>
              <a:ext uri="{FF2B5EF4-FFF2-40B4-BE49-F238E27FC236}">
                <a16:creationId xmlns:a16="http://schemas.microsoft.com/office/drawing/2014/main" id="{AACF0B79-0ADA-EB54-1938-C9444DC24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618" y="3386658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busA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88" name="Line 35">
            <a:extLst>
              <a:ext uri="{FF2B5EF4-FFF2-40B4-BE49-F238E27FC236}">
                <a16:creationId xmlns:a16="http://schemas.microsoft.com/office/drawing/2014/main" id="{E8CF86FA-C56D-6460-2D6F-A5F6F40E76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2455" y="329775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89" name="Line 36">
            <a:extLst>
              <a:ext uri="{FF2B5EF4-FFF2-40B4-BE49-F238E27FC236}">
                <a16:creationId xmlns:a16="http://schemas.microsoft.com/office/drawing/2014/main" id="{9AF09CEF-41A2-E1F4-55C6-BC005002F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55" y="4593218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90" name="Line 37">
            <a:extLst>
              <a:ext uri="{FF2B5EF4-FFF2-40B4-BE49-F238E27FC236}">
                <a16:creationId xmlns:a16="http://schemas.microsoft.com/office/drawing/2014/main" id="{E61A80FF-9413-CA03-653F-49BA784407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2955" y="453600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91" name="Rectangle 38">
            <a:extLst>
              <a:ext uri="{FF2B5EF4-FFF2-40B4-BE49-F238E27FC236}">
                <a16:creationId xmlns:a16="http://schemas.microsoft.com/office/drawing/2014/main" id="{B2DA3E85-5931-E14E-50AA-529F47399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618" y="456727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32</a:t>
            </a:r>
          </a:p>
        </p:txBody>
      </p:sp>
      <p:sp>
        <p:nvSpPr>
          <p:cNvPr id="292" name="Rectangle 39">
            <a:extLst>
              <a:ext uri="{FF2B5EF4-FFF2-40B4-BE49-F238E27FC236}">
                <a16:creationId xmlns:a16="http://schemas.microsoft.com/office/drawing/2014/main" id="{49035CA6-C08D-BCDB-DE3F-D09C97BD4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610" y="4254270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busB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93" name="Line 40">
            <a:extLst>
              <a:ext uri="{FF2B5EF4-FFF2-40B4-BE49-F238E27FC236}">
                <a16:creationId xmlns:a16="http://schemas.microsoft.com/office/drawing/2014/main" id="{E9DAEC6F-C82C-FD6E-1761-4552D84F68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4007" y="4629765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94" name="Line 41">
            <a:extLst>
              <a:ext uri="{FF2B5EF4-FFF2-40B4-BE49-F238E27FC236}">
                <a16:creationId xmlns:a16="http://schemas.microsoft.com/office/drawing/2014/main" id="{B08ED199-1CAD-75DD-A384-1F3D44D39E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7255" y="2865958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96" name="Line 42">
            <a:extLst>
              <a:ext uri="{FF2B5EF4-FFF2-40B4-BE49-F238E27FC236}">
                <a16:creationId xmlns:a16="http://schemas.microsoft.com/office/drawing/2014/main" id="{132A5288-3A47-5825-521D-D8C284CC32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7405" y="322790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97" name="Rectangle 43">
            <a:extLst>
              <a:ext uri="{FF2B5EF4-FFF2-40B4-BE49-F238E27FC236}">
                <a16:creationId xmlns:a16="http://schemas.microsoft.com/office/drawing/2014/main" id="{534793B8-B6F7-ED62-2874-40CFFDB06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30818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5</a:t>
            </a:r>
          </a:p>
        </p:txBody>
      </p:sp>
      <p:sp>
        <p:nvSpPr>
          <p:cNvPr id="298" name="Line 44">
            <a:extLst>
              <a:ext uri="{FF2B5EF4-FFF2-40B4-BE49-F238E27FC236}">
                <a16:creationId xmlns:a16="http://schemas.microsoft.com/office/drawing/2014/main" id="{371C8B95-509E-92A9-FF59-61974A5DB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8255" y="312789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299" name="Line 45">
            <a:extLst>
              <a:ext uri="{FF2B5EF4-FFF2-40B4-BE49-F238E27FC236}">
                <a16:creationId xmlns:a16="http://schemas.microsoft.com/office/drawing/2014/main" id="{76AA4D1F-1F83-EE27-EE73-5221284650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78405" y="322790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00" name="Rectangle 46">
            <a:extLst>
              <a:ext uri="{FF2B5EF4-FFF2-40B4-BE49-F238E27FC236}">
                <a16:creationId xmlns:a16="http://schemas.microsoft.com/office/drawing/2014/main" id="{8578425D-76EC-E4DA-DED1-C6F4A5FDD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368" y="30818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5</a:t>
            </a:r>
          </a:p>
        </p:txBody>
      </p:sp>
      <p:sp>
        <p:nvSpPr>
          <p:cNvPr id="301" name="Line 47">
            <a:extLst>
              <a:ext uri="{FF2B5EF4-FFF2-40B4-BE49-F238E27FC236}">
                <a16:creationId xmlns:a16="http://schemas.microsoft.com/office/drawing/2014/main" id="{F7DB60CB-DDE5-A611-C0D7-C0007D2B8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5455" y="312789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02" name="Line 48">
            <a:extLst>
              <a:ext uri="{FF2B5EF4-FFF2-40B4-BE49-F238E27FC236}">
                <a16:creationId xmlns:a16="http://schemas.microsoft.com/office/drawing/2014/main" id="{6EBD7CF5-9941-7BBA-BBED-031504CB78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5605" y="322790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03" name="Rectangle 49">
            <a:extLst>
              <a:ext uri="{FF2B5EF4-FFF2-40B4-BE49-F238E27FC236}">
                <a16:creationId xmlns:a16="http://schemas.microsoft.com/office/drawing/2014/main" id="{C88EEA70-74E6-A863-44F1-58C9E1BAE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568" y="3081858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5</a:t>
            </a:r>
          </a:p>
        </p:txBody>
      </p:sp>
      <p:sp>
        <p:nvSpPr>
          <p:cNvPr id="304" name="Rectangle 50">
            <a:extLst>
              <a:ext uri="{FF2B5EF4-FFF2-40B4-BE49-F238E27FC236}">
                <a16:creationId xmlns:a16="http://schemas.microsoft.com/office/drawing/2014/main" id="{4E68C3C0-BF28-3D45-9C34-616B3B885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3539058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Rw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05" name="Rectangle 51">
            <a:extLst>
              <a:ext uri="{FF2B5EF4-FFF2-40B4-BE49-F238E27FC236}">
                <a16:creationId xmlns:a16="http://schemas.microsoft.com/office/drawing/2014/main" id="{0BB756EE-CB62-3F91-E0DD-45BC475D5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68" y="3539058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Ra</a:t>
            </a:r>
          </a:p>
        </p:txBody>
      </p:sp>
      <p:sp>
        <p:nvSpPr>
          <p:cNvPr id="306" name="Rectangle 52">
            <a:extLst>
              <a:ext uri="{FF2B5EF4-FFF2-40B4-BE49-F238E27FC236}">
                <a16:creationId xmlns:a16="http://schemas.microsoft.com/office/drawing/2014/main" id="{D0FEF065-4595-B8FF-653F-6F2194C9E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568" y="3539058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Rb</a:t>
            </a:r>
          </a:p>
        </p:txBody>
      </p:sp>
      <p:sp>
        <p:nvSpPr>
          <p:cNvPr id="307" name="Rectangle 53">
            <a:extLst>
              <a:ext uri="{FF2B5EF4-FFF2-40B4-BE49-F238E27FC236}">
                <a16:creationId xmlns:a16="http://schemas.microsoft.com/office/drawing/2014/main" id="{3C20069B-DC53-8853-ED64-BDC913884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3843858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32 32-bit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Registers</a:t>
            </a:r>
          </a:p>
        </p:txBody>
      </p:sp>
      <p:sp>
        <p:nvSpPr>
          <p:cNvPr id="308" name="Line 54">
            <a:extLst>
              <a:ext uri="{FF2B5EF4-FFF2-40B4-BE49-F238E27FC236}">
                <a16:creationId xmlns:a16="http://schemas.microsoft.com/office/drawing/2014/main" id="{801E8ECE-BA20-A24C-17E9-FD386A41FF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3011" y="6741492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09" name="Line 55">
            <a:extLst>
              <a:ext uri="{FF2B5EF4-FFF2-40B4-BE49-F238E27FC236}">
                <a16:creationId xmlns:a16="http://schemas.microsoft.com/office/drawing/2014/main" id="{D30052B7-8209-04DF-2728-664EBBA4E6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3012" y="4064102"/>
            <a:ext cx="0" cy="267738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10" name="Rectangle 56">
            <a:extLst>
              <a:ext uri="{FF2B5EF4-FFF2-40B4-BE49-F238E27FC236}">
                <a16:creationId xmlns:a16="http://schemas.microsoft.com/office/drawing/2014/main" id="{114E04BC-5DB2-F1D4-29E3-3195B65C5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268" y="2827858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Rs</a:t>
            </a:r>
          </a:p>
        </p:txBody>
      </p:sp>
      <p:sp>
        <p:nvSpPr>
          <p:cNvPr id="311" name="Line 88">
            <a:extLst>
              <a:ext uri="{FF2B5EF4-FFF2-40B4-BE49-F238E27FC236}">
                <a16:creationId xmlns:a16="http://schemas.microsoft.com/office/drawing/2014/main" id="{B3ECEDB4-0C5B-EF0B-6C5C-BF6FCD283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0667" y="4605858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12" name="Line 89">
            <a:extLst>
              <a:ext uri="{FF2B5EF4-FFF2-40B4-BE49-F238E27FC236}">
                <a16:creationId xmlns:a16="http://schemas.microsoft.com/office/drawing/2014/main" id="{C7C886F8-1363-8689-253F-CFCBCF2E1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4487" y="5758239"/>
            <a:ext cx="0" cy="98325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grpSp>
        <p:nvGrpSpPr>
          <p:cNvPr id="313" name="组合 312">
            <a:extLst>
              <a:ext uri="{FF2B5EF4-FFF2-40B4-BE49-F238E27FC236}">
                <a16:creationId xmlns:a16="http://schemas.microsoft.com/office/drawing/2014/main" id="{3C7F4FEC-70DE-0113-21F7-C7242E77A956}"/>
              </a:ext>
            </a:extLst>
          </p:cNvPr>
          <p:cNvGrpSpPr/>
          <p:nvPr/>
        </p:nvGrpSpPr>
        <p:grpSpPr>
          <a:xfrm>
            <a:off x="6657212" y="3551758"/>
            <a:ext cx="505337" cy="1193800"/>
            <a:chOff x="5799138" y="4889500"/>
            <a:chExt cx="505337" cy="1193800"/>
          </a:xfrm>
        </p:grpSpPr>
        <p:grpSp>
          <p:nvGrpSpPr>
            <p:cNvPr id="314" name="Group 4">
              <a:extLst>
                <a:ext uri="{FF2B5EF4-FFF2-40B4-BE49-F238E27FC236}">
                  <a16:creationId xmlns:a16="http://schemas.microsoft.com/office/drawing/2014/main" id="{7F95C558-9FF2-2688-CF7F-0359E8419E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16" name="Line 5">
                <a:extLst>
                  <a:ext uri="{FF2B5EF4-FFF2-40B4-BE49-F238E27FC236}">
                    <a16:creationId xmlns:a16="http://schemas.microsoft.com/office/drawing/2014/main" id="{1DE75273-B294-D070-C2DA-0799CFCB5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17" name="Line 6">
                <a:extLst>
                  <a:ext uri="{FF2B5EF4-FFF2-40B4-BE49-F238E27FC236}">
                    <a16:creationId xmlns:a16="http://schemas.microsoft.com/office/drawing/2014/main" id="{2B04325C-36EE-B832-6269-063A9F51E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18" name="Line 7">
                <a:extLst>
                  <a:ext uri="{FF2B5EF4-FFF2-40B4-BE49-F238E27FC236}">
                    <a16:creationId xmlns:a16="http://schemas.microsoft.com/office/drawing/2014/main" id="{B6452424-86C0-64F4-CEEE-A5FA17BD0C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19" name="Line 8">
                <a:extLst>
                  <a:ext uri="{FF2B5EF4-FFF2-40B4-BE49-F238E27FC236}">
                    <a16:creationId xmlns:a16="http://schemas.microsoft.com/office/drawing/2014/main" id="{06F26C28-1687-485F-08DF-1ACAEA827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20" name="Line 9">
                <a:extLst>
                  <a:ext uri="{FF2B5EF4-FFF2-40B4-BE49-F238E27FC236}">
                    <a16:creationId xmlns:a16="http://schemas.microsoft.com/office/drawing/2014/main" id="{D8A740A1-27F0-0A3A-099C-9290C7109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21" name="Line 10">
                <a:extLst>
                  <a:ext uri="{FF2B5EF4-FFF2-40B4-BE49-F238E27FC236}">
                    <a16:creationId xmlns:a16="http://schemas.microsoft.com/office/drawing/2014/main" id="{B26E60DC-4986-C039-F12A-3394A490F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22" name="Line 11">
                <a:extLst>
                  <a:ext uri="{FF2B5EF4-FFF2-40B4-BE49-F238E27FC236}">
                    <a16:creationId xmlns:a16="http://schemas.microsoft.com/office/drawing/2014/main" id="{507B93F0-5041-3145-6CB0-DC6C0BA96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23" name="Line 12">
                <a:extLst>
                  <a:ext uri="{FF2B5EF4-FFF2-40B4-BE49-F238E27FC236}">
                    <a16:creationId xmlns:a16="http://schemas.microsoft.com/office/drawing/2014/main" id="{B725EBF2-5F65-1DDE-BAB0-8D9F5E59F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315" name="Rectangle 58">
              <a:extLst>
                <a:ext uri="{FF2B5EF4-FFF2-40B4-BE49-F238E27FC236}">
                  <a16:creationId xmlns:a16="http://schemas.microsoft.com/office/drawing/2014/main" id="{55826553-5B59-A728-4A8D-236487296E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6337" y="5305706"/>
              <a:ext cx="58028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ALU</a:t>
              </a:r>
            </a:p>
          </p:txBody>
        </p:sp>
      </p:grpSp>
      <p:sp>
        <p:nvSpPr>
          <p:cNvPr id="324" name="Rectangle 62">
            <a:extLst>
              <a:ext uri="{FF2B5EF4-FFF2-40B4-BE49-F238E27FC236}">
                <a16:creationId xmlns:a16="http://schemas.microsoft.com/office/drawing/2014/main" id="{F0ADFFFB-0ADA-B4B9-CE71-148FF11C5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98" y="4935531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25" name="Rectangle 63">
            <a:extLst>
              <a:ext uri="{FF2B5EF4-FFF2-40B4-BE49-F238E27FC236}">
                <a16:creationId xmlns:a16="http://schemas.microsoft.com/office/drawing/2014/main" id="{2F7B4281-FF1D-02E7-455B-49B323DAC73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87637" y="5168380"/>
            <a:ext cx="8800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ImmExt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26" name="Rectangle 64">
            <a:extLst>
              <a:ext uri="{FF2B5EF4-FFF2-40B4-BE49-F238E27FC236}">
                <a16:creationId xmlns:a16="http://schemas.microsoft.com/office/drawing/2014/main" id="{F8B13C47-46C5-0AEE-C757-03A8904101D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09499" y="4758525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Mux</a:t>
            </a:r>
          </a:p>
        </p:txBody>
      </p:sp>
      <p:sp>
        <p:nvSpPr>
          <p:cNvPr id="327" name="Line 79">
            <a:extLst>
              <a:ext uri="{FF2B5EF4-FFF2-40B4-BE49-F238E27FC236}">
                <a16:creationId xmlns:a16="http://schemas.microsoft.com/office/drawing/2014/main" id="{434B2247-211B-46B8-2E9F-86437DC00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6098" y="5303831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28" name="Line 82">
            <a:extLst>
              <a:ext uri="{FF2B5EF4-FFF2-40B4-BE49-F238E27FC236}">
                <a16:creationId xmlns:a16="http://schemas.microsoft.com/office/drawing/2014/main" id="{E61627BE-B03B-5000-B31C-75217D706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969" y="5302244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29" name="Line 83">
            <a:extLst>
              <a:ext uri="{FF2B5EF4-FFF2-40B4-BE49-F238E27FC236}">
                <a16:creationId xmlns:a16="http://schemas.microsoft.com/office/drawing/2014/main" id="{7ABB6098-9392-E4D6-B9EE-CC2A965DAA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5346" y="523229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30" name="Rectangle 84">
            <a:extLst>
              <a:ext uri="{FF2B5EF4-FFF2-40B4-BE49-F238E27FC236}">
                <a16:creationId xmlns:a16="http://schemas.microsoft.com/office/drawing/2014/main" id="{CF8E731E-C4A8-4BAE-D6D7-79B047BE3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9168" y="5380031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16</a:t>
            </a:r>
          </a:p>
        </p:txBody>
      </p:sp>
      <p:sp>
        <p:nvSpPr>
          <p:cNvPr id="331" name="Rectangle 85">
            <a:extLst>
              <a:ext uri="{FF2B5EF4-FFF2-40B4-BE49-F238E27FC236}">
                <a16:creationId xmlns:a16="http://schemas.microsoft.com/office/drawing/2014/main" id="{68A50A8A-0C49-CAB3-4DC5-D8DBBD3DD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68" y="5227631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imm16</a:t>
            </a:r>
          </a:p>
        </p:txBody>
      </p:sp>
      <p:sp>
        <p:nvSpPr>
          <p:cNvPr id="332" name="Line 86">
            <a:extLst>
              <a:ext uri="{FF2B5EF4-FFF2-40B4-BE49-F238E27FC236}">
                <a16:creationId xmlns:a16="http://schemas.microsoft.com/office/drawing/2014/main" id="{BEC060BE-0468-8416-2730-E12D1C99E3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8307" y="3263239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33" name="Rectangle 87">
            <a:extLst>
              <a:ext uri="{FF2B5EF4-FFF2-40B4-BE49-F238E27FC236}">
                <a16:creationId xmlns:a16="http://schemas.microsoft.com/office/drawing/2014/main" id="{2AFF7FA5-1836-E575-BDC4-AD144F8A9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752" y="2951713"/>
            <a:ext cx="114454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ALUSrc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=X</a:t>
            </a:r>
          </a:p>
        </p:txBody>
      </p:sp>
      <p:grpSp>
        <p:nvGrpSpPr>
          <p:cNvPr id="334" name="Group 57">
            <a:extLst>
              <a:ext uri="{FF2B5EF4-FFF2-40B4-BE49-F238E27FC236}">
                <a16:creationId xmlns:a16="http://schemas.microsoft.com/office/drawing/2014/main" id="{50EB9155-ED60-4A7A-2B93-D38E9F365F95}"/>
              </a:ext>
            </a:extLst>
          </p:cNvPr>
          <p:cNvGrpSpPr>
            <a:grpSpLocks/>
          </p:cNvGrpSpPr>
          <p:nvPr/>
        </p:nvGrpSpPr>
        <p:grpSpPr bwMode="auto">
          <a:xfrm>
            <a:off x="6059517" y="4319046"/>
            <a:ext cx="311150" cy="1117600"/>
            <a:chOff x="3116" y="3032"/>
            <a:chExt cx="196" cy="704"/>
          </a:xfrm>
        </p:grpSpPr>
        <p:sp>
          <p:nvSpPr>
            <p:cNvPr id="335" name="Line 58">
              <a:extLst>
                <a:ext uri="{FF2B5EF4-FFF2-40B4-BE49-F238E27FC236}">
                  <a16:creationId xmlns:a16="http://schemas.microsoft.com/office/drawing/2014/main" id="{B82B7285-E53C-5D32-4B01-4F87E4A08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36" name="Line 59">
              <a:extLst>
                <a:ext uri="{FF2B5EF4-FFF2-40B4-BE49-F238E27FC236}">
                  <a16:creationId xmlns:a16="http://schemas.microsoft.com/office/drawing/2014/main" id="{CC1A5019-D05B-EF52-0480-E703629D2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37" name="Line 60">
              <a:extLst>
                <a:ext uri="{FF2B5EF4-FFF2-40B4-BE49-F238E27FC236}">
                  <a16:creationId xmlns:a16="http://schemas.microsoft.com/office/drawing/2014/main" id="{1248553C-E0D3-0AC5-AF1E-337E71719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38" name="Line 61">
              <a:extLst>
                <a:ext uri="{FF2B5EF4-FFF2-40B4-BE49-F238E27FC236}">
                  <a16:creationId xmlns:a16="http://schemas.microsoft.com/office/drawing/2014/main" id="{D7FF839A-E43D-3C20-585D-19E37D83B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</p:grpSp>
      <p:sp>
        <p:nvSpPr>
          <p:cNvPr id="339" name="Line 89">
            <a:extLst>
              <a:ext uri="{FF2B5EF4-FFF2-40B4-BE49-F238E27FC236}">
                <a16:creationId xmlns:a16="http://schemas.microsoft.com/office/drawing/2014/main" id="{FAF8FD7A-2AA2-26E6-421F-C56F49D41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2586" y="414230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40" name="Rectangle 114">
            <a:extLst>
              <a:ext uri="{FF2B5EF4-FFF2-40B4-BE49-F238E27FC236}">
                <a16:creationId xmlns:a16="http://schemas.microsoft.com/office/drawing/2014/main" id="{6E1FB31F-3DB0-2B18-8A6E-FFDE9A9B3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914" y="5484902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41" name="Line 115">
            <a:extLst>
              <a:ext uri="{FF2B5EF4-FFF2-40B4-BE49-F238E27FC236}">
                <a16:creationId xmlns:a16="http://schemas.microsoft.com/office/drawing/2014/main" id="{A3B08443-0A30-2F40-06BE-B6FB21D32A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1669" y="6505992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42" name="Rectangle 116">
            <a:extLst>
              <a:ext uri="{FF2B5EF4-FFF2-40B4-BE49-F238E27FC236}">
                <a16:creationId xmlns:a16="http://schemas.microsoft.com/office/drawing/2014/main" id="{CDFB9569-4647-7C2B-E64D-38B4CD19A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78" y="620000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Clk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43" name="Rectangle 117">
            <a:extLst>
              <a:ext uri="{FF2B5EF4-FFF2-40B4-BE49-F238E27FC236}">
                <a16:creationId xmlns:a16="http://schemas.microsoft.com/office/drawing/2014/main" id="{31F29743-A11C-043B-5360-A783225CA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3274" y="5658689"/>
            <a:ext cx="8447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Data In</a:t>
            </a:r>
          </a:p>
        </p:txBody>
      </p:sp>
      <p:sp>
        <p:nvSpPr>
          <p:cNvPr id="344" name="Line 118">
            <a:extLst>
              <a:ext uri="{FF2B5EF4-FFF2-40B4-BE49-F238E27FC236}">
                <a16:creationId xmlns:a16="http://schemas.microsoft.com/office/drawing/2014/main" id="{713A1BE8-A368-B67F-83CD-C9CCAF87E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6740" y="6412002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45" name="Line 119">
            <a:extLst>
              <a:ext uri="{FF2B5EF4-FFF2-40B4-BE49-F238E27FC236}">
                <a16:creationId xmlns:a16="http://schemas.microsoft.com/office/drawing/2014/main" id="{B61346D3-1961-8964-0DBB-87BF05F5FF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9439" y="6505992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46" name="Rectangle 121">
            <a:extLst>
              <a:ext uri="{FF2B5EF4-FFF2-40B4-BE49-F238E27FC236}">
                <a16:creationId xmlns:a16="http://schemas.microsoft.com/office/drawing/2014/main" id="{FD24617C-3035-C4F4-8C55-DFF99179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0864" y="5469027"/>
            <a:ext cx="69198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WrEn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47" name="Line 122">
            <a:extLst>
              <a:ext uri="{FF2B5EF4-FFF2-40B4-BE49-F238E27FC236}">
                <a16:creationId xmlns:a16="http://schemas.microsoft.com/office/drawing/2014/main" id="{4B8A033D-902B-78D5-5FFA-E72127A53A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7862" y="5978614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48" name="Line 123">
            <a:extLst>
              <a:ext uri="{FF2B5EF4-FFF2-40B4-BE49-F238E27FC236}">
                <a16:creationId xmlns:a16="http://schemas.microsoft.com/office/drawing/2014/main" id="{507E38B9-2937-708A-585E-3990191292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3189" y="5913527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49" name="Rectangle 124">
            <a:extLst>
              <a:ext uri="{FF2B5EF4-FFF2-40B4-BE49-F238E27FC236}">
                <a16:creationId xmlns:a16="http://schemas.microsoft.com/office/drawing/2014/main" id="{B9BB3576-75A3-9AB3-B961-EFF2BB80C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283" y="5919850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32</a:t>
            </a:r>
          </a:p>
        </p:txBody>
      </p:sp>
      <p:sp>
        <p:nvSpPr>
          <p:cNvPr id="350" name="Line 125">
            <a:extLst>
              <a:ext uri="{FF2B5EF4-FFF2-40B4-BE49-F238E27FC236}">
                <a16:creationId xmlns:a16="http://schemas.microsoft.com/office/drawing/2014/main" id="{57B8AA9B-D2DE-6AA0-7461-9910E74EFA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1539" y="5243602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51" name="Rectangle 127">
            <a:extLst>
              <a:ext uri="{FF2B5EF4-FFF2-40B4-BE49-F238E27FC236}">
                <a16:creationId xmlns:a16="http://schemas.microsoft.com/office/drawing/2014/main" id="{7A30FF72-C767-A04C-0AD0-FD90FAB32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052" y="5470614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Addr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52" name="Rectangle 128">
            <a:extLst>
              <a:ext uri="{FF2B5EF4-FFF2-40B4-BE49-F238E27FC236}">
                <a16:creationId xmlns:a16="http://schemas.microsoft.com/office/drawing/2014/main" id="{CF6134FD-0261-CBFA-D16B-B017B6289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932" y="5801759"/>
            <a:ext cx="9249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Data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Memory</a:t>
            </a:r>
          </a:p>
        </p:txBody>
      </p:sp>
      <p:sp>
        <p:nvSpPr>
          <p:cNvPr id="353" name="Line 130">
            <a:extLst>
              <a:ext uri="{FF2B5EF4-FFF2-40B4-BE49-F238E27FC236}">
                <a16:creationId xmlns:a16="http://schemas.microsoft.com/office/drawing/2014/main" id="{8EBFAFC2-32A9-3C65-859D-F0024679BE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33889" y="5983731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54" name="Rectangle 131">
            <a:extLst>
              <a:ext uri="{FF2B5EF4-FFF2-40B4-BE49-F238E27FC236}">
                <a16:creationId xmlns:a16="http://schemas.microsoft.com/office/drawing/2014/main" id="{CBB6CA55-FD98-C3F0-2DA7-EBDDEC314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140" y="572699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32</a:t>
            </a:r>
          </a:p>
        </p:txBody>
      </p:sp>
      <p:sp>
        <p:nvSpPr>
          <p:cNvPr id="355" name="Rectangle 133">
            <a:extLst>
              <a:ext uri="{FF2B5EF4-FFF2-40B4-BE49-F238E27FC236}">
                <a16:creationId xmlns:a16="http://schemas.microsoft.com/office/drawing/2014/main" id="{62CE9167-7BFF-53C8-8836-E46E1689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2315" y="4972371"/>
            <a:ext cx="11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MemWr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=0</a:t>
            </a:r>
          </a:p>
        </p:txBody>
      </p:sp>
      <p:sp>
        <p:nvSpPr>
          <p:cNvPr id="356" name="Line 122">
            <a:extLst>
              <a:ext uri="{FF2B5EF4-FFF2-40B4-BE49-F238E27FC236}">
                <a16:creationId xmlns:a16="http://schemas.microsoft.com/office/drawing/2014/main" id="{23A26D53-FAB7-7E7B-B228-DCF3F6CBE3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7038" y="6045289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57" name="Rectangle 117">
            <a:extLst>
              <a:ext uri="{FF2B5EF4-FFF2-40B4-BE49-F238E27FC236}">
                <a16:creationId xmlns:a16="http://schemas.microsoft.com/office/drawing/2014/main" id="{474A07A1-788B-52A2-57DA-353476F67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611" y="5746223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Data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Out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grpSp>
        <p:nvGrpSpPr>
          <p:cNvPr id="358" name="Group 57">
            <a:extLst>
              <a:ext uri="{FF2B5EF4-FFF2-40B4-BE49-F238E27FC236}">
                <a16:creationId xmlns:a16="http://schemas.microsoft.com/office/drawing/2014/main" id="{56942AF0-1916-F26A-F828-2A7DE30A53E3}"/>
              </a:ext>
            </a:extLst>
          </p:cNvPr>
          <p:cNvGrpSpPr>
            <a:grpSpLocks/>
          </p:cNvGrpSpPr>
          <p:nvPr/>
        </p:nvGrpSpPr>
        <p:grpSpPr bwMode="auto">
          <a:xfrm>
            <a:off x="8267320" y="5189531"/>
            <a:ext cx="311150" cy="1117600"/>
            <a:chOff x="3116" y="3032"/>
            <a:chExt cx="196" cy="704"/>
          </a:xfrm>
        </p:grpSpPr>
        <p:sp>
          <p:nvSpPr>
            <p:cNvPr id="359" name="Line 58">
              <a:extLst>
                <a:ext uri="{FF2B5EF4-FFF2-40B4-BE49-F238E27FC236}">
                  <a16:creationId xmlns:a16="http://schemas.microsoft.com/office/drawing/2014/main" id="{0A92DC14-BD39-933B-A974-72F45A70C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60" name="Line 59">
              <a:extLst>
                <a:ext uri="{FF2B5EF4-FFF2-40B4-BE49-F238E27FC236}">
                  <a16:creationId xmlns:a16="http://schemas.microsoft.com/office/drawing/2014/main" id="{2C38B0A0-C772-8FBA-BE13-D894BC42C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61" name="Line 60">
              <a:extLst>
                <a:ext uri="{FF2B5EF4-FFF2-40B4-BE49-F238E27FC236}">
                  <a16:creationId xmlns:a16="http://schemas.microsoft.com/office/drawing/2014/main" id="{CCE00BCB-5B43-EC83-8B4D-9393830598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62" name="Line 61">
              <a:extLst>
                <a:ext uri="{FF2B5EF4-FFF2-40B4-BE49-F238E27FC236}">
                  <a16:creationId xmlns:a16="http://schemas.microsoft.com/office/drawing/2014/main" id="{D54CE562-B859-F4B9-4C86-96CADE363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</p:grpSp>
      <p:sp>
        <p:nvSpPr>
          <p:cNvPr id="363" name="Line 89">
            <a:extLst>
              <a:ext uri="{FF2B5EF4-FFF2-40B4-BE49-F238E27FC236}">
                <a16:creationId xmlns:a16="http://schemas.microsoft.com/office/drawing/2014/main" id="{F4C90AAC-6490-18AB-0619-5CC4062DF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8470" y="5767381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64" name="Line 89">
            <a:extLst>
              <a:ext uri="{FF2B5EF4-FFF2-40B4-BE49-F238E27FC236}">
                <a16:creationId xmlns:a16="http://schemas.microsoft.com/office/drawing/2014/main" id="{25E1AFC2-1CFC-15AC-288A-19E57FED9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2302" y="414230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65" name="Line 89">
            <a:extLst>
              <a:ext uri="{FF2B5EF4-FFF2-40B4-BE49-F238E27FC236}">
                <a16:creationId xmlns:a16="http://schemas.microsoft.com/office/drawing/2014/main" id="{7FED3066-F35F-E287-43C3-8F2599AE0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2302" y="5478552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66" name="Rectangle 64">
            <a:extLst>
              <a:ext uri="{FF2B5EF4-FFF2-40B4-BE49-F238E27FC236}">
                <a16:creationId xmlns:a16="http://schemas.microsoft.com/office/drawing/2014/main" id="{473A9400-4C89-532E-2BCD-F5750FFCC3A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31229" y="563546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Mux</a:t>
            </a:r>
          </a:p>
        </p:txBody>
      </p:sp>
      <p:sp>
        <p:nvSpPr>
          <p:cNvPr id="367" name="Line 19">
            <a:extLst>
              <a:ext uri="{FF2B5EF4-FFF2-40B4-BE49-F238E27FC236}">
                <a16:creationId xmlns:a16="http://schemas.microsoft.com/office/drawing/2014/main" id="{3970E497-CE6A-F34F-05AF-8DC342E5A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0763" y="4827046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68" name="Line 112">
            <a:extLst>
              <a:ext uri="{FF2B5EF4-FFF2-40B4-BE49-F238E27FC236}">
                <a16:creationId xmlns:a16="http://schemas.microsoft.com/office/drawing/2014/main" id="{585F584E-7966-33E6-9A08-446BE4C75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6582" y="5752481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69" name="Rectangle 113">
            <a:extLst>
              <a:ext uri="{FF2B5EF4-FFF2-40B4-BE49-F238E27FC236}">
                <a16:creationId xmlns:a16="http://schemas.microsoft.com/office/drawing/2014/main" id="{3536F493-BA32-EAF9-46A8-C73FB7AFE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364" y="5854998"/>
            <a:ext cx="100989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ExtOp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=X</a:t>
            </a:r>
          </a:p>
        </p:txBody>
      </p:sp>
      <p:sp>
        <p:nvSpPr>
          <p:cNvPr id="370" name="Line 89">
            <a:extLst>
              <a:ext uri="{FF2B5EF4-FFF2-40B4-BE49-F238E27FC236}">
                <a16:creationId xmlns:a16="http://schemas.microsoft.com/office/drawing/2014/main" id="{44B2B256-7FA0-4549-7D42-C33241D83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7862" y="4593217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grpSp>
        <p:nvGrpSpPr>
          <p:cNvPr id="371" name="Group 65">
            <a:extLst>
              <a:ext uri="{FF2B5EF4-FFF2-40B4-BE49-F238E27FC236}">
                <a16:creationId xmlns:a16="http://schemas.microsoft.com/office/drawing/2014/main" id="{975EB63A-ABEA-D0C4-03EF-F2649BD6CD1E}"/>
              </a:ext>
            </a:extLst>
          </p:cNvPr>
          <p:cNvGrpSpPr>
            <a:grpSpLocks/>
          </p:cNvGrpSpPr>
          <p:nvPr/>
        </p:nvGrpSpPr>
        <p:grpSpPr bwMode="auto">
          <a:xfrm>
            <a:off x="3864007" y="2216958"/>
            <a:ext cx="2251076" cy="676275"/>
            <a:chOff x="1408" y="1728"/>
            <a:chExt cx="1418" cy="426"/>
          </a:xfrm>
        </p:grpSpPr>
        <p:sp>
          <p:nvSpPr>
            <p:cNvPr id="372" name="Rectangle 67">
              <a:extLst>
                <a:ext uri="{FF2B5EF4-FFF2-40B4-BE49-F238E27FC236}">
                  <a16:creationId xmlns:a16="http://schemas.microsoft.com/office/drawing/2014/main" id="{07292469-9FA2-6CCE-0A3E-68CFCA908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Rt</a:t>
              </a:r>
            </a:p>
          </p:txBody>
        </p:sp>
        <p:grpSp>
          <p:nvGrpSpPr>
            <p:cNvPr id="373" name="Group 68">
              <a:extLst>
                <a:ext uri="{FF2B5EF4-FFF2-40B4-BE49-F238E27FC236}">
                  <a16:creationId xmlns:a16="http://schemas.microsoft.com/office/drawing/2014/main" id="{F8DECF86-3E5B-6668-D778-538061DE67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380" name="Line 69">
                <a:extLst>
                  <a:ext uri="{FF2B5EF4-FFF2-40B4-BE49-F238E27FC236}">
                    <a16:creationId xmlns:a16="http://schemas.microsoft.com/office/drawing/2014/main" id="{27A29E1D-2EA2-9477-0204-E6CD5027E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81" name="Line 70">
                <a:extLst>
                  <a:ext uri="{FF2B5EF4-FFF2-40B4-BE49-F238E27FC236}">
                    <a16:creationId xmlns:a16="http://schemas.microsoft.com/office/drawing/2014/main" id="{E3EFA512-26E0-5D36-724C-C9F1B3DE2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82" name="Line 71">
                <a:extLst>
                  <a:ext uri="{FF2B5EF4-FFF2-40B4-BE49-F238E27FC236}">
                    <a16:creationId xmlns:a16="http://schemas.microsoft.com/office/drawing/2014/main" id="{4FD9422A-7924-4EE4-2C95-6CCD7F372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383" name="Line 72">
                <a:extLst>
                  <a:ext uri="{FF2B5EF4-FFF2-40B4-BE49-F238E27FC236}">
                    <a16:creationId xmlns:a16="http://schemas.microsoft.com/office/drawing/2014/main" id="{4C17FDC4-740F-73CC-B8D2-C096FF492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374" name="Line 73">
              <a:extLst>
                <a:ext uri="{FF2B5EF4-FFF2-40B4-BE49-F238E27FC236}">
                  <a16:creationId xmlns:a16="http://schemas.microsoft.com/office/drawing/2014/main" id="{5B795199-37BA-1807-5042-0AC6499B1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75" name="Line 74">
              <a:extLst>
                <a:ext uri="{FF2B5EF4-FFF2-40B4-BE49-F238E27FC236}">
                  <a16:creationId xmlns:a16="http://schemas.microsoft.com/office/drawing/2014/main" id="{D7CC8924-8EE7-9E3A-2EB4-BD171D452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76" name="Rectangle 75">
              <a:extLst>
                <a:ext uri="{FF2B5EF4-FFF2-40B4-BE49-F238E27FC236}">
                  <a16:creationId xmlns:a16="http://schemas.microsoft.com/office/drawing/2014/main" id="{90D19FA5-19E7-FA6D-FCFF-1730F4943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Rd</a:t>
              </a:r>
            </a:p>
          </p:txBody>
        </p:sp>
        <p:sp>
          <p:nvSpPr>
            <p:cNvPr id="377" name="Line 76">
              <a:extLst>
                <a:ext uri="{FF2B5EF4-FFF2-40B4-BE49-F238E27FC236}">
                  <a16:creationId xmlns:a16="http://schemas.microsoft.com/office/drawing/2014/main" id="{2B2E9B5F-0B07-3E12-384F-931D30502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64"/>
              <a:ext cx="4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78" name="Rectangle 77">
              <a:extLst>
                <a:ext uri="{FF2B5EF4-FFF2-40B4-BE49-F238E27FC236}">
                  <a16:creationId xmlns:a16="http://schemas.microsoft.com/office/drawing/2014/main" id="{B2D72B07-53FD-0DBA-4F1C-C30DEC8CE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" y="1862"/>
              <a:ext cx="70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RegDst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=X</a:t>
              </a:r>
            </a:p>
          </p:txBody>
        </p:sp>
        <p:sp>
          <p:nvSpPr>
            <p:cNvPr id="379" name="Rectangle 78">
              <a:extLst>
                <a:ext uri="{FF2B5EF4-FFF2-40B4-BE49-F238E27FC236}">
                  <a16:creationId xmlns:a16="http://schemas.microsoft.com/office/drawing/2014/main" id="{5DE3EFBE-024D-8E4D-F825-7A8099F32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Mux</a:t>
              </a:r>
            </a:p>
          </p:txBody>
        </p:sp>
      </p:grpSp>
      <p:sp>
        <p:nvSpPr>
          <p:cNvPr id="384" name="Rectangle 20">
            <a:extLst>
              <a:ext uri="{FF2B5EF4-FFF2-40B4-BE49-F238E27FC236}">
                <a16:creationId xmlns:a16="http://schemas.microsoft.com/office/drawing/2014/main" id="{4A1C6419-33E1-1BBC-4E6E-75E345767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9549" y="4484345"/>
            <a:ext cx="118862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MemtoReg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=X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85" name="Line 116">
            <a:extLst>
              <a:ext uri="{FF2B5EF4-FFF2-40B4-BE49-F238E27FC236}">
                <a16:creationId xmlns:a16="http://schemas.microsoft.com/office/drawing/2014/main" id="{964385E7-B6BC-1CE7-82C0-2C24B51C4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68" y="1212511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86" name="Rectangle 117">
            <a:extLst>
              <a:ext uri="{FF2B5EF4-FFF2-40B4-BE49-F238E27FC236}">
                <a16:creationId xmlns:a16="http://schemas.microsoft.com/office/drawing/2014/main" id="{80F8FABA-4642-31DC-F9BE-8C97F38B9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041" y="1051506"/>
            <a:ext cx="176971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Instruction&lt;31:0&gt;</a:t>
            </a:r>
          </a:p>
        </p:txBody>
      </p:sp>
      <p:sp>
        <p:nvSpPr>
          <p:cNvPr id="387" name="Line 124">
            <a:extLst>
              <a:ext uri="{FF2B5EF4-FFF2-40B4-BE49-F238E27FC236}">
                <a16:creationId xmlns:a16="http://schemas.microsoft.com/office/drawing/2014/main" id="{D2661078-C673-D700-F134-4D9012192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4496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88" name="Rectangle 125">
            <a:extLst>
              <a:ext uri="{FF2B5EF4-FFF2-40B4-BE49-F238E27FC236}">
                <a16:creationId xmlns:a16="http://schemas.microsoft.com/office/drawing/2014/main" id="{14DC0EBF-826A-232A-B395-F797E6E566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76505" y="1431886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&lt;21:25&gt;</a:t>
            </a:r>
          </a:p>
        </p:txBody>
      </p:sp>
      <p:sp>
        <p:nvSpPr>
          <p:cNvPr id="389" name="Rectangle 126">
            <a:extLst>
              <a:ext uri="{FF2B5EF4-FFF2-40B4-BE49-F238E27FC236}">
                <a16:creationId xmlns:a16="http://schemas.microsoft.com/office/drawing/2014/main" id="{6EC7AEB6-E3B8-FB3E-95D7-52B7E4716A9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48811" y="1431886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&lt;16:20&gt;</a:t>
            </a:r>
          </a:p>
        </p:txBody>
      </p:sp>
      <p:sp>
        <p:nvSpPr>
          <p:cNvPr id="390" name="Rectangle 127">
            <a:extLst>
              <a:ext uri="{FF2B5EF4-FFF2-40B4-BE49-F238E27FC236}">
                <a16:creationId xmlns:a16="http://schemas.microsoft.com/office/drawing/2014/main" id="{967931C6-2B9D-1C6C-E230-A41D6ED0808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28748" y="1431886"/>
            <a:ext cx="9208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&lt;11:15&gt;</a:t>
            </a:r>
          </a:p>
        </p:txBody>
      </p:sp>
      <p:sp>
        <p:nvSpPr>
          <p:cNvPr id="391" name="Rectangle 128">
            <a:extLst>
              <a:ext uri="{FF2B5EF4-FFF2-40B4-BE49-F238E27FC236}">
                <a16:creationId xmlns:a16="http://schemas.microsoft.com/office/drawing/2014/main" id="{D3F6376D-A392-97CF-E352-5970A705550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05348" y="1381878"/>
            <a:ext cx="8223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&lt;0:15&gt;</a:t>
            </a:r>
          </a:p>
        </p:txBody>
      </p:sp>
      <p:sp>
        <p:nvSpPr>
          <p:cNvPr id="392" name="Line 129">
            <a:extLst>
              <a:ext uri="{FF2B5EF4-FFF2-40B4-BE49-F238E27FC236}">
                <a16:creationId xmlns:a16="http://schemas.microsoft.com/office/drawing/2014/main" id="{1CB45BFB-0D01-9904-B7D6-384ECE771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801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93" name="Line 130">
            <a:extLst>
              <a:ext uri="{FF2B5EF4-FFF2-40B4-BE49-F238E27FC236}">
                <a16:creationId xmlns:a16="http://schemas.microsoft.com/office/drawing/2014/main" id="{54E45B23-4E0D-57DC-C377-BBE4DBAE7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9107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94" name="Line 131">
            <a:extLst>
              <a:ext uri="{FF2B5EF4-FFF2-40B4-BE49-F238E27FC236}">
                <a16:creationId xmlns:a16="http://schemas.microsoft.com/office/drawing/2014/main" id="{33F536B0-1238-A5E6-EB8F-561C1F329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413" y="121251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95" name="Rectangle 132">
            <a:extLst>
              <a:ext uri="{FF2B5EF4-FFF2-40B4-BE49-F238E27FC236}">
                <a16:creationId xmlns:a16="http://schemas.microsoft.com/office/drawing/2014/main" id="{C88F2DF3-1163-1615-47A0-C3BADFE87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346" y="1943460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imm16</a:t>
            </a:r>
          </a:p>
        </p:txBody>
      </p:sp>
      <p:sp>
        <p:nvSpPr>
          <p:cNvPr id="396" name="Rectangle 133">
            <a:extLst>
              <a:ext uri="{FF2B5EF4-FFF2-40B4-BE49-F238E27FC236}">
                <a16:creationId xmlns:a16="http://schemas.microsoft.com/office/drawing/2014/main" id="{1481B1A6-DAE4-4B85-26A1-F26EC8114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040" y="1943460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Rd</a:t>
            </a:r>
          </a:p>
        </p:txBody>
      </p:sp>
      <p:sp>
        <p:nvSpPr>
          <p:cNvPr id="397" name="Rectangle 134">
            <a:extLst>
              <a:ext uri="{FF2B5EF4-FFF2-40B4-BE49-F238E27FC236}">
                <a16:creationId xmlns:a16="http://schemas.microsoft.com/office/drawing/2014/main" id="{C188FE0D-F45E-BA45-2CC1-FD4895D83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9206" y="194346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Rt</a:t>
            </a:r>
          </a:p>
        </p:txBody>
      </p:sp>
      <p:sp>
        <p:nvSpPr>
          <p:cNvPr id="398" name="Rectangle 135">
            <a:extLst>
              <a:ext uri="{FF2B5EF4-FFF2-40B4-BE49-F238E27FC236}">
                <a16:creationId xmlns:a16="http://schemas.microsoft.com/office/drawing/2014/main" id="{5E0DA4DD-7EFB-9326-0F88-497C54F3D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900" y="1943460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Rs</a:t>
            </a:r>
          </a:p>
        </p:txBody>
      </p:sp>
      <p:grpSp>
        <p:nvGrpSpPr>
          <p:cNvPr id="399" name="Group 189">
            <a:extLst>
              <a:ext uri="{FF2B5EF4-FFF2-40B4-BE49-F238E27FC236}">
                <a16:creationId xmlns:a16="http://schemas.microsoft.com/office/drawing/2014/main" id="{E1C954A1-9E6A-BF4D-0BBF-E43C30A2D4EF}"/>
              </a:ext>
            </a:extLst>
          </p:cNvPr>
          <p:cNvGrpSpPr>
            <a:grpSpLocks/>
          </p:cNvGrpSpPr>
          <p:nvPr/>
        </p:nvGrpSpPr>
        <p:grpSpPr bwMode="auto">
          <a:xfrm>
            <a:off x="2706579" y="1138010"/>
            <a:ext cx="975537" cy="857462"/>
            <a:chOff x="1258" y="523"/>
            <a:chExt cx="694" cy="610"/>
          </a:xfrm>
        </p:grpSpPr>
        <p:sp>
          <p:nvSpPr>
            <p:cNvPr id="400" name="Rectangle 190">
              <a:extLst>
                <a:ext uri="{FF2B5EF4-FFF2-40B4-BE49-F238E27FC236}">
                  <a16:creationId xmlns:a16="http://schemas.microsoft.com/office/drawing/2014/main" id="{80DD42A2-A6DA-51AD-D408-0D2B19A12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523"/>
              <a:ext cx="694" cy="56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01" name="Rectangle 191">
              <a:extLst>
                <a:ext uri="{FF2B5EF4-FFF2-40B4-BE49-F238E27FC236}">
                  <a16:creationId xmlns:a16="http://schemas.microsoft.com/office/drawing/2014/main" id="{0304F501-671A-1857-1E29-BB5B1AD22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Addr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02" name="Rectangle 192">
              <a:extLst>
                <a:ext uri="{FF2B5EF4-FFF2-40B4-BE49-F238E27FC236}">
                  <a16:creationId xmlns:a16="http://schemas.microsoft.com/office/drawing/2014/main" id="{60987137-5D86-6584-A0D5-C26567403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540"/>
              <a:ext cx="658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Inst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Memory</a:t>
              </a:r>
            </a:p>
          </p:txBody>
        </p:sp>
      </p:grpSp>
      <p:sp>
        <p:nvSpPr>
          <p:cNvPr id="403" name="Rectangle 216">
            <a:extLst>
              <a:ext uri="{FF2B5EF4-FFF2-40B4-BE49-F238E27FC236}">
                <a16:creationId xmlns:a16="http://schemas.microsoft.com/office/drawing/2014/main" id="{8E9FCDD2-DB89-21FE-665C-4431DB135D1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24767" y="1431076"/>
            <a:ext cx="936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&lt;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26:31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&gt;</a:t>
            </a:r>
          </a:p>
        </p:txBody>
      </p:sp>
      <p:sp>
        <p:nvSpPr>
          <p:cNvPr id="404" name="Oval 217">
            <a:extLst>
              <a:ext uri="{FF2B5EF4-FFF2-40B4-BE49-F238E27FC236}">
                <a16:creationId xmlns:a16="http://schemas.microsoft.com/office/drawing/2014/main" id="{F0F10FBE-F9C4-A370-B1B5-7370EAB37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860" y="1482400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05" name="Line 219">
            <a:extLst>
              <a:ext uri="{FF2B5EF4-FFF2-40B4-BE49-F238E27FC236}">
                <a16:creationId xmlns:a16="http://schemas.microsoft.com/office/drawing/2014/main" id="{E6058F48-C06E-B6F0-7ED4-1380FA60B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137" y="1212511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06" name="Line 220">
            <a:extLst>
              <a:ext uri="{FF2B5EF4-FFF2-40B4-BE49-F238E27FC236}">
                <a16:creationId xmlns:a16="http://schemas.microsoft.com/office/drawing/2014/main" id="{27933B51-789E-9A6D-B30D-41CC33052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137" y="1684817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07" name="Text Box 222">
            <a:extLst>
              <a:ext uri="{FF2B5EF4-FFF2-40B4-BE49-F238E27FC236}">
                <a16:creationId xmlns:a16="http://schemas.microsoft.com/office/drawing/2014/main" id="{75D9F0DC-C095-F7A1-83BE-F9D061CEE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918" y="1541706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Control Unit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08" name="Rectangle 27">
            <a:extLst>
              <a:ext uri="{FF2B5EF4-FFF2-40B4-BE49-F238E27FC236}">
                <a16:creationId xmlns:a16="http://schemas.microsoft.com/office/drawing/2014/main" id="{50B9806E-D584-E152-EA37-0841E1205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664" y="283600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32</a:t>
            </a:r>
          </a:p>
        </p:txBody>
      </p:sp>
      <p:sp>
        <p:nvSpPr>
          <p:cNvPr id="409" name="Line 29">
            <a:extLst>
              <a:ext uri="{FF2B5EF4-FFF2-40B4-BE49-F238E27FC236}">
                <a16:creationId xmlns:a16="http://schemas.microsoft.com/office/drawing/2014/main" id="{A9C79F04-1398-8AF4-7D4C-2D984904F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47" y="3816815"/>
            <a:ext cx="70482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10" name="Rectangle 31">
            <a:extLst>
              <a:ext uri="{FF2B5EF4-FFF2-40B4-BE49-F238E27FC236}">
                <a16:creationId xmlns:a16="http://schemas.microsoft.com/office/drawing/2014/main" id="{5B453613-6DC4-E84F-14FC-2CEBF711C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481" y="3428893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11" name="Line 33">
            <a:extLst>
              <a:ext uri="{FF2B5EF4-FFF2-40B4-BE49-F238E27FC236}">
                <a16:creationId xmlns:a16="http://schemas.microsoft.com/office/drawing/2014/main" id="{A3471DE1-7836-E6D9-765F-ADDB4F1C9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965" y="4605858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12" name="Rectangle 34">
            <a:extLst>
              <a:ext uri="{FF2B5EF4-FFF2-40B4-BE49-F238E27FC236}">
                <a16:creationId xmlns:a16="http://schemas.microsoft.com/office/drawing/2014/main" id="{823E3EED-E07A-41E0-AB30-EC351AA683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1056" y="3833986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PC</a:t>
            </a:r>
          </a:p>
        </p:txBody>
      </p:sp>
      <p:sp>
        <p:nvSpPr>
          <p:cNvPr id="413" name="Rectangle 35">
            <a:extLst>
              <a:ext uri="{FF2B5EF4-FFF2-40B4-BE49-F238E27FC236}">
                <a16:creationId xmlns:a16="http://schemas.microsoft.com/office/drawing/2014/main" id="{4748025D-0F6B-7C0E-DA30-7F5FD61F2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395" y="510671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Clk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14" name="Line 49">
            <a:extLst>
              <a:ext uri="{FF2B5EF4-FFF2-40B4-BE49-F238E27FC236}">
                <a16:creationId xmlns:a16="http://schemas.microsoft.com/office/drawing/2014/main" id="{61E3305F-1105-7025-8E5F-308FB76C1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635" y="4193846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grpSp>
        <p:nvGrpSpPr>
          <p:cNvPr id="415" name="Group 50">
            <a:extLst>
              <a:ext uri="{FF2B5EF4-FFF2-40B4-BE49-F238E27FC236}">
                <a16:creationId xmlns:a16="http://schemas.microsoft.com/office/drawing/2014/main" id="{A2B83477-712A-8DAD-9EE1-98902B53FC36}"/>
              </a:ext>
            </a:extLst>
          </p:cNvPr>
          <p:cNvGrpSpPr>
            <a:grpSpLocks/>
          </p:cNvGrpSpPr>
          <p:nvPr/>
        </p:nvGrpSpPr>
        <p:grpSpPr bwMode="auto">
          <a:xfrm>
            <a:off x="1770414" y="3298497"/>
            <a:ext cx="347663" cy="1431926"/>
            <a:chOff x="1614" y="2226"/>
            <a:chExt cx="219" cy="902"/>
          </a:xfrm>
        </p:grpSpPr>
        <p:grpSp>
          <p:nvGrpSpPr>
            <p:cNvPr id="416" name="Group 51">
              <a:extLst>
                <a:ext uri="{FF2B5EF4-FFF2-40B4-BE49-F238E27FC236}">
                  <a16:creationId xmlns:a16="http://schemas.microsoft.com/office/drawing/2014/main" id="{D909E718-47A2-9402-86C9-CDF9EC6CC5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420" name="Line 52">
                <a:extLst>
                  <a:ext uri="{FF2B5EF4-FFF2-40B4-BE49-F238E27FC236}">
                    <a16:creationId xmlns:a16="http://schemas.microsoft.com/office/drawing/2014/main" id="{89533B28-9696-3F77-BA89-A30AF2C9F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21" name="Line 53">
                <a:extLst>
                  <a:ext uri="{FF2B5EF4-FFF2-40B4-BE49-F238E27FC236}">
                    <a16:creationId xmlns:a16="http://schemas.microsoft.com/office/drawing/2014/main" id="{FC520581-B42F-1C33-EF0D-EE7B01BEA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22" name="Line 54">
                <a:extLst>
                  <a:ext uri="{FF2B5EF4-FFF2-40B4-BE49-F238E27FC236}">
                    <a16:creationId xmlns:a16="http://schemas.microsoft.com/office/drawing/2014/main" id="{CB14FE14-18B8-0CDD-CB31-C0FECD2DB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23" name="Line 55">
                <a:extLst>
                  <a:ext uri="{FF2B5EF4-FFF2-40B4-BE49-F238E27FC236}">
                    <a16:creationId xmlns:a16="http://schemas.microsoft.com/office/drawing/2014/main" id="{8FA2156F-2BD7-5CDC-F87D-B0B5CCD80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417" name="Rectangle 56">
              <a:extLst>
                <a:ext uri="{FF2B5EF4-FFF2-40B4-BE49-F238E27FC236}">
                  <a16:creationId xmlns:a16="http://schemas.microsoft.com/office/drawing/2014/main" id="{5858AF1B-B4FF-A13B-BB1D-BC9FEB5111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Mux</a:t>
              </a:r>
            </a:p>
          </p:txBody>
        </p:sp>
        <p:sp>
          <p:nvSpPr>
            <p:cNvPr id="418" name="Rectangle 57">
              <a:extLst>
                <a:ext uri="{FF2B5EF4-FFF2-40B4-BE49-F238E27FC236}">
                  <a16:creationId xmlns:a16="http://schemas.microsoft.com/office/drawing/2014/main" id="{D7A71895-DFB2-9D37-2D62-C0E1CE62E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19" name="Rectangle 58">
              <a:extLst>
                <a:ext uri="{FF2B5EF4-FFF2-40B4-BE49-F238E27FC236}">
                  <a16:creationId xmlns:a16="http://schemas.microsoft.com/office/drawing/2014/main" id="{18DC2203-71CF-224E-EC92-11CE38C3B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</p:grpSp>
      <p:sp>
        <p:nvSpPr>
          <p:cNvPr id="424" name="Line 59">
            <a:extLst>
              <a:ext uri="{FF2B5EF4-FFF2-40B4-BE49-F238E27FC236}">
                <a16:creationId xmlns:a16="http://schemas.microsoft.com/office/drawing/2014/main" id="{D695A1EA-A9B2-44E8-09FF-38EE10120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4118" y="3465183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25" name="Line 60">
            <a:extLst>
              <a:ext uri="{FF2B5EF4-FFF2-40B4-BE49-F238E27FC236}">
                <a16:creationId xmlns:a16="http://schemas.microsoft.com/office/drawing/2014/main" id="{1E0E50CA-3510-DE86-BC2A-B36C50345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2285" y="4620883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26" name="Rectangle 75">
            <a:extLst>
              <a:ext uri="{FF2B5EF4-FFF2-40B4-BE49-F238E27FC236}">
                <a16:creationId xmlns:a16="http://schemas.microsoft.com/office/drawing/2014/main" id="{09653436-0375-F6FA-D733-2AE226C52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469" y="4941913"/>
            <a:ext cx="103073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PCSrc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=X</a:t>
            </a:r>
          </a:p>
        </p:txBody>
      </p:sp>
      <p:sp>
        <p:nvSpPr>
          <p:cNvPr id="427" name="Line 76">
            <a:extLst>
              <a:ext uri="{FF2B5EF4-FFF2-40B4-BE49-F238E27FC236}">
                <a16:creationId xmlns:a16="http://schemas.microsoft.com/office/drawing/2014/main" id="{EFF362D7-7DF9-36A2-DE75-44E6E394DB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5377" y="4625936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28" name="Line 119">
            <a:extLst>
              <a:ext uri="{FF2B5EF4-FFF2-40B4-BE49-F238E27FC236}">
                <a16:creationId xmlns:a16="http://schemas.microsoft.com/office/drawing/2014/main" id="{FFCC506E-FE67-870F-6E1B-421B43CF6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85" y="5078083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29" name="Freeform 120">
            <a:extLst>
              <a:ext uri="{FF2B5EF4-FFF2-40B4-BE49-F238E27FC236}">
                <a16:creationId xmlns:a16="http://schemas.microsoft.com/office/drawing/2014/main" id="{6BB7B2C6-1984-4D5B-002A-A27988377533}"/>
              </a:ext>
            </a:extLst>
          </p:cNvPr>
          <p:cNvSpPr>
            <a:spLocks/>
          </p:cNvSpPr>
          <p:nvPr/>
        </p:nvSpPr>
        <p:spPr bwMode="auto">
          <a:xfrm>
            <a:off x="3018343" y="1929406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30" name="Rectangle 121">
            <a:extLst>
              <a:ext uri="{FF2B5EF4-FFF2-40B4-BE49-F238E27FC236}">
                <a16:creationId xmlns:a16="http://schemas.microsoft.com/office/drawing/2014/main" id="{8CDE8E36-9E47-60D8-E575-C2BF1F0B1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32" y="2338599"/>
            <a:ext cx="13127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Inst Address</a:t>
            </a:r>
          </a:p>
        </p:txBody>
      </p:sp>
      <p:sp>
        <p:nvSpPr>
          <p:cNvPr id="431" name="Line 122">
            <a:extLst>
              <a:ext uri="{FF2B5EF4-FFF2-40B4-BE49-F238E27FC236}">
                <a16:creationId xmlns:a16="http://schemas.microsoft.com/office/drawing/2014/main" id="{CC4902BF-12DA-8302-DEF3-FB8927D7D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3720" y="4036683"/>
            <a:ext cx="1588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32" name="Freeform 123">
            <a:extLst>
              <a:ext uri="{FF2B5EF4-FFF2-40B4-BE49-F238E27FC236}">
                <a16:creationId xmlns:a16="http://schemas.microsoft.com/office/drawing/2014/main" id="{318F6874-8325-02D9-B2B1-076496765E92}"/>
              </a:ext>
            </a:extLst>
          </p:cNvPr>
          <p:cNvSpPr>
            <a:spLocks/>
          </p:cNvSpPr>
          <p:nvPr/>
        </p:nvSpPr>
        <p:spPr bwMode="auto">
          <a:xfrm>
            <a:off x="38447" y="2618771"/>
            <a:ext cx="3092332" cy="1197159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  <a:gd name="connsiteX0" fmla="*/ 9995 w 9995"/>
              <a:gd name="connsiteY0" fmla="*/ 0 h 9986"/>
              <a:gd name="connsiteX1" fmla="*/ 0 w 9995"/>
              <a:gd name="connsiteY1" fmla="*/ 0 h 9986"/>
              <a:gd name="connsiteX2" fmla="*/ 0 w 9995"/>
              <a:gd name="connsiteY2" fmla="*/ 9986 h 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95" h="9986">
                <a:moveTo>
                  <a:pt x="9995" y="0"/>
                </a:moveTo>
                <a:lnTo>
                  <a:pt x="0" y="0"/>
                </a:lnTo>
                <a:lnTo>
                  <a:pt x="0" y="998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33" name="Freeform 124">
            <a:extLst>
              <a:ext uri="{FF2B5EF4-FFF2-40B4-BE49-F238E27FC236}">
                <a16:creationId xmlns:a16="http://schemas.microsoft.com/office/drawing/2014/main" id="{5B7332A7-13A0-8F17-8B18-52DEC5FD9651}"/>
              </a:ext>
            </a:extLst>
          </p:cNvPr>
          <p:cNvSpPr>
            <a:spLocks/>
          </p:cNvSpPr>
          <p:nvPr/>
        </p:nvSpPr>
        <p:spPr bwMode="auto">
          <a:xfrm>
            <a:off x="546447" y="3465183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34" name="Rectangle 35">
            <a:extLst>
              <a:ext uri="{FF2B5EF4-FFF2-40B4-BE49-F238E27FC236}">
                <a16:creationId xmlns:a16="http://schemas.microsoft.com/office/drawing/2014/main" id="{2FF172CA-A7AA-2341-170D-3C0096AB2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93" y="352380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PC</a:t>
            </a:r>
          </a:p>
        </p:txBody>
      </p: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A9646171-91E0-F55A-D98F-BB46162D1374}"/>
              </a:ext>
            </a:extLst>
          </p:cNvPr>
          <p:cNvGrpSpPr/>
          <p:nvPr/>
        </p:nvGrpSpPr>
        <p:grpSpPr>
          <a:xfrm>
            <a:off x="724218" y="2748060"/>
            <a:ext cx="505337" cy="1193800"/>
            <a:chOff x="5799138" y="4889500"/>
            <a:chExt cx="505337" cy="1193800"/>
          </a:xfrm>
        </p:grpSpPr>
        <p:grpSp>
          <p:nvGrpSpPr>
            <p:cNvPr id="436" name="Group 4">
              <a:extLst>
                <a:ext uri="{FF2B5EF4-FFF2-40B4-BE49-F238E27FC236}">
                  <a16:creationId xmlns:a16="http://schemas.microsoft.com/office/drawing/2014/main" id="{09E16844-2F4F-7065-CA0C-AD3B38107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438" name="Line 5">
                <a:extLst>
                  <a:ext uri="{FF2B5EF4-FFF2-40B4-BE49-F238E27FC236}">
                    <a16:creationId xmlns:a16="http://schemas.microsoft.com/office/drawing/2014/main" id="{51A257AE-7C51-17F4-A792-16BBBDABA8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39" name="Line 6">
                <a:extLst>
                  <a:ext uri="{FF2B5EF4-FFF2-40B4-BE49-F238E27FC236}">
                    <a16:creationId xmlns:a16="http://schemas.microsoft.com/office/drawing/2014/main" id="{5114DE01-5054-4445-9A47-98AC144D1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40" name="Line 7">
                <a:extLst>
                  <a:ext uri="{FF2B5EF4-FFF2-40B4-BE49-F238E27FC236}">
                    <a16:creationId xmlns:a16="http://schemas.microsoft.com/office/drawing/2014/main" id="{05594ABF-597D-08F2-BA83-1D0A63A97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41" name="Line 8">
                <a:extLst>
                  <a:ext uri="{FF2B5EF4-FFF2-40B4-BE49-F238E27FC236}">
                    <a16:creationId xmlns:a16="http://schemas.microsoft.com/office/drawing/2014/main" id="{43EA5706-C594-072E-8870-B70AF91B9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42" name="Line 9">
                <a:extLst>
                  <a:ext uri="{FF2B5EF4-FFF2-40B4-BE49-F238E27FC236}">
                    <a16:creationId xmlns:a16="http://schemas.microsoft.com/office/drawing/2014/main" id="{7576FC30-9752-9AA7-17A9-5A05DA4256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43" name="Line 10">
                <a:extLst>
                  <a:ext uri="{FF2B5EF4-FFF2-40B4-BE49-F238E27FC236}">
                    <a16:creationId xmlns:a16="http://schemas.microsoft.com/office/drawing/2014/main" id="{0A7B2E0F-FEB4-3C52-ED2C-A58A8D17C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44" name="Line 11">
                <a:extLst>
                  <a:ext uri="{FF2B5EF4-FFF2-40B4-BE49-F238E27FC236}">
                    <a16:creationId xmlns:a16="http://schemas.microsoft.com/office/drawing/2014/main" id="{309F4A7E-3332-181B-3EB6-20F8338A4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45" name="Line 12">
                <a:extLst>
                  <a:ext uri="{FF2B5EF4-FFF2-40B4-BE49-F238E27FC236}">
                    <a16:creationId xmlns:a16="http://schemas.microsoft.com/office/drawing/2014/main" id="{2FF007D0-BA40-1824-A6F4-E465C7789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437" name="Rectangle 58">
              <a:extLst>
                <a:ext uri="{FF2B5EF4-FFF2-40B4-BE49-F238E27FC236}">
                  <a16:creationId xmlns:a16="http://schemas.microsoft.com/office/drawing/2014/main" id="{79EF4263-605A-7DC2-FB98-852DD1C34B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Adder</a:t>
              </a:r>
            </a:p>
          </p:txBody>
        </p:sp>
      </p:grpSp>
      <p:sp>
        <p:nvSpPr>
          <p:cNvPr id="446" name="Rectangle 73">
            <a:extLst>
              <a:ext uri="{FF2B5EF4-FFF2-40B4-BE49-F238E27FC236}">
                <a16:creationId xmlns:a16="http://schemas.microsoft.com/office/drawing/2014/main" id="{87E428A3-1682-1D31-EA9E-538F3AE79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47" y="273969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4</a:t>
            </a:r>
          </a:p>
        </p:txBody>
      </p:sp>
      <p:sp>
        <p:nvSpPr>
          <p:cNvPr id="447" name="Line 74">
            <a:extLst>
              <a:ext uri="{FF2B5EF4-FFF2-40B4-BE49-F238E27FC236}">
                <a16:creationId xmlns:a16="http://schemas.microsoft.com/office/drawing/2014/main" id="{56321623-52EA-0F95-A1DA-D0E66AE20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335" y="2934959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878DC475-6CAA-FA38-EB51-556CE2FCAEC6}"/>
              </a:ext>
            </a:extLst>
          </p:cNvPr>
          <p:cNvGrpSpPr/>
          <p:nvPr/>
        </p:nvGrpSpPr>
        <p:grpSpPr>
          <a:xfrm>
            <a:off x="1055703" y="4070717"/>
            <a:ext cx="505337" cy="1193800"/>
            <a:chOff x="5799138" y="4889500"/>
            <a:chExt cx="505337" cy="1193800"/>
          </a:xfrm>
        </p:grpSpPr>
        <p:grpSp>
          <p:nvGrpSpPr>
            <p:cNvPr id="449" name="Group 4">
              <a:extLst>
                <a:ext uri="{FF2B5EF4-FFF2-40B4-BE49-F238E27FC236}">
                  <a16:creationId xmlns:a16="http://schemas.microsoft.com/office/drawing/2014/main" id="{610DC2C1-EF88-BAEB-B0EA-26DDA3C72D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451" name="Line 5">
                <a:extLst>
                  <a:ext uri="{FF2B5EF4-FFF2-40B4-BE49-F238E27FC236}">
                    <a16:creationId xmlns:a16="http://schemas.microsoft.com/office/drawing/2014/main" id="{B9B7DC33-D08D-7016-E015-30EF60078E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52" name="Line 6">
                <a:extLst>
                  <a:ext uri="{FF2B5EF4-FFF2-40B4-BE49-F238E27FC236}">
                    <a16:creationId xmlns:a16="http://schemas.microsoft.com/office/drawing/2014/main" id="{BC71D228-A8AD-486D-F566-CC8C5E192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53" name="Line 7">
                <a:extLst>
                  <a:ext uri="{FF2B5EF4-FFF2-40B4-BE49-F238E27FC236}">
                    <a16:creationId xmlns:a16="http://schemas.microsoft.com/office/drawing/2014/main" id="{36E13168-4B9C-F801-23F1-BAEB8C455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54" name="Line 8">
                <a:extLst>
                  <a:ext uri="{FF2B5EF4-FFF2-40B4-BE49-F238E27FC236}">
                    <a16:creationId xmlns:a16="http://schemas.microsoft.com/office/drawing/2014/main" id="{4057B7F5-CCCB-5363-D41E-556C40F94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55" name="Line 9">
                <a:extLst>
                  <a:ext uri="{FF2B5EF4-FFF2-40B4-BE49-F238E27FC236}">
                    <a16:creationId xmlns:a16="http://schemas.microsoft.com/office/drawing/2014/main" id="{5323D0E6-E3E3-A278-F954-F32CF2166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56" name="Line 10">
                <a:extLst>
                  <a:ext uri="{FF2B5EF4-FFF2-40B4-BE49-F238E27FC236}">
                    <a16:creationId xmlns:a16="http://schemas.microsoft.com/office/drawing/2014/main" id="{0CA63A3B-6E5E-CC20-7F57-22599F832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57" name="Line 11">
                <a:extLst>
                  <a:ext uri="{FF2B5EF4-FFF2-40B4-BE49-F238E27FC236}">
                    <a16:creationId xmlns:a16="http://schemas.microsoft.com/office/drawing/2014/main" id="{6E006FD2-0859-7C03-A52F-E89C65B3CA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458" name="Line 12">
                <a:extLst>
                  <a:ext uri="{FF2B5EF4-FFF2-40B4-BE49-F238E27FC236}">
                    <a16:creationId xmlns:a16="http://schemas.microsoft.com/office/drawing/2014/main" id="{B2FA08C5-69B1-E8D0-A9CA-F32598B49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450" name="Rectangle 58">
              <a:extLst>
                <a:ext uri="{FF2B5EF4-FFF2-40B4-BE49-F238E27FC236}">
                  <a16:creationId xmlns:a16="http://schemas.microsoft.com/office/drawing/2014/main" id="{379E8E6E-A570-6794-3E1F-DFDF462113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71797" y="5305706"/>
              <a:ext cx="729368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Adder</a:t>
              </a:r>
            </a:p>
          </p:txBody>
        </p:sp>
      </p:grpSp>
      <p:grpSp>
        <p:nvGrpSpPr>
          <p:cNvPr id="459" name="组合 458">
            <a:extLst>
              <a:ext uri="{FF2B5EF4-FFF2-40B4-BE49-F238E27FC236}">
                <a16:creationId xmlns:a16="http://schemas.microsoft.com/office/drawing/2014/main" id="{B8764FB4-4DBA-46C9-9751-6B08759440D2}"/>
              </a:ext>
            </a:extLst>
          </p:cNvPr>
          <p:cNvGrpSpPr/>
          <p:nvPr/>
        </p:nvGrpSpPr>
        <p:grpSpPr>
          <a:xfrm>
            <a:off x="343248" y="4685229"/>
            <a:ext cx="384168" cy="797667"/>
            <a:chOff x="389548" y="4627354"/>
            <a:chExt cx="384168" cy="797667"/>
          </a:xfrm>
        </p:grpSpPr>
        <p:sp>
          <p:nvSpPr>
            <p:cNvPr id="460" name="椭圆 4">
              <a:extLst>
                <a:ext uri="{FF2B5EF4-FFF2-40B4-BE49-F238E27FC236}">
                  <a16:creationId xmlns:a16="http://schemas.microsoft.com/office/drawing/2014/main" id="{734A7966-32A9-150C-2153-29484637C7A8}"/>
                </a:ext>
              </a:extLst>
            </p:cNvPr>
            <p:cNvSpPr/>
            <p:nvPr/>
          </p:nvSpPr>
          <p:spPr bwMode="auto">
            <a:xfrm>
              <a:off x="389548" y="4627354"/>
              <a:ext cx="384168" cy="79766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61" name="Rectangle 96">
              <a:extLst>
                <a:ext uri="{FF2B5EF4-FFF2-40B4-BE49-F238E27FC236}">
                  <a16:creationId xmlns:a16="http://schemas.microsoft.com/office/drawing/2014/main" id="{A9FC2A3E-5A33-058E-6081-2F64EE1C23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6419" y="4847450"/>
              <a:ext cx="59471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&lt;&lt; 2</a:t>
              </a:r>
            </a:p>
          </p:txBody>
        </p:sp>
      </p:grpSp>
      <p:sp>
        <p:nvSpPr>
          <p:cNvPr id="462" name="Line 82">
            <a:extLst>
              <a:ext uri="{FF2B5EF4-FFF2-40B4-BE49-F238E27FC236}">
                <a16:creationId xmlns:a16="http://schemas.microsoft.com/office/drawing/2014/main" id="{4E7BD345-BE0E-216D-B4A9-77BD61066B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1853" y="5315135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63" name="Line 82">
            <a:extLst>
              <a:ext uri="{FF2B5EF4-FFF2-40B4-BE49-F238E27FC236}">
                <a16:creationId xmlns:a16="http://schemas.microsoft.com/office/drawing/2014/main" id="{B7F5D4B1-0026-97CC-401B-D4FC31E1B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447" y="6412002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64" name="Line 82">
            <a:extLst>
              <a:ext uri="{FF2B5EF4-FFF2-40B4-BE49-F238E27FC236}">
                <a16:creationId xmlns:a16="http://schemas.microsoft.com/office/drawing/2014/main" id="{4051D1AA-CEB7-8FBC-896F-6E51B23C4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447" y="5487848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65" name="Line 29">
            <a:extLst>
              <a:ext uri="{FF2B5EF4-FFF2-40B4-BE49-F238E27FC236}">
                <a16:creationId xmlns:a16="http://schemas.microsoft.com/office/drawing/2014/main" id="{B36B8F52-6625-70D9-4358-7BE4821096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5972" y="294195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66" name="Line 37">
            <a:extLst>
              <a:ext uri="{FF2B5EF4-FFF2-40B4-BE49-F238E27FC236}">
                <a16:creationId xmlns:a16="http://schemas.microsoft.com/office/drawing/2014/main" id="{A24F59B3-3099-1393-F8D5-81A0AE01A2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947" y="633542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67" name="Rectangle 38">
            <a:extLst>
              <a:ext uri="{FF2B5EF4-FFF2-40B4-BE49-F238E27FC236}">
                <a16:creationId xmlns:a16="http://schemas.microsoft.com/office/drawing/2014/main" id="{A2FCC8D0-806D-A52A-3AE1-0C051EF70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610" y="6366687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32</a:t>
            </a:r>
          </a:p>
        </p:txBody>
      </p:sp>
      <p:sp>
        <p:nvSpPr>
          <p:cNvPr id="468" name="Line 88">
            <a:extLst>
              <a:ext uri="{FF2B5EF4-FFF2-40B4-BE49-F238E27FC236}">
                <a16:creationId xmlns:a16="http://schemas.microsoft.com/office/drawing/2014/main" id="{8B0A1348-6EFD-BA08-4004-8B443F58B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0762" y="3937098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69" name="Rectangle 18">
            <a:extLst>
              <a:ext uri="{FF2B5EF4-FFF2-40B4-BE49-F238E27FC236}">
                <a16:creationId xmlns:a16="http://schemas.microsoft.com/office/drawing/2014/main" id="{502FEE98-AD75-60EA-7DAE-7F3CEEFD4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1534" y="3709608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Zero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grpSp>
        <p:nvGrpSpPr>
          <p:cNvPr id="470" name="组合 469">
            <a:extLst>
              <a:ext uri="{FF2B5EF4-FFF2-40B4-BE49-F238E27FC236}">
                <a16:creationId xmlns:a16="http://schemas.microsoft.com/office/drawing/2014/main" id="{AFA2BEDB-B39A-1EC2-8A72-3868B5F01E0B}"/>
              </a:ext>
            </a:extLst>
          </p:cNvPr>
          <p:cNvGrpSpPr/>
          <p:nvPr/>
        </p:nvGrpSpPr>
        <p:grpSpPr>
          <a:xfrm rot="16200000">
            <a:off x="1195244" y="1741345"/>
            <a:ext cx="384168" cy="797667"/>
            <a:chOff x="389548" y="4627354"/>
            <a:chExt cx="384168" cy="797667"/>
          </a:xfrm>
        </p:grpSpPr>
        <p:sp>
          <p:nvSpPr>
            <p:cNvPr id="471" name="椭圆 4">
              <a:extLst>
                <a:ext uri="{FF2B5EF4-FFF2-40B4-BE49-F238E27FC236}">
                  <a16:creationId xmlns:a16="http://schemas.microsoft.com/office/drawing/2014/main" id="{6A9A2B83-134C-8FF0-B9F4-BB1A8138A39B}"/>
                </a:ext>
              </a:extLst>
            </p:cNvPr>
            <p:cNvSpPr/>
            <p:nvPr/>
          </p:nvSpPr>
          <p:spPr bwMode="auto">
            <a:xfrm>
              <a:off x="389548" y="4627354"/>
              <a:ext cx="384168" cy="797667"/>
            </a:xfrm>
            <a:prstGeom prst="ellipse">
              <a:avLst/>
            </a:prstGeom>
            <a:noFill/>
            <a:ln w="25400">
              <a:solidFill>
                <a:srgbClr val="00B0F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72" name="Rectangle 96">
              <a:extLst>
                <a:ext uri="{FF2B5EF4-FFF2-40B4-BE49-F238E27FC236}">
                  <a16:creationId xmlns:a16="http://schemas.microsoft.com/office/drawing/2014/main" id="{EC1630A9-DE49-5B49-FABF-9B9CC141C3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6419" y="4859473"/>
              <a:ext cx="59471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&lt;&lt; 2</a:t>
              </a:r>
            </a:p>
          </p:txBody>
        </p:sp>
      </p:grpSp>
      <p:sp>
        <p:nvSpPr>
          <p:cNvPr id="473" name="Line 82">
            <a:extLst>
              <a:ext uri="{FF2B5EF4-FFF2-40B4-BE49-F238E27FC236}">
                <a16:creationId xmlns:a16="http://schemas.microsoft.com/office/drawing/2014/main" id="{19D0DA4E-70BE-85EB-4C5F-93D222B8B4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9944" y="1208294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74" name="Line 89">
            <a:extLst>
              <a:ext uri="{FF2B5EF4-FFF2-40B4-BE49-F238E27FC236}">
                <a16:creationId xmlns:a16="http://schemas.microsoft.com/office/drawing/2014/main" id="{EBBABEDC-38A2-BCF2-1626-6F7E83633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8511" y="2126098"/>
            <a:ext cx="199638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75" name="Line 119">
            <a:extLst>
              <a:ext uri="{FF2B5EF4-FFF2-40B4-BE49-F238E27FC236}">
                <a16:creationId xmlns:a16="http://schemas.microsoft.com/office/drawing/2014/main" id="{1EAFC368-AF83-32BC-91EB-2DFCD4A2D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046" y="2347134"/>
            <a:ext cx="0" cy="56083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76" name="Line 122">
            <a:extLst>
              <a:ext uri="{FF2B5EF4-FFF2-40B4-BE49-F238E27FC236}">
                <a16:creationId xmlns:a16="http://schemas.microsoft.com/office/drawing/2014/main" id="{B3E7E7F4-6F53-E199-9CF4-D25F24F8B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2114" y="3886036"/>
            <a:ext cx="1588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77" name="Line 89">
            <a:extLst>
              <a:ext uri="{FF2B5EF4-FFF2-40B4-BE49-F238E27FC236}">
                <a16:creationId xmlns:a16="http://schemas.microsoft.com/office/drawing/2014/main" id="{6B0DB6C3-771F-9030-A6FB-1D1B954AF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328" y="2903091"/>
            <a:ext cx="8934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78" name="Rectangle 125">
            <a:extLst>
              <a:ext uri="{FF2B5EF4-FFF2-40B4-BE49-F238E27FC236}">
                <a16:creationId xmlns:a16="http://schemas.microsoft.com/office/drawing/2014/main" id="{E1AB25E6-29FD-0C42-1C6B-C4457C58E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987" y="1828332"/>
            <a:ext cx="8223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&lt;25:0&gt;</a:t>
            </a:r>
          </a:p>
        </p:txBody>
      </p:sp>
      <p:sp>
        <p:nvSpPr>
          <p:cNvPr id="479" name="Line 122">
            <a:extLst>
              <a:ext uri="{FF2B5EF4-FFF2-40B4-BE49-F238E27FC236}">
                <a16:creationId xmlns:a16="http://schemas.microsoft.com/office/drawing/2014/main" id="{3CE0C6E1-3123-E6FE-6E89-6CC950EFA75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47363" y="2899665"/>
            <a:ext cx="0" cy="56667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480" name="Rectangle 125">
            <a:extLst>
              <a:ext uri="{FF2B5EF4-FFF2-40B4-BE49-F238E27FC236}">
                <a16:creationId xmlns:a16="http://schemas.microsoft.com/office/drawing/2014/main" id="{A9C54107-FC65-2256-E734-1673A3229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981" y="2972586"/>
            <a:ext cx="755838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&lt;31:28&gt;</a:t>
            </a:r>
          </a:p>
        </p:txBody>
      </p:sp>
      <p:grpSp>
        <p:nvGrpSpPr>
          <p:cNvPr id="3" name="Group 50">
            <a:extLst>
              <a:ext uri="{FF2B5EF4-FFF2-40B4-BE49-F238E27FC236}">
                <a16:creationId xmlns:a16="http://schemas.microsoft.com/office/drawing/2014/main" id="{E616AF78-1558-07E1-A31C-3F8146467532}"/>
              </a:ext>
            </a:extLst>
          </p:cNvPr>
          <p:cNvGrpSpPr>
            <a:grpSpLocks/>
          </p:cNvGrpSpPr>
          <p:nvPr/>
        </p:nvGrpSpPr>
        <p:grpSpPr bwMode="auto">
          <a:xfrm>
            <a:off x="2230284" y="2767010"/>
            <a:ext cx="347663" cy="1431926"/>
            <a:chOff x="1614" y="2226"/>
            <a:chExt cx="219" cy="902"/>
          </a:xfrm>
        </p:grpSpPr>
        <p:grpSp>
          <p:nvGrpSpPr>
            <p:cNvPr id="5" name="Group 51">
              <a:extLst>
                <a:ext uri="{FF2B5EF4-FFF2-40B4-BE49-F238E27FC236}">
                  <a16:creationId xmlns:a16="http://schemas.microsoft.com/office/drawing/2014/main" id="{62941C62-45E9-E470-C603-61453BB211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10" name="Line 52">
                <a:extLst>
                  <a:ext uri="{FF2B5EF4-FFF2-40B4-BE49-F238E27FC236}">
                    <a16:creationId xmlns:a16="http://schemas.microsoft.com/office/drawing/2014/main" id="{896EB305-C683-CD12-8601-B4D8D0F33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1" name="Line 53">
                <a:extLst>
                  <a:ext uri="{FF2B5EF4-FFF2-40B4-BE49-F238E27FC236}">
                    <a16:creationId xmlns:a16="http://schemas.microsoft.com/office/drawing/2014/main" id="{81B26FC3-2300-F175-CA38-00694408F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2" name="Line 54">
                <a:extLst>
                  <a:ext uri="{FF2B5EF4-FFF2-40B4-BE49-F238E27FC236}">
                    <a16:creationId xmlns:a16="http://schemas.microsoft.com/office/drawing/2014/main" id="{6201C63D-3853-4221-F34D-D883140D2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3" name="Line 55">
                <a:extLst>
                  <a:ext uri="{FF2B5EF4-FFF2-40B4-BE49-F238E27FC236}">
                    <a16:creationId xmlns:a16="http://schemas.microsoft.com/office/drawing/2014/main" id="{AFD24CF4-E532-7AB3-4F59-3FE073C72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7" name="Rectangle 56">
              <a:extLst>
                <a:ext uri="{FF2B5EF4-FFF2-40B4-BE49-F238E27FC236}">
                  <a16:creationId xmlns:a16="http://schemas.microsoft.com/office/drawing/2014/main" id="{0245794E-1022-3E05-32E7-A6910F82E7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SimHei" panose="02010609060101010101" pitchFamily="49" charset="-122"/>
                  <a:cs typeface="+mn-cs"/>
                </a:rPr>
                <a:t>Mux</a:t>
              </a:r>
            </a:p>
          </p:txBody>
        </p:sp>
        <p:sp>
          <p:nvSpPr>
            <p:cNvPr id="8" name="Rectangle 57">
              <a:extLst>
                <a:ext uri="{FF2B5EF4-FFF2-40B4-BE49-F238E27FC236}">
                  <a16:creationId xmlns:a16="http://schemas.microsoft.com/office/drawing/2014/main" id="{FC1BA882-3968-FACF-AD05-84F3C4F7A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9" name="Rectangle 58">
              <a:extLst>
                <a:ext uri="{FF2B5EF4-FFF2-40B4-BE49-F238E27FC236}">
                  <a16:creationId xmlns:a16="http://schemas.microsoft.com/office/drawing/2014/main" id="{B0DF076C-2933-4A74-E8EA-B19B083F6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endParaRPr>
            </a:p>
          </p:txBody>
        </p:sp>
      </p:grpSp>
      <p:sp>
        <p:nvSpPr>
          <p:cNvPr id="14" name="Line 76">
            <a:extLst>
              <a:ext uri="{FF2B5EF4-FFF2-40B4-BE49-F238E27FC236}">
                <a16:creationId xmlns:a16="http://schemas.microsoft.com/office/drawing/2014/main" id="{1D5CC075-7AA0-65BF-9166-74A912B6ED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4398" y="4096540"/>
            <a:ext cx="0" cy="13401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5" name="Rectangle 75">
            <a:extLst>
              <a:ext uri="{FF2B5EF4-FFF2-40B4-BE49-F238E27FC236}">
                <a16:creationId xmlns:a16="http://schemas.microsoft.com/office/drawing/2014/main" id="{55E720C4-AD22-2616-865F-1F8424963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120" y="5404952"/>
            <a:ext cx="114454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>
                <a:solidFill>
                  <a:srgbClr val="00B050"/>
                </a:solidFill>
                <a:latin typeface="Arial" panose="020B0604020202020204"/>
                <a:ea typeface="SimHei" panose="02010609060101010101" pitchFamily="49" charset="-122"/>
              </a:rPr>
              <a:t>PCSrc2=1</a:t>
            </a:r>
          </a:p>
        </p:txBody>
      </p:sp>
    </p:spTree>
    <p:extLst>
      <p:ext uri="{BB962C8B-B14F-4D97-AF65-F5344CB8AC3E}">
        <p14:creationId xmlns:p14="http://schemas.microsoft.com/office/powerpoint/2010/main" val="349818749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/>
              <a:t>子集控制信号小结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107</a:t>
            </a:fld>
            <a:endParaRPr lang="en-US" altLang="zh-CN"/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B279CB58-31E0-4A74-B07F-BAC72E1DF7BD}"/>
              </a:ext>
            </a:extLst>
          </p:cNvPr>
          <p:cNvSpPr/>
          <p:nvPr/>
        </p:nvSpPr>
        <p:spPr>
          <a:xfrm>
            <a:off x="1163638" y="1938225"/>
            <a:ext cx="6858000" cy="3179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Rectangle 2">
            <a:extLst>
              <a:ext uri="{FF2B5EF4-FFF2-40B4-BE49-F238E27FC236}">
                <a16:creationId xmlns:a16="http://schemas.microsoft.com/office/drawing/2014/main" id="{6BC76597-1450-44D1-8A05-61427A380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931875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</a:p>
        </p:txBody>
      </p:sp>
      <p:sp>
        <p:nvSpPr>
          <p:cNvPr id="181" name="Rectangle 3">
            <a:extLst>
              <a:ext uri="{FF2B5EF4-FFF2-40B4-BE49-F238E27FC236}">
                <a16:creationId xmlns:a16="http://schemas.microsoft.com/office/drawing/2014/main" id="{2EEAD1EC-32B0-4445-B3E1-BBEE9B2CD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931875"/>
            <a:ext cx="51296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sub</a:t>
            </a:r>
          </a:p>
        </p:txBody>
      </p:sp>
      <p:sp>
        <p:nvSpPr>
          <p:cNvPr id="182" name="Rectangle 4">
            <a:extLst>
              <a:ext uri="{FF2B5EF4-FFF2-40B4-BE49-F238E27FC236}">
                <a16:creationId xmlns:a16="http://schemas.microsoft.com/office/drawing/2014/main" id="{7FAE53D0-9628-45F3-8ADC-F42444D59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93187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ori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Rectangle 5">
            <a:extLst>
              <a:ext uri="{FF2B5EF4-FFF2-40B4-BE49-F238E27FC236}">
                <a16:creationId xmlns:a16="http://schemas.microsoft.com/office/drawing/2014/main" id="{A94041A5-4574-4D80-BFA2-F382F11F1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931875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lw</a:t>
            </a:r>
          </a:p>
        </p:txBody>
      </p:sp>
      <p:sp>
        <p:nvSpPr>
          <p:cNvPr id="184" name="Rectangle 6">
            <a:extLst>
              <a:ext uri="{FF2B5EF4-FFF2-40B4-BE49-F238E27FC236}">
                <a16:creationId xmlns:a16="http://schemas.microsoft.com/office/drawing/2014/main" id="{93B893E0-1164-4F8B-8D4D-775A38BBD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931875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sw</a:t>
            </a:r>
          </a:p>
        </p:txBody>
      </p:sp>
      <p:sp>
        <p:nvSpPr>
          <p:cNvPr id="185" name="Rectangle 7">
            <a:extLst>
              <a:ext uri="{FF2B5EF4-FFF2-40B4-BE49-F238E27FC236}">
                <a16:creationId xmlns:a16="http://schemas.microsoft.com/office/drawing/2014/main" id="{BE1EA5BE-A223-40BD-836E-C7495A3B6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931875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</a:p>
        </p:txBody>
      </p:sp>
      <p:sp>
        <p:nvSpPr>
          <p:cNvPr id="186" name="Rectangle 8">
            <a:extLst>
              <a:ext uri="{FF2B5EF4-FFF2-40B4-BE49-F238E27FC236}">
                <a16:creationId xmlns:a16="http://schemas.microsoft.com/office/drawing/2014/main" id="{82A0E090-144D-4571-9A28-2B0C2E546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931875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jump</a:t>
            </a:r>
          </a:p>
        </p:txBody>
      </p:sp>
      <p:sp>
        <p:nvSpPr>
          <p:cNvPr id="187" name="Rectangle 9">
            <a:extLst>
              <a:ext uri="{FF2B5EF4-FFF2-40B4-BE49-F238E27FC236}">
                <a16:creationId xmlns:a16="http://schemas.microsoft.com/office/drawing/2014/main" id="{1A854EB0-F81C-4746-8848-432FCB05E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2236675"/>
            <a:ext cx="86562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RegDst</a:t>
            </a:r>
          </a:p>
        </p:txBody>
      </p:sp>
      <p:sp>
        <p:nvSpPr>
          <p:cNvPr id="188" name="Rectangle 10">
            <a:extLst>
              <a:ext uri="{FF2B5EF4-FFF2-40B4-BE49-F238E27FC236}">
                <a16:creationId xmlns:a16="http://schemas.microsoft.com/office/drawing/2014/main" id="{6C68AC7C-C1DB-454B-A339-45996EE62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2541475"/>
            <a:ext cx="901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ALUSrc</a:t>
            </a:r>
          </a:p>
        </p:txBody>
      </p:sp>
      <p:sp>
        <p:nvSpPr>
          <p:cNvPr id="189" name="Rectangle 11">
            <a:extLst>
              <a:ext uri="{FF2B5EF4-FFF2-40B4-BE49-F238E27FC236}">
                <a16:creationId xmlns:a16="http://schemas.microsoft.com/office/drawing/2014/main" id="{DAC639D2-996C-4C60-974A-62EC240B9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2846275"/>
            <a:ext cx="118622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MemtoReg</a:t>
            </a:r>
          </a:p>
        </p:txBody>
      </p:sp>
      <p:sp>
        <p:nvSpPr>
          <p:cNvPr id="190" name="Rectangle 12">
            <a:extLst>
              <a:ext uri="{FF2B5EF4-FFF2-40B4-BE49-F238E27FC236}">
                <a16:creationId xmlns:a16="http://schemas.microsoft.com/office/drawing/2014/main" id="{1C8198CE-F6D1-40B6-9114-FC9BCE15E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3151075"/>
            <a:ext cx="1028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RegWrite</a:t>
            </a:r>
          </a:p>
        </p:txBody>
      </p:sp>
      <p:sp>
        <p:nvSpPr>
          <p:cNvPr id="191" name="Rectangle 13">
            <a:extLst>
              <a:ext uri="{FF2B5EF4-FFF2-40B4-BE49-F238E27FC236}">
                <a16:creationId xmlns:a16="http://schemas.microsoft.com/office/drawing/2014/main" id="{AFAEBFDD-337B-4592-AD60-0CAA1F7C2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3455875"/>
            <a:ext cx="1143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MemWrite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Rectangle 14">
            <a:extLst>
              <a:ext uri="{FF2B5EF4-FFF2-40B4-BE49-F238E27FC236}">
                <a16:creationId xmlns:a16="http://schemas.microsoft.com/office/drawing/2014/main" id="{AA5EEF95-DDCC-41A3-BAE1-871AAF54F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3760675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PCSrc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Rectangle 15">
            <a:extLst>
              <a:ext uri="{FF2B5EF4-FFF2-40B4-BE49-F238E27FC236}">
                <a16:creationId xmlns:a16="http://schemas.microsoft.com/office/drawing/2014/main" id="{B50030AD-5E5E-482B-921E-70EDE0CB0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4348386"/>
            <a:ext cx="757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ExtOp</a:t>
            </a:r>
          </a:p>
        </p:txBody>
      </p:sp>
      <p:sp>
        <p:nvSpPr>
          <p:cNvPr id="194" name="Rectangle 16">
            <a:extLst>
              <a:ext uri="{FF2B5EF4-FFF2-40B4-BE49-F238E27FC236}">
                <a16:creationId xmlns:a16="http://schemas.microsoft.com/office/drawing/2014/main" id="{522CA4CC-32E3-49DC-8B03-322AA83F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4653186"/>
            <a:ext cx="15388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ALU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Conf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&lt;2:0&gt;</a:t>
            </a:r>
          </a:p>
        </p:txBody>
      </p:sp>
      <p:sp>
        <p:nvSpPr>
          <p:cNvPr id="195" name="Line 17">
            <a:extLst>
              <a:ext uri="{FF2B5EF4-FFF2-40B4-BE49-F238E27FC236}">
                <a16:creationId xmlns:a16="http://schemas.microsoft.com/office/drawing/2014/main" id="{C4021322-0C33-411C-9C0C-C3581402B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25478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Line 18">
            <a:extLst>
              <a:ext uri="{FF2B5EF4-FFF2-40B4-BE49-F238E27FC236}">
                <a16:creationId xmlns:a16="http://schemas.microsoft.com/office/drawing/2014/main" id="{C8266370-79D3-4B4D-BF9A-E73C6064C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28526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Line 19">
            <a:extLst>
              <a:ext uri="{FF2B5EF4-FFF2-40B4-BE49-F238E27FC236}">
                <a16:creationId xmlns:a16="http://schemas.microsoft.com/office/drawing/2014/main" id="{F415DDFC-80D6-4F61-B3FD-1BADB2173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31574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Line 20">
            <a:extLst>
              <a:ext uri="{FF2B5EF4-FFF2-40B4-BE49-F238E27FC236}">
                <a16:creationId xmlns:a16="http://schemas.microsoft.com/office/drawing/2014/main" id="{BDD431BB-53F1-457A-8DA7-5335A4481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34622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Line 21">
            <a:extLst>
              <a:ext uri="{FF2B5EF4-FFF2-40B4-BE49-F238E27FC236}">
                <a16:creationId xmlns:a16="http://schemas.microsoft.com/office/drawing/2014/main" id="{A9CD9AB3-F1F7-44CE-A411-42E59CB0F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37670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Line 22">
            <a:extLst>
              <a:ext uri="{FF2B5EF4-FFF2-40B4-BE49-F238E27FC236}">
                <a16:creationId xmlns:a16="http://schemas.microsoft.com/office/drawing/2014/main" id="{DC3E1F47-9EDB-47A0-849F-E6D6299B3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4392836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Line 23">
            <a:extLst>
              <a:ext uri="{FF2B5EF4-FFF2-40B4-BE49-F238E27FC236}">
                <a16:creationId xmlns:a16="http://schemas.microsoft.com/office/drawing/2014/main" id="{47817306-FE19-461F-A145-71FBADAAE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4092087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Line 24">
            <a:extLst>
              <a:ext uri="{FF2B5EF4-FFF2-40B4-BE49-F238E27FC236}">
                <a16:creationId xmlns:a16="http://schemas.microsoft.com/office/drawing/2014/main" id="{112A37F9-3582-42EB-8BC7-7F68A9AFE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4659536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Line 26">
            <a:extLst>
              <a:ext uri="{FF2B5EF4-FFF2-40B4-BE49-F238E27FC236}">
                <a16:creationId xmlns:a16="http://schemas.microsoft.com/office/drawing/2014/main" id="{5352677B-1630-4BE9-8652-BCAE5A2B1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4955371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Line 28">
            <a:extLst>
              <a:ext uri="{FF2B5EF4-FFF2-40B4-BE49-F238E27FC236}">
                <a16:creationId xmlns:a16="http://schemas.microsoft.com/office/drawing/2014/main" id="{F703B78E-E2F9-4616-8E57-999037F18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19382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D25D0B-295D-8B82-B217-0E44B7689EF0}"/>
              </a:ext>
            </a:extLst>
          </p:cNvPr>
          <p:cNvGrpSpPr/>
          <p:nvPr/>
        </p:nvGrpSpPr>
        <p:grpSpPr>
          <a:xfrm>
            <a:off x="2687638" y="1925524"/>
            <a:ext cx="4572000" cy="3045161"/>
            <a:chOff x="2687638" y="1925525"/>
            <a:chExt cx="4572000" cy="2734010"/>
          </a:xfrm>
        </p:grpSpPr>
        <p:sp>
          <p:nvSpPr>
            <p:cNvPr id="205" name="Line 27">
              <a:extLst>
                <a:ext uri="{FF2B5EF4-FFF2-40B4-BE49-F238E27FC236}">
                  <a16:creationId xmlns:a16="http://schemas.microsoft.com/office/drawing/2014/main" id="{F9FB57E5-92F5-43F7-964E-3CA9346BD3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7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Line 29">
              <a:extLst>
                <a:ext uri="{FF2B5EF4-FFF2-40B4-BE49-F238E27FC236}">
                  <a16:creationId xmlns:a16="http://schemas.microsoft.com/office/drawing/2014/main" id="{A67ED16D-4531-4E8C-ABAF-2CAAAA9DB8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9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Line 30">
              <a:extLst>
                <a:ext uri="{FF2B5EF4-FFF2-40B4-BE49-F238E27FC236}">
                  <a16:creationId xmlns:a16="http://schemas.microsoft.com/office/drawing/2014/main" id="{29A96761-5792-4C7E-89E6-7367537AC3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1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Line 31">
              <a:extLst>
                <a:ext uri="{FF2B5EF4-FFF2-40B4-BE49-F238E27FC236}">
                  <a16:creationId xmlns:a16="http://schemas.microsoft.com/office/drawing/2014/main" id="{1FA5046E-4DAB-44E6-9787-862C3E9FE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3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Line 32">
              <a:extLst>
                <a:ext uri="{FF2B5EF4-FFF2-40B4-BE49-F238E27FC236}">
                  <a16:creationId xmlns:a16="http://schemas.microsoft.com/office/drawing/2014/main" id="{1D207210-AA2C-4716-9053-2FFFDF2C5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5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Line 33">
              <a:extLst>
                <a:ext uri="{FF2B5EF4-FFF2-40B4-BE49-F238E27FC236}">
                  <a16:creationId xmlns:a16="http://schemas.microsoft.com/office/drawing/2014/main" id="{26269491-3069-44E0-B323-E38543A43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97638" y="1952820"/>
              <a:ext cx="0" cy="2706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Line 34">
              <a:extLst>
                <a:ext uri="{FF2B5EF4-FFF2-40B4-BE49-F238E27FC236}">
                  <a16:creationId xmlns:a16="http://schemas.microsoft.com/office/drawing/2014/main" id="{5426FB08-ABBC-479B-B802-9F4C5735CA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59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3" name="Line 35">
            <a:extLst>
              <a:ext uri="{FF2B5EF4-FFF2-40B4-BE49-F238E27FC236}">
                <a16:creationId xmlns:a16="http://schemas.microsoft.com/office/drawing/2014/main" id="{14F10CB4-3884-448C-BCDB-B8B10632DD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1638" y="1925524"/>
            <a:ext cx="0" cy="303881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Line 36">
            <a:extLst>
              <a:ext uri="{FF2B5EF4-FFF2-40B4-BE49-F238E27FC236}">
                <a16:creationId xmlns:a16="http://schemas.microsoft.com/office/drawing/2014/main" id="{8915DC51-6095-45BB-91B7-A069EE4DF8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3638" y="1950925"/>
            <a:ext cx="0" cy="301976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Rectangle 37">
            <a:extLst>
              <a:ext uri="{FF2B5EF4-FFF2-40B4-BE49-F238E27FC236}">
                <a16:creationId xmlns:a16="http://schemas.microsoft.com/office/drawing/2014/main" id="{1434AC18-AD38-4440-A249-9726F4D86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236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6" name="Rectangle 38">
            <a:extLst>
              <a:ext uri="{FF2B5EF4-FFF2-40B4-BE49-F238E27FC236}">
                <a16:creationId xmlns:a16="http://schemas.microsoft.com/office/drawing/2014/main" id="{63C4EE9D-4F3F-45AC-884E-39A7F2A52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7" name="Rectangle 39">
            <a:extLst>
              <a:ext uri="{FF2B5EF4-FFF2-40B4-BE49-F238E27FC236}">
                <a16:creationId xmlns:a16="http://schemas.microsoft.com/office/drawing/2014/main" id="{E990767B-9FD9-4FCD-ACA7-0BDE35CE2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8462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8" name="Rectangle 40">
            <a:extLst>
              <a:ext uri="{FF2B5EF4-FFF2-40B4-BE49-F238E27FC236}">
                <a16:creationId xmlns:a16="http://schemas.microsoft.com/office/drawing/2014/main" id="{A0644EFC-1060-4578-9D7F-5905A0349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9" name="Rectangle 41">
            <a:extLst>
              <a:ext uri="{FF2B5EF4-FFF2-40B4-BE49-F238E27FC236}">
                <a16:creationId xmlns:a16="http://schemas.microsoft.com/office/drawing/2014/main" id="{F1D7A2DD-AC94-41C7-B078-9896F11A7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0" name="Rectangle 42">
            <a:extLst>
              <a:ext uri="{FF2B5EF4-FFF2-40B4-BE49-F238E27FC236}">
                <a16:creationId xmlns:a16="http://schemas.microsoft.com/office/drawing/2014/main" id="{44BE8D26-5750-412C-8D7B-0089CD53C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1" name="Rectangle 43">
            <a:extLst>
              <a:ext uri="{FF2B5EF4-FFF2-40B4-BE49-F238E27FC236}">
                <a16:creationId xmlns:a16="http://schemas.microsoft.com/office/drawing/2014/main" id="{22B7BC22-82F3-43C7-90AB-B1FD6A06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48386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22" name="Rectangle 44">
            <a:extLst>
              <a:ext uri="{FF2B5EF4-FFF2-40B4-BE49-F238E27FC236}">
                <a16:creationId xmlns:a16="http://schemas.microsoft.com/office/drawing/2014/main" id="{2FBBC0EA-8562-4630-9740-E3DB43C2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653186"/>
            <a:ext cx="5466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</a:p>
        </p:txBody>
      </p:sp>
      <p:sp>
        <p:nvSpPr>
          <p:cNvPr id="223" name="Rectangle 45">
            <a:extLst>
              <a:ext uri="{FF2B5EF4-FFF2-40B4-BE49-F238E27FC236}">
                <a16:creationId xmlns:a16="http://schemas.microsoft.com/office/drawing/2014/main" id="{498D93A8-1B53-46A7-B797-203E77C3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36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4" name="Rectangle 46">
            <a:extLst>
              <a:ext uri="{FF2B5EF4-FFF2-40B4-BE49-F238E27FC236}">
                <a16:creationId xmlns:a16="http://schemas.microsoft.com/office/drawing/2014/main" id="{1F1597E8-1567-4C0A-B880-B7FCB785F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5" name="Rectangle 47">
            <a:extLst>
              <a:ext uri="{FF2B5EF4-FFF2-40B4-BE49-F238E27FC236}">
                <a16:creationId xmlns:a16="http://schemas.microsoft.com/office/drawing/2014/main" id="{C24E6084-4659-4E0D-BD1A-C29470E87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462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6" name="Rectangle 48">
            <a:extLst>
              <a:ext uri="{FF2B5EF4-FFF2-40B4-BE49-F238E27FC236}">
                <a16:creationId xmlns:a16="http://schemas.microsoft.com/office/drawing/2014/main" id="{1E5CA5E4-6624-49D5-883B-743185DD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7" name="Rectangle 49">
            <a:extLst>
              <a:ext uri="{FF2B5EF4-FFF2-40B4-BE49-F238E27FC236}">
                <a16:creationId xmlns:a16="http://schemas.microsoft.com/office/drawing/2014/main" id="{C3128BA2-1C28-4887-9A72-BD4E48784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8" name="Rectangle 50">
            <a:extLst>
              <a:ext uri="{FF2B5EF4-FFF2-40B4-BE49-F238E27FC236}">
                <a16:creationId xmlns:a16="http://schemas.microsoft.com/office/drawing/2014/main" id="{38DF7BDA-47C5-4233-8E91-BAD8375C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9" name="Rectangle 51">
            <a:extLst>
              <a:ext uri="{FF2B5EF4-FFF2-40B4-BE49-F238E27FC236}">
                <a16:creationId xmlns:a16="http://schemas.microsoft.com/office/drawing/2014/main" id="{C28BED51-2740-46FB-86A8-A2AF80D5A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348386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30" name="Rectangle 52">
            <a:extLst>
              <a:ext uri="{FF2B5EF4-FFF2-40B4-BE49-F238E27FC236}">
                <a16:creationId xmlns:a16="http://schemas.microsoft.com/office/drawing/2014/main" id="{57D432D7-10B9-4BC1-9D09-FE1FA1C5F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043" y="4653186"/>
            <a:ext cx="94737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Subtract</a:t>
            </a:r>
          </a:p>
        </p:txBody>
      </p:sp>
      <p:sp>
        <p:nvSpPr>
          <p:cNvPr id="231" name="Rectangle 53">
            <a:extLst>
              <a:ext uri="{FF2B5EF4-FFF2-40B4-BE49-F238E27FC236}">
                <a16:creationId xmlns:a16="http://schemas.microsoft.com/office/drawing/2014/main" id="{2EE08A0D-866E-4C70-8785-F8A78836B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236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2" name="Rectangle 54">
            <a:extLst>
              <a:ext uri="{FF2B5EF4-FFF2-40B4-BE49-F238E27FC236}">
                <a16:creationId xmlns:a16="http://schemas.microsoft.com/office/drawing/2014/main" id="{4BF35BC5-A48C-407E-AB51-C920DF9EA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3" name="Rectangle 55">
            <a:extLst>
              <a:ext uri="{FF2B5EF4-FFF2-40B4-BE49-F238E27FC236}">
                <a16:creationId xmlns:a16="http://schemas.microsoft.com/office/drawing/2014/main" id="{9F96C7D5-32DF-4EBC-B174-80465864D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8462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4" name="Rectangle 56">
            <a:extLst>
              <a:ext uri="{FF2B5EF4-FFF2-40B4-BE49-F238E27FC236}">
                <a16:creationId xmlns:a16="http://schemas.microsoft.com/office/drawing/2014/main" id="{7C34E674-BCDE-4EAC-9162-39611F961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5" name="Rectangle 57">
            <a:extLst>
              <a:ext uri="{FF2B5EF4-FFF2-40B4-BE49-F238E27FC236}">
                <a16:creationId xmlns:a16="http://schemas.microsoft.com/office/drawing/2014/main" id="{7422DD93-3E8A-4E55-872F-336610E43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6" name="Rectangle 58">
            <a:extLst>
              <a:ext uri="{FF2B5EF4-FFF2-40B4-BE49-F238E27FC236}">
                <a16:creationId xmlns:a16="http://schemas.microsoft.com/office/drawing/2014/main" id="{113E90B1-44CA-442F-A110-F693C12BD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7" name="Rectangle 59">
            <a:extLst>
              <a:ext uri="{FF2B5EF4-FFF2-40B4-BE49-F238E27FC236}">
                <a16:creationId xmlns:a16="http://schemas.microsoft.com/office/drawing/2014/main" id="{D776C452-2F2F-4C3F-BBCD-56CA0CDB9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34838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8" name="Rectangle 60">
            <a:extLst>
              <a:ext uri="{FF2B5EF4-FFF2-40B4-BE49-F238E27FC236}">
                <a16:creationId xmlns:a16="http://schemas.microsoft.com/office/drawing/2014/main" id="{30E63245-19E3-41FB-8606-7E72BEA4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653186"/>
            <a:ext cx="4119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</p:txBody>
      </p:sp>
      <p:sp>
        <p:nvSpPr>
          <p:cNvPr id="239" name="Rectangle 61">
            <a:extLst>
              <a:ext uri="{FF2B5EF4-FFF2-40B4-BE49-F238E27FC236}">
                <a16:creationId xmlns:a16="http://schemas.microsoft.com/office/drawing/2014/main" id="{0486A7EB-491A-445A-AEA3-C525048A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236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0" name="Rectangle 62">
            <a:extLst>
              <a:ext uri="{FF2B5EF4-FFF2-40B4-BE49-F238E27FC236}">
                <a16:creationId xmlns:a16="http://schemas.microsoft.com/office/drawing/2014/main" id="{F14A4B7A-178A-41C3-9AA9-C9F4290F3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1" name="Rectangle 63">
            <a:extLst>
              <a:ext uri="{FF2B5EF4-FFF2-40B4-BE49-F238E27FC236}">
                <a16:creationId xmlns:a16="http://schemas.microsoft.com/office/drawing/2014/main" id="{690B3E0A-15FE-4069-B94B-88F34284F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8462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2" name="Rectangle 64">
            <a:extLst>
              <a:ext uri="{FF2B5EF4-FFF2-40B4-BE49-F238E27FC236}">
                <a16:creationId xmlns:a16="http://schemas.microsoft.com/office/drawing/2014/main" id="{D63B7C1F-9B78-4252-8738-B503E70C6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3" name="Rectangle 65">
            <a:extLst>
              <a:ext uri="{FF2B5EF4-FFF2-40B4-BE49-F238E27FC236}">
                <a16:creationId xmlns:a16="http://schemas.microsoft.com/office/drawing/2014/main" id="{5DEEC5F2-36AE-4058-8DAC-C422CCF7D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4" name="Rectangle 66">
            <a:extLst>
              <a:ext uri="{FF2B5EF4-FFF2-40B4-BE49-F238E27FC236}">
                <a16:creationId xmlns:a16="http://schemas.microsoft.com/office/drawing/2014/main" id="{38E69B1B-DD81-4B48-965C-6A923EEC7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5" name="Rectangle 67">
            <a:extLst>
              <a:ext uri="{FF2B5EF4-FFF2-40B4-BE49-F238E27FC236}">
                <a16:creationId xmlns:a16="http://schemas.microsoft.com/office/drawing/2014/main" id="{0D91AE8E-1955-45EC-844B-92D8B0F8E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34838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6" name="Rectangle 68">
            <a:extLst>
              <a:ext uri="{FF2B5EF4-FFF2-40B4-BE49-F238E27FC236}">
                <a16:creationId xmlns:a16="http://schemas.microsoft.com/office/drawing/2014/main" id="{1A2DC5BE-52F1-400D-B6DD-D0245C690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653186"/>
            <a:ext cx="5466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</a:p>
        </p:txBody>
      </p:sp>
      <p:sp>
        <p:nvSpPr>
          <p:cNvPr id="247" name="Rectangle 69">
            <a:extLst>
              <a:ext uri="{FF2B5EF4-FFF2-40B4-BE49-F238E27FC236}">
                <a16:creationId xmlns:a16="http://schemas.microsoft.com/office/drawing/2014/main" id="{94A1FCB5-33AA-4C84-AE8E-C55CB3EC1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2366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48" name="Rectangle 70">
            <a:extLst>
              <a:ext uri="{FF2B5EF4-FFF2-40B4-BE49-F238E27FC236}">
                <a16:creationId xmlns:a16="http://schemas.microsoft.com/office/drawing/2014/main" id="{0D818731-7899-4974-9F33-23D7A2DE3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9" name="Rectangle 71">
            <a:extLst>
              <a:ext uri="{FF2B5EF4-FFF2-40B4-BE49-F238E27FC236}">
                <a16:creationId xmlns:a16="http://schemas.microsoft.com/office/drawing/2014/main" id="{77DE187D-0023-4ABD-8D39-3672693E3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8462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50" name="Rectangle 72">
            <a:extLst>
              <a:ext uri="{FF2B5EF4-FFF2-40B4-BE49-F238E27FC236}">
                <a16:creationId xmlns:a16="http://schemas.microsoft.com/office/drawing/2014/main" id="{567E55B6-D44F-4295-92F8-3059017C7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1" name="Rectangle 73">
            <a:extLst>
              <a:ext uri="{FF2B5EF4-FFF2-40B4-BE49-F238E27FC236}">
                <a16:creationId xmlns:a16="http://schemas.microsoft.com/office/drawing/2014/main" id="{3953F9AC-41B8-4D92-A8E8-8C8C63228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52" name="Rectangle 74">
            <a:extLst>
              <a:ext uri="{FF2B5EF4-FFF2-40B4-BE49-F238E27FC236}">
                <a16:creationId xmlns:a16="http://schemas.microsoft.com/office/drawing/2014/main" id="{663CBDA9-D16A-4687-91B1-688C107A2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3" name="Rectangle 75">
            <a:extLst>
              <a:ext uri="{FF2B5EF4-FFF2-40B4-BE49-F238E27FC236}">
                <a16:creationId xmlns:a16="http://schemas.microsoft.com/office/drawing/2014/main" id="{608C0F9C-D730-4643-80DB-A90041627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34838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54" name="Rectangle 76">
            <a:extLst>
              <a:ext uri="{FF2B5EF4-FFF2-40B4-BE49-F238E27FC236}">
                <a16:creationId xmlns:a16="http://schemas.microsoft.com/office/drawing/2014/main" id="{A4D8769F-6224-4F10-AD67-3B966EAAC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53186"/>
            <a:ext cx="5466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</a:p>
        </p:txBody>
      </p:sp>
      <p:sp>
        <p:nvSpPr>
          <p:cNvPr id="255" name="Rectangle 77">
            <a:extLst>
              <a:ext uri="{FF2B5EF4-FFF2-40B4-BE49-F238E27FC236}">
                <a16:creationId xmlns:a16="http://schemas.microsoft.com/office/drawing/2014/main" id="{1F0E21DF-BA01-4942-8C58-77CD737E2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2366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56" name="Rectangle 78">
            <a:extLst>
              <a:ext uri="{FF2B5EF4-FFF2-40B4-BE49-F238E27FC236}">
                <a16:creationId xmlns:a16="http://schemas.microsoft.com/office/drawing/2014/main" id="{FFB72DFA-DE3F-45D6-8481-8E27DB49E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7" name="Rectangle 79">
            <a:extLst>
              <a:ext uri="{FF2B5EF4-FFF2-40B4-BE49-F238E27FC236}">
                <a16:creationId xmlns:a16="http://schemas.microsoft.com/office/drawing/2014/main" id="{B26F1AF7-DB67-426E-9494-ECF8FE8D3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8462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58" name="Rectangle 80">
            <a:extLst>
              <a:ext uri="{FF2B5EF4-FFF2-40B4-BE49-F238E27FC236}">
                <a16:creationId xmlns:a16="http://schemas.microsoft.com/office/drawing/2014/main" id="{613F0B6C-24AF-4455-B026-73A5C25F1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9" name="Rectangle 81">
            <a:extLst>
              <a:ext uri="{FF2B5EF4-FFF2-40B4-BE49-F238E27FC236}">
                <a16:creationId xmlns:a16="http://schemas.microsoft.com/office/drawing/2014/main" id="{6C8CBF7C-1895-45F3-BE68-FCDD6EA36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0" name="Rectangle 82">
            <a:extLst>
              <a:ext uri="{FF2B5EF4-FFF2-40B4-BE49-F238E27FC236}">
                <a16:creationId xmlns:a16="http://schemas.microsoft.com/office/drawing/2014/main" id="{5BB6ED4F-AB40-49B7-982E-12E56AA54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338" y="3751557"/>
            <a:ext cx="7518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</a:p>
        </p:txBody>
      </p:sp>
      <p:sp>
        <p:nvSpPr>
          <p:cNvPr id="261" name="Rectangle 83">
            <a:extLst>
              <a:ext uri="{FF2B5EF4-FFF2-40B4-BE49-F238E27FC236}">
                <a16:creationId xmlns:a16="http://schemas.microsoft.com/office/drawing/2014/main" id="{95F5D0F1-C4FB-4A10-8D5B-06A94A326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34838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2" name="Rectangle 84">
            <a:extLst>
              <a:ext uri="{FF2B5EF4-FFF2-40B4-BE49-F238E27FC236}">
                <a16:creationId xmlns:a16="http://schemas.microsoft.com/office/drawing/2014/main" id="{4CE374F9-FF46-4496-B6A6-F676613E3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455" y="4669061"/>
            <a:ext cx="94737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Subtract</a:t>
            </a:r>
          </a:p>
        </p:txBody>
      </p:sp>
      <p:sp>
        <p:nvSpPr>
          <p:cNvPr id="263" name="Rectangle 85">
            <a:extLst>
              <a:ext uri="{FF2B5EF4-FFF2-40B4-BE49-F238E27FC236}">
                <a16:creationId xmlns:a16="http://schemas.microsoft.com/office/drawing/2014/main" id="{F7D02FAF-939F-45A4-9B93-C9417B43A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2366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64" name="Rectangle 86">
            <a:extLst>
              <a:ext uri="{FF2B5EF4-FFF2-40B4-BE49-F238E27FC236}">
                <a16:creationId xmlns:a16="http://schemas.microsoft.com/office/drawing/2014/main" id="{3B18E8E6-5424-4F77-91A0-27BE0DC87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5414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65" name="Rectangle 87">
            <a:extLst>
              <a:ext uri="{FF2B5EF4-FFF2-40B4-BE49-F238E27FC236}">
                <a16:creationId xmlns:a16="http://schemas.microsoft.com/office/drawing/2014/main" id="{E1FF2B0B-401D-498F-80B8-82B682B0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8462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66" name="Rectangle 88">
            <a:extLst>
              <a:ext uri="{FF2B5EF4-FFF2-40B4-BE49-F238E27FC236}">
                <a16:creationId xmlns:a16="http://schemas.microsoft.com/office/drawing/2014/main" id="{909CFE65-AE9C-4822-9245-B89EE400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7" name="Rectangle 89">
            <a:extLst>
              <a:ext uri="{FF2B5EF4-FFF2-40B4-BE49-F238E27FC236}">
                <a16:creationId xmlns:a16="http://schemas.microsoft.com/office/drawing/2014/main" id="{51F36351-4995-4618-B90D-915C3D6FD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8" name="Rectangle 90">
            <a:extLst>
              <a:ext uri="{FF2B5EF4-FFF2-40B4-BE49-F238E27FC236}">
                <a16:creationId xmlns:a16="http://schemas.microsoft.com/office/drawing/2014/main" id="{66CF5495-9550-43DA-A016-CFB38BE2E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7606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69" name="Rectangle 91">
            <a:extLst>
              <a:ext uri="{FF2B5EF4-FFF2-40B4-BE49-F238E27FC236}">
                <a16:creationId xmlns:a16="http://schemas.microsoft.com/office/drawing/2014/main" id="{41719BC3-A805-493A-939B-CB6465CDC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348386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70" name="Rectangle 92">
            <a:extLst>
              <a:ext uri="{FF2B5EF4-FFF2-40B4-BE49-F238E27FC236}">
                <a16:creationId xmlns:a16="http://schemas.microsoft.com/office/drawing/2014/main" id="{AF86C6D0-C4BC-41FD-855F-086DC2FE9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653186"/>
            <a:ext cx="4905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</p:txBody>
      </p:sp>
      <p:sp>
        <p:nvSpPr>
          <p:cNvPr id="271" name="Line 93">
            <a:extLst>
              <a:ext uri="{FF2B5EF4-FFF2-40B4-BE49-F238E27FC236}">
                <a16:creationId xmlns:a16="http://schemas.microsoft.com/office/drawing/2014/main" id="{41A3F198-8F38-45CF-B3F1-9DEE02C6B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1633425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2" name="Group 94">
            <a:extLst>
              <a:ext uri="{FF2B5EF4-FFF2-40B4-BE49-F238E27FC236}">
                <a16:creationId xmlns:a16="http://schemas.microsoft.com/office/drawing/2014/main" id="{4D363A14-06DC-4309-B3AC-4CE0E7EA542B}"/>
              </a:ext>
            </a:extLst>
          </p:cNvPr>
          <p:cNvGrpSpPr>
            <a:grpSpLocks/>
          </p:cNvGrpSpPr>
          <p:nvPr/>
        </p:nvGrpSpPr>
        <p:grpSpPr bwMode="auto">
          <a:xfrm>
            <a:off x="544513" y="5060195"/>
            <a:ext cx="8528050" cy="1555750"/>
            <a:chOff x="323" y="3068"/>
            <a:chExt cx="5372" cy="980"/>
          </a:xfrm>
        </p:grpSpPr>
        <p:grpSp>
          <p:nvGrpSpPr>
            <p:cNvPr id="273" name="Group 95">
              <a:extLst>
                <a:ext uri="{FF2B5EF4-FFF2-40B4-BE49-F238E27FC236}">
                  <a16:creationId xmlns:a16="http://schemas.microsoft.com/office/drawing/2014/main" id="{58B695F1-6510-412A-9209-E10D209F52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" y="3836"/>
              <a:ext cx="3832" cy="212"/>
              <a:chOff x="868" y="3836"/>
              <a:chExt cx="3832" cy="212"/>
            </a:xfrm>
          </p:grpSpPr>
          <p:sp>
            <p:nvSpPr>
              <p:cNvPr id="322" name="Rectangle 96">
                <a:extLst>
                  <a:ext uri="{FF2B5EF4-FFF2-40B4-BE49-F238E27FC236}">
                    <a16:creationId xmlns:a16="http://schemas.microsoft.com/office/drawing/2014/main" id="{11624CC2-987B-48F2-BE7B-D744FA99F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" y="3848"/>
                <a:ext cx="382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3" name="Group 97">
                <a:extLst>
                  <a:ext uri="{FF2B5EF4-FFF2-40B4-BE49-F238E27FC236}">
                    <a16:creationId xmlns:a16="http://schemas.microsoft.com/office/drawing/2014/main" id="{DCD00F39-F5D3-4C71-AFE6-B00AF734EE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8" y="3836"/>
                <a:ext cx="664" cy="212"/>
                <a:chOff x="868" y="3836"/>
                <a:chExt cx="664" cy="212"/>
              </a:xfrm>
            </p:grpSpPr>
            <p:sp>
              <p:nvSpPr>
                <p:cNvPr id="326" name="Rectangle 98">
                  <a:extLst>
                    <a:ext uri="{FF2B5EF4-FFF2-40B4-BE49-F238E27FC236}">
                      <a16:creationId xmlns:a16="http://schemas.microsoft.com/office/drawing/2014/main" id="{E817A835-8A1E-4563-AA26-67BAB90C37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8" y="3844"/>
                  <a:ext cx="664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7" name="Rectangle 99">
                  <a:extLst>
                    <a:ext uri="{FF2B5EF4-FFF2-40B4-BE49-F238E27FC236}">
                      <a16:creationId xmlns:a16="http://schemas.microsoft.com/office/drawing/2014/main" id="{4F10F29B-7C6A-4BFA-9804-ABD7EF7EA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" y="3836"/>
                  <a:ext cx="25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altLang="en-US" sz="1600">
                      <a:latin typeface="Arial" panose="020B0604020202020204" pitchFamily="34" charset="0"/>
                      <a:cs typeface="Arial" panose="020B0604020202020204" pitchFamily="34" charset="0"/>
                    </a:rPr>
                    <a:t>op</a:t>
                  </a:r>
                </a:p>
              </p:txBody>
            </p:sp>
          </p:grpSp>
          <p:sp>
            <p:nvSpPr>
              <p:cNvPr id="324" name="Rectangle 100">
                <a:extLst>
                  <a:ext uri="{FF2B5EF4-FFF2-40B4-BE49-F238E27FC236}">
                    <a16:creationId xmlns:a16="http://schemas.microsoft.com/office/drawing/2014/main" id="{2F64D7BB-7E93-473F-97DF-90A6F7C87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" y="3844"/>
                <a:ext cx="316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5" name="Rectangle 101">
                <a:extLst>
                  <a:ext uri="{FF2B5EF4-FFF2-40B4-BE49-F238E27FC236}">
                    <a16:creationId xmlns:a16="http://schemas.microsoft.com/office/drawing/2014/main" id="{72C79B03-6E8B-4359-9B00-E4C4BB474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2" y="3836"/>
                <a:ext cx="94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target address</a:t>
                </a:r>
              </a:p>
            </p:txBody>
          </p:sp>
        </p:grpSp>
        <p:grpSp>
          <p:nvGrpSpPr>
            <p:cNvPr id="274" name="Group 102">
              <a:extLst>
                <a:ext uri="{FF2B5EF4-FFF2-40B4-BE49-F238E27FC236}">
                  <a16:creationId xmlns:a16="http://schemas.microsoft.com/office/drawing/2014/main" id="{FDEE051B-C4D6-443E-A3FD-1FC5C6A8D5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3" y="3068"/>
              <a:ext cx="3979" cy="404"/>
              <a:chOff x="803" y="3068"/>
              <a:chExt cx="3979" cy="404"/>
            </a:xfrm>
          </p:grpSpPr>
          <p:grpSp>
            <p:nvGrpSpPr>
              <p:cNvPr id="294" name="Group 103">
                <a:extLst>
                  <a:ext uri="{FF2B5EF4-FFF2-40B4-BE49-F238E27FC236}">
                    <a16:creationId xmlns:a16="http://schemas.microsoft.com/office/drawing/2014/main" id="{D8A0FBB7-A69C-4B6B-8605-B036465FBC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8" y="3260"/>
                <a:ext cx="3832" cy="212"/>
                <a:chOff x="868" y="3260"/>
                <a:chExt cx="3832" cy="212"/>
              </a:xfrm>
            </p:grpSpPr>
            <p:sp>
              <p:nvSpPr>
                <p:cNvPr id="302" name="Rectangle 104">
                  <a:extLst>
                    <a:ext uri="{FF2B5EF4-FFF2-40B4-BE49-F238E27FC236}">
                      <a16:creationId xmlns:a16="http://schemas.microsoft.com/office/drawing/2014/main" id="{AB6AAC26-9E28-4ED4-9517-DE689FEE63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2" y="3272"/>
                  <a:ext cx="382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03" name="Group 105">
                  <a:extLst>
                    <a:ext uri="{FF2B5EF4-FFF2-40B4-BE49-F238E27FC236}">
                      <a16:creationId xmlns:a16="http://schemas.microsoft.com/office/drawing/2014/main" id="{FECE9713-8D08-4C18-A3D7-30398D73DB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8" y="3260"/>
                  <a:ext cx="3832" cy="212"/>
                  <a:chOff x="868" y="3260"/>
                  <a:chExt cx="3832" cy="212"/>
                </a:xfrm>
              </p:grpSpPr>
              <p:grpSp>
                <p:nvGrpSpPr>
                  <p:cNvPr id="304" name="Group 106">
                    <a:extLst>
                      <a:ext uri="{FF2B5EF4-FFF2-40B4-BE49-F238E27FC236}">
                        <a16:creationId xmlns:a16="http://schemas.microsoft.com/office/drawing/2014/main" id="{4CAF5A79-F3A8-4A43-A2D5-ADC1135CE4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68" y="3260"/>
                    <a:ext cx="664" cy="212"/>
                    <a:chOff x="868" y="3260"/>
                    <a:chExt cx="664" cy="212"/>
                  </a:xfrm>
                </p:grpSpPr>
                <p:sp>
                  <p:nvSpPr>
                    <p:cNvPr id="320" name="Rectangle 107">
                      <a:extLst>
                        <a:ext uri="{FF2B5EF4-FFF2-40B4-BE49-F238E27FC236}">
                          <a16:creationId xmlns:a16="http://schemas.microsoft.com/office/drawing/2014/main" id="{93791F05-4235-4B55-8C2F-11DC7FB9D3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8" y="3268"/>
                      <a:ext cx="66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1" name="Rectangle 108">
                      <a:extLst>
                        <a:ext uri="{FF2B5EF4-FFF2-40B4-BE49-F238E27FC236}">
                          <a16:creationId xmlns:a16="http://schemas.microsoft.com/office/drawing/2014/main" id="{BA10AA9A-94B1-4DD6-A97D-CC202E9D52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3260"/>
                      <a:ext cx="259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305" name="Group 109">
                    <a:extLst>
                      <a:ext uri="{FF2B5EF4-FFF2-40B4-BE49-F238E27FC236}">
                        <a16:creationId xmlns:a16="http://schemas.microsoft.com/office/drawing/2014/main" id="{903699B0-E589-4369-B036-AFCB421362A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40" y="3260"/>
                    <a:ext cx="616" cy="212"/>
                    <a:chOff x="1540" y="3260"/>
                    <a:chExt cx="616" cy="212"/>
                  </a:xfrm>
                </p:grpSpPr>
                <p:sp>
                  <p:nvSpPr>
                    <p:cNvPr id="318" name="Rectangle 110">
                      <a:extLst>
                        <a:ext uri="{FF2B5EF4-FFF2-40B4-BE49-F238E27FC236}">
                          <a16:creationId xmlns:a16="http://schemas.microsoft.com/office/drawing/2014/main" id="{11542D0A-8230-4F24-881A-64807E51EEF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40" y="326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9" name="Rectangle 111">
                      <a:extLst>
                        <a:ext uri="{FF2B5EF4-FFF2-40B4-BE49-F238E27FC236}">
                          <a16:creationId xmlns:a16="http://schemas.microsoft.com/office/drawing/2014/main" id="{8C442A2E-1B48-426A-8A03-FB85BD2ADD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15" y="3260"/>
                      <a:ext cx="223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306" name="Group 112">
                    <a:extLst>
                      <a:ext uri="{FF2B5EF4-FFF2-40B4-BE49-F238E27FC236}">
                        <a16:creationId xmlns:a16="http://schemas.microsoft.com/office/drawing/2014/main" id="{B235836C-C689-4AFF-8692-9B731ED0E2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64" y="3260"/>
                    <a:ext cx="616" cy="212"/>
                    <a:chOff x="2164" y="3260"/>
                    <a:chExt cx="616" cy="212"/>
                  </a:xfrm>
                </p:grpSpPr>
                <p:sp>
                  <p:nvSpPr>
                    <p:cNvPr id="316" name="Rectangle 113">
                      <a:extLst>
                        <a:ext uri="{FF2B5EF4-FFF2-40B4-BE49-F238E27FC236}">
                          <a16:creationId xmlns:a16="http://schemas.microsoft.com/office/drawing/2014/main" id="{8560477D-1119-4D27-9E78-EF33948F2BB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4" y="326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7" name="Rectangle 114">
                      <a:extLst>
                        <a:ext uri="{FF2B5EF4-FFF2-40B4-BE49-F238E27FC236}">
                          <a16:creationId xmlns:a16="http://schemas.microsoft.com/office/drawing/2014/main" id="{1D901A0C-E6AA-4725-8DC4-413BEC205BF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39" y="3260"/>
                      <a:ext cx="195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307" name="Group 115">
                    <a:extLst>
                      <a:ext uri="{FF2B5EF4-FFF2-40B4-BE49-F238E27FC236}">
                        <a16:creationId xmlns:a16="http://schemas.microsoft.com/office/drawing/2014/main" id="{81665F66-B886-4C87-AC95-69238E0F2E1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788" y="3260"/>
                    <a:ext cx="616" cy="212"/>
                    <a:chOff x="2788" y="3260"/>
                    <a:chExt cx="616" cy="212"/>
                  </a:xfrm>
                </p:grpSpPr>
                <p:sp>
                  <p:nvSpPr>
                    <p:cNvPr id="314" name="Rectangle 116">
                      <a:extLst>
                        <a:ext uri="{FF2B5EF4-FFF2-40B4-BE49-F238E27FC236}">
                          <a16:creationId xmlns:a16="http://schemas.microsoft.com/office/drawing/2014/main" id="{3DBF0EBB-765D-4EDB-8CD9-B03E5C4C534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88" y="326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5" name="Rectangle 117">
                      <a:extLst>
                        <a:ext uri="{FF2B5EF4-FFF2-40B4-BE49-F238E27FC236}">
                          <a16:creationId xmlns:a16="http://schemas.microsoft.com/office/drawing/2014/main" id="{600C25DA-F0E3-4888-9833-177483CD807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63" y="3260"/>
                      <a:ext cx="230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308" name="Group 118">
                    <a:extLst>
                      <a:ext uri="{FF2B5EF4-FFF2-40B4-BE49-F238E27FC236}">
                        <a16:creationId xmlns:a16="http://schemas.microsoft.com/office/drawing/2014/main" id="{0A0418D8-EA1F-4FED-8DAE-24BCF9A0A2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12" y="3260"/>
                    <a:ext cx="616" cy="212"/>
                    <a:chOff x="3412" y="3260"/>
                    <a:chExt cx="616" cy="212"/>
                  </a:xfrm>
                </p:grpSpPr>
                <p:sp>
                  <p:nvSpPr>
                    <p:cNvPr id="312" name="Rectangle 119">
                      <a:extLst>
                        <a:ext uri="{FF2B5EF4-FFF2-40B4-BE49-F238E27FC236}">
                          <a16:creationId xmlns:a16="http://schemas.microsoft.com/office/drawing/2014/main" id="{88CAE45F-9AF5-420F-9A20-6B17859E18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12" y="326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3" name="Rectangle 120">
                      <a:extLst>
                        <a:ext uri="{FF2B5EF4-FFF2-40B4-BE49-F238E27FC236}">
                          <a16:creationId xmlns:a16="http://schemas.microsoft.com/office/drawing/2014/main" id="{B393AF51-DCC8-401E-ABBE-112A0B72EA8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91" y="3260"/>
                      <a:ext cx="468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309" name="Group 121">
                    <a:extLst>
                      <a:ext uri="{FF2B5EF4-FFF2-40B4-BE49-F238E27FC236}">
                        <a16:creationId xmlns:a16="http://schemas.microsoft.com/office/drawing/2014/main" id="{C52684D0-3A48-4EC8-BA51-274E801095C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36" y="3260"/>
                    <a:ext cx="664" cy="210"/>
                    <a:chOff x="4036" y="3260"/>
                    <a:chExt cx="664" cy="210"/>
                  </a:xfrm>
                </p:grpSpPr>
                <p:sp>
                  <p:nvSpPr>
                    <p:cNvPr id="310" name="Rectangle 122">
                      <a:extLst>
                        <a:ext uri="{FF2B5EF4-FFF2-40B4-BE49-F238E27FC236}">
                          <a16:creationId xmlns:a16="http://schemas.microsoft.com/office/drawing/2014/main" id="{3BCDF673-ED68-4A47-A5A2-25A27A5FCA4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6" y="3268"/>
                      <a:ext cx="66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1" name="Rectangle 123">
                      <a:extLst>
                        <a:ext uri="{FF2B5EF4-FFF2-40B4-BE49-F238E27FC236}">
                          <a16:creationId xmlns:a16="http://schemas.microsoft.com/office/drawing/2014/main" id="{6FC74A54-B3BD-4A93-91E9-64E07AE478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9" y="3260"/>
                      <a:ext cx="399" cy="2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</a:t>
                      </a:r>
                    </a:p>
                  </p:txBody>
                </p:sp>
              </p:grpSp>
            </p:grpSp>
          </p:grpSp>
          <p:sp>
            <p:nvSpPr>
              <p:cNvPr id="295" name="Rectangle 124">
                <a:extLst>
                  <a:ext uri="{FF2B5EF4-FFF2-40B4-BE49-F238E27FC236}">
                    <a16:creationId xmlns:a16="http://schemas.microsoft.com/office/drawing/2014/main" id="{0BFB390F-E916-4768-9384-E63F107E3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5" y="306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96" name="Rectangle 125">
                <a:extLst>
                  <a:ext uri="{FF2B5EF4-FFF2-40B4-BE49-F238E27FC236}">
                    <a16:creationId xmlns:a16="http://schemas.microsoft.com/office/drawing/2014/main" id="{01DDA105-2AC9-4C7F-9CF7-9CCF2E037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5" y="306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97" name="Rectangle 126">
                <a:extLst>
                  <a:ext uri="{FF2B5EF4-FFF2-40B4-BE49-F238E27FC236}">
                    <a16:creationId xmlns:a16="http://schemas.microsoft.com/office/drawing/2014/main" id="{D449585A-78F2-46AD-A01B-E5366933E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3" y="3068"/>
                <a:ext cx="24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298" name="Rectangle 127">
                <a:extLst>
                  <a:ext uri="{FF2B5EF4-FFF2-40B4-BE49-F238E27FC236}">
                    <a16:creationId xmlns:a16="http://schemas.microsoft.com/office/drawing/2014/main" id="{1E6A9E2E-B075-4441-8578-F054C8DE6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9" y="30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16</a:t>
                </a:r>
              </a:p>
            </p:txBody>
          </p:sp>
          <p:sp>
            <p:nvSpPr>
              <p:cNvPr id="299" name="Rectangle 128">
                <a:extLst>
                  <a:ext uri="{FF2B5EF4-FFF2-40B4-BE49-F238E27FC236}">
                    <a16:creationId xmlns:a16="http://schemas.microsoft.com/office/drawing/2014/main" id="{031564AB-3D9D-4E78-805B-4D0B10745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5" y="30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21</a:t>
                </a:r>
              </a:p>
            </p:txBody>
          </p:sp>
          <p:sp>
            <p:nvSpPr>
              <p:cNvPr id="300" name="Rectangle 129">
                <a:extLst>
                  <a:ext uri="{FF2B5EF4-FFF2-40B4-BE49-F238E27FC236}">
                    <a16:creationId xmlns:a16="http://schemas.microsoft.com/office/drawing/2014/main" id="{D182688B-2C79-4951-A098-1F9C0138E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1" y="30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26</a:t>
                </a:r>
              </a:p>
            </p:txBody>
          </p:sp>
          <p:sp>
            <p:nvSpPr>
              <p:cNvPr id="301" name="Rectangle 130">
                <a:extLst>
                  <a:ext uri="{FF2B5EF4-FFF2-40B4-BE49-F238E27FC236}">
                    <a16:creationId xmlns:a16="http://schemas.microsoft.com/office/drawing/2014/main" id="{9563D5F8-3C01-4C0B-94E4-38E144B2C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3" y="30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31</a:t>
                </a:r>
              </a:p>
            </p:txBody>
          </p:sp>
        </p:grpSp>
        <p:grpSp>
          <p:nvGrpSpPr>
            <p:cNvPr id="275" name="Group 131">
              <a:extLst>
                <a:ext uri="{FF2B5EF4-FFF2-40B4-BE49-F238E27FC236}">
                  <a16:creationId xmlns:a16="http://schemas.microsoft.com/office/drawing/2014/main" id="{E747EF19-883E-4C73-AC52-1A1CED511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" y="3537"/>
              <a:ext cx="3832" cy="223"/>
              <a:chOff x="868" y="3537"/>
              <a:chExt cx="3832" cy="223"/>
            </a:xfrm>
          </p:grpSpPr>
          <p:sp>
            <p:nvSpPr>
              <p:cNvPr id="282" name="Rectangle 132">
                <a:extLst>
                  <a:ext uri="{FF2B5EF4-FFF2-40B4-BE49-F238E27FC236}">
                    <a16:creationId xmlns:a16="http://schemas.microsoft.com/office/drawing/2014/main" id="{A26337FB-F001-4DB1-B91E-0C8A87275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" y="3560"/>
                <a:ext cx="382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83" name="Group 133">
                <a:extLst>
                  <a:ext uri="{FF2B5EF4-FFF2-40B4-BE49-F238E27FC236}">
                    <a16:creationId xmlns:a16="http://schemas.microsoft.com/office/drawing/2014/main" id="{8CEF5AE4-F92D-4BEB-AAB2-C57249C9C6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8" y="3548"/>
                <a:ext cx="664" cy="212"/>
                <a:chOff x="868" y="3548"/>
                <a:chExt cx="664" cy="212"/>
              </a:xfrm>
            </p:grpSpPr>
            <p:sp>
              <p:nvSpPr>
                <p:cNvPr id="292" name="Rectangle 134">
                  <a:extLst>
                    <a:ext uri="{FF2B5EF4-FFF2-40B4-BE49-F238E27FC236}">
                      <a16:creationId xmlns:a16="http://schemas.microsoft.com/office/drawing/2014/main" id="{344742BA-A814-49FA-882B-3A97A4B1DC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8" y="3556"/>
                  <a:ext cx="664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3" name="Rectangle 135">
                  <a:extLst>
                    <a:ext uri="{FF2B5EF4-FFF2-40B4-BE49-F238E27FC236}">
                      <a16:creationId xmlns:a16="http://schemas.microsoft.com/office/drawing/2014/main" id="{0AE38E2D-E760-4FFD-A0E4-142A3EE4D2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" y="3548"/>
                  <a:ext cx="25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altLang="en-US" sz="1600">
                      <a:latin typeface="Arial" panose="020B0604020202020204" pitchFamily="34" charset="0"/>
                      <a:cs typeface="Arial" panose="020B0604020202020204" pitchFamily="34" charset="0"/>
                    </a:rPr>
                    <a:t>op</a:t>
                  </a:r>
                </a:p>
              </p:txBody>
            </p:sp>
          </p:grpSp>
          <p:grpSp>
            <p:nvGrpSpPr>
              <p:cNvPr id="284" name="Group 136">
                <a:extLst>
                  <a:ext uri="{FF2B5EF4-FFF2-40B4-BE49-F238E27FC236}">
                    <a16:creationId xmlns:a16="http://schemas.microsoft.com/office/drawing/2014/main" id="{243B5E1D-D875-442E-841B-3134E7E12C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0" y="3548"/>
                <a:ext cx="616" cy="212"/>
                <a:chOff x="1540" y="3548"/>
                <a:chExt cx="616" cy="212"/>
              </a:xfrm>
            </p:grpSpPr>
            <p:sp>
              <p:nvSpPr>
                <p:cNvPr id="290" name="Rectangle 137">
                  <a:extLst>
                    <a:ext uri="{FF2B5EF4-FFF2-40B4-BE49-F238E27FC236}">
                      <a16:creationId xmlns:a16="http://schemas.microsoft.com/office/drawing/2014/main" id="{DD1A63F7-52BB-4BA3-AEF0-2827D8856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3556"/>
                  <a:ext cx="616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1" name="Rectangle 138">
                  <a:extLst>
                    <a:ext uri="{FF2B5EF4-FFF2-40B4-BE49-F238E27FC236}">
                      <a16:creationId xmlns:a16="http://schemas.microsoft.com/office/drawing/2014/main" id="{FD1AB65A-4BA9-4051-9363-090A2F2062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5" y="3548"/>
                  <a:ext cx="22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altLang="en-US" sz="1600">
                      <a:latin typeface="Arial" panose="020B0604020202020204" pitchFamily="34" charset="0"/>
                      <a:cs typeface="Arial" panose="020B0604020202020204" pitchFamily="34" charset="0"/>
                    </a:rPr>
                    <a:t>rs</a:t>
                  </a:r>
                </a:p>
              </p:txBody>
            </p:sp>
          </p:grpSp>
          <p:grpSp>
            <p:nvGrpSpPr>
              <p:cNvPr id="285" name="Group 139">
                <a:extLst>
                  <a:ext uri="{FF2B5EF4-FFF2-40B4-BE49-F238E27FC236}">
                    <a16:creationId xmlns:a16="http://schemas.microsoft.com/office/drawing/2014/main" id="{A8B460A2-7FA2-4EB3-A71C-D9665F1EBD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4" y="3548"/>
                <a:ext cx="616" cy="212"/>
                <a:chOff x="2164" y="3548"/>
                <a:chExt cx="616" cy="212"/>
              </a:xfrm>
            </p:grpSpPr>
            <p:sp>
              <p:nvSpPr>
                <p:cNvPr id="288" name="Rectangle 140">
                  <a:extLst>
                    <a:ext uri="{FF2B5EF4-FFF2-40B4-BE49-F238E27FC236}">
                      <a16:creationId xmlns:a16="http://schemas.microsoft.com/office/drawing/2014/main" id="{A51575BE-356D-4F2A-A098-54545109A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" y="3556"/>
                  <a:ext cx="616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9" name="Rectangle 141">
                  <a:extLst>
                    <a:ext uri="{FF2B5EF4-FFF2-40B4-BE49-F238E27FC236}">
                      <a16:creationId xmlns:a16="http://schemas.microsoft.com/office/drawing/2014/main" id="{B8707BF8-F626-49E8-855C-20E51F45D7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9" y="3548"/>
                  <a:ext cx="195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altLang="en-US" sz="1600">
                      <a:latin typeface="Arial" panose="020B0604020202020204" pitchFamily="34" charset="0"/>
                      <a:cs typeface="Arial" panose="020B0604020202020204" pitchFamily="34" charset="0"/>
                    </a:rPr>
                    <a:t>rt</a:t>
                  </a:r>
                </a:p>
              </p:txBody>
            </p:sp>
          </p:grpSp>
          <p:sp>
            <p:nvSpPr>
              <p:cNvPr id="286" name="Rectangle 142">
                <a:extLst>
                  <a:ext uri="{FF2B5EF4-FFF2-40B4-BE49-F238E27FC236}">
                    <a16:creationId xmlns:a16="http://schemas.microsoft.com/office/drawing/2014/main" id="{67E525F1-941F-4FE5-BD5D-511738615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8" y="3556"/>
                <a:ext cx="1912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7" name="Rectangle 143">
                <a:extLst>
                  <a:ext uri="{FF2B5EF4-FFF2-40B4-BE49-F238E27FC236}">
                    <a16:creationId xmlns:a16="http://schemas.microsoft.com/office/drawing/2014/main" id="{A4ABE2C1-BB19-4703-9597-C2C9FF3D2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3537"/>
                <a:ext cx="71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immediate</a:t>
                </a:r>
              </a:p>
            </p:txBody>
          </p:sp>
        </p:grpSp>
        <p:sp>
          <p:nvSpPr>
            <p:cNvPr id="276" name="Rectangle 144">
              <a:extLst>
                <a:ext uri="{FF2B5EF4-FFF2-40B4-BE49-F238E27FC236}">
                  <a16:creationId xmlns:a16="http://schemas.microsoft.com/office/drawing/2014/main" id="{125968E5-9C56-4D38-AD6D-4F039693C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" y="3260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R-type</a:t>
              </a:r>
            </a:p>
          </p:txBody>
        </p:sp>
        <p:sp>
          <p:nvSpPr>
            <p:cNvPr id="277" name="Rectangle 145">
              <a:extLst>
                <a:ext uri="{FF2B5EF4-FFF2-40B4-BE49-F238E27FC236}">
                  <a16:creationId xmlns:a16="http://schemas.microsoft.com/office/drawing/2014/main" id="{7C0AFC66-FE0C-42AA-B921-7E6968D3E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" y="3548"/>
              <a:ext cx="44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I-type</a:t>
              </a:r>
            </a:p>
          </p:txBody>
        </p:sp>
        <p:sp>
          <p:nvSpPr>
            <p:cNvPr id="278" name="Rectangle 146">
              <a:extLst>
                <a:ext uri="{FF2B5EF4-FFF2-40B4-BE49-F238E27FC236}">
                  <a16:creationId xmlns:a16="http://schemas.microsoft.com/office/drawing/2014/main" id="{23C27CA8-4F42-446D-B3FC-B6BE58036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" y="3836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J-type</a:t>
              </a:r>
            </a:p>
          </p:txBody>
        </p:sp>
        <p:sp>
          <p:nvSpPr>
            <p:cNvPr id="279" name="Rectangle 147">
              <a:extLst>
                <a:ext uri="{FF2B5EF4-FFF2-40B4-BE49-F238E27FC236}">
                  <a16:creationId xmlns:a16="http://schemas.microsoft.com/office/drawing/2014/main" id="{A720743B-0BD4-49C5-8E49-62ABF8C8A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9" y="3260"/>
              <a:ext cx="6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add, sub</a:t>
              </a:r>
            </a:p>
          </p:txBody>
        </p:sp>
        <p:sp>
          <p:nvSpPr>
            <p:cNvPr id="280" name="Rectangle 148">
              <a:extLst>
                <a:ext uri="{FF2B5EF4-FFF2-40B4-BE49-F238E27FC236}">
                  <a16:creationId xmlns:a16="http://schemas.microsoft.com/office/drawing/2014/main" id="{9923B2BE-EF0F-487A-8168-792EBB569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9" y="3548"/>
              <a:ext cx="95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ori, lw, sw, beq</a:t>
              </a:r>
            </a:p>
          </p:txBody>
        </p:sp>
        <p:sp>
          <p:nvSpPr>
            <p:cNvPr id="281" name="Rectangle 149">
              <a:extLst>
                <a:ext uri="{FF2B5EF4-FFF2-40B4-BE49-F238E27FC236}">
                  <a16:creationId xmlns:a16="http://schemas.microsoft.com/office/drawing/2014/main" id="{06261D72-0448-4DF4-AC79-7DCD706D8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9" y="3836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jump</a:t>
              </a:r>
            </a:p>
          </p:txBody>
        </p:sp>
      </p:grpSp>
      <p:sp>
        <p:nvSpPr>
          <p:cNvPr id="328" name="Rectangle 150">
            <a:extLst>
              <a:ext uri="{FF2B5EF4-FFF2-40B4-BE49-F238E27FC236}">
                <a16:creationId xmlns:a16="http://schemas.microsoft.com/office/drawing/2014/main" id="{5070F13A-7224-4F33-9797-D7259B656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322275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</a:p>
        </p:txBody>
      </p:sp>
      <p:sp>
        <p:nvSpPr>
          <p:cNvPr id="329" name="Rectangle 151">
            <a:extLst>
              <a:ext uri="{FF2B5EF4-FFF2-40B4-BE49-F238E27FC236}">
                <a16:creationId xmlns:a16="http://schemas.microsoft.com/office/drawing/2014/main" id="{63D074AE-8559-4084-81C0-4BFE5DA80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62707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</a:p>
        </p:txBody>
      </p:sp>
      <p:sp>
        <p:nvSpPr>
          <p:cNvPr id="330" name="Rectangle 152">
            <a:extLst>
              <a:ext uri="{FF2B5EF4-FFF2-40B4-BE49-F238E27FC236}">
                <a16:creationId xmlns:a16="http://schemas.microsoft.com/office/drawing/2014/main" id="{FEF1414D-9EFB-418B-8B1E-6D4611204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6270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00 0000</a:t>
            </a:r>
          </a:p>
        </p:txBody>
      </p:sp>
      <p:sp>
        <p:nvSpPr>
          <p:cNvPr id="331" name="Rectangle 153">
            <a:extLst>
              <a:ext uri="{FF2B5EF4-FFF2-40B4-BE49-F238E27FC236}">
                <a16:creationId xmlns:a16="http://schemas.microsoft.com/office/drawing/2014/main" id="{6E11C147-373F-47A5-AC1E-4FEAE97DC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6270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00 0000</a:t>
            </a:r>
          </a:p>
        </p:txBody>
      </p:sp>
      <p:sp>
        <p:nvSpPr>
          <p:cNvPr id="332" name="Rectangle 154">
            <a:extLst>
              <a:ext uri="{FF2B5EF4-FFF2-40B4-BE49-F238E27FC236}">
                <a16:creationId xmlns:a16="http://schemas.microsoft.com/office/drawing/2014/main" id="{CDBA36C3-76F4-48B0-9F93-20605BA82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627075"/>
            <a:ext cx="81541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00 1101</a:t>
            </a:r>
          </a:p>
        </p:txBody>
      </p:sp>
      <p:sp>
        <p:nvSpPr>
          <p:cNvPr id="333" name="Rectangle 155">
            <a:extLst>
              <a:ext uri="{FF2B5EF4-FFF2-40B4-BE49-F238E27FC236}">
                <a16:creationId xmlns:a16="http://schemas.microsoft.com/office/drawing/2014/main" id="{6A88639D-EE06-4100-B49F-111211DE1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627075"/>
            <a:ext cx="81541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10 0011</a:t>
            </a:r>
          </a:p>
        </p:txBody>
      </p:sp>
      <p:sp>
        <p:nvSpPr>
          <p:cNvPr id="334" name="Rectangle 156">
            <a:extLst>
              <a:ext uri="{FF2B5EF4-FFF2-40B4-BE49-F238E27FC236}">
                <a16:creationId xmlns:a16="http://schemas.microsoft.com/office/drawing/2014/main" id="{E1D6EF39-DCC8-42F3-99E8-95F12F3CB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627075"/>
            <a:ext cx="81541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10 1011</a:t>
            </a:r>
          </a:p>
        </p:txBody>
      </p:sp>
      <p:sp>
        <p:nvSpPr>
          <p:cNvPr id="335" name="Rectangle 157">
            <a:extLst>
              <a:ext uri="{FF2B5EF4-FFF2-40B4-BE49-F238E27FC236}">
                <a16:creationId xmlns:a16="http://schemas.microsoft.com/office/drawing/2014/main" id="{4AD29C50-1535-4D74-8E83-C41E6DF80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6270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00 0100</a:t>
            </a:r>
          </a:p>
        </p:txBody>
      </p:sp>
      <p:sp>
        <p:nvSpPr>
          <p:cNvPr id="336" name="Rectangle 158">
            <a:extLst>
              <a:ext uri="{FF2B5EF4-FFF2-40B4-BE49-F238E27FC236}">
                <a16:creationId xmlns:a16="http://schemas.microsoft.com/office/drawing/2014/main" id="{2216C586-24F3-4738-AEA4-9AEFFEC5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6270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00 0010</a:t>
            </a:r>
          </a:p>
        </p:txBody>
      </p:sp>
      <p:sp>
        <p:nvSpPr>
          <p:cNvPr id="337" name="Line 159">
            <a:extLst>
              <a:ext uri="{FF2B5EF4-FFF2-40B4-BE49-F238E27FC236}">
                <a16:creationId xmlns:a16="http://schemas.microsoft.com/office/drawing/2014/main" id="{99FE8984-4CD0-42F9-87AD-1C7DDCEF4F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7638" y="131592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" name="Line 160">
            <a:extLst>
              <a:ext uri="{FF2B5EF4-FFF2-40B4-BE49-F238E27FC236}">
                <a16:creationId xmlns:a16="http://schemas.microsoft.com/office/drawing/2014/main" id="{1DF1EF7F-93F7-4174-A9F3-EE7D681C76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1328625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Line 161">
            <a:extLst>
              <a:ext uri="{FF2B5EF4-FFF2-40B4-BE49-F238E27FC236}">
                <a16:creationId xmlns:a16="http://schemas.microsoft.com/office/drawing/2014/main" id="{466D9449-78AC-494F-A85C-7A1B85E000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9638" y="131592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0" name="Line 162">
            <a:extLst>
              <a:ext uri="{FF2B5EF4-FFF2-40B4-BE49-F238E27FC236}">
                <a16:creationId xmlns:a16="http://schemas.microsoft.com/office/drawing/2014/main" id="{C4B98D60-3146-4EC6-866D-0845735B35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1638" y="131592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Line 163">
            <a:extLst>
              <a:ext uri="{FF2B5EF4-FFF2-40B4-BE49-F238E27FC236}">
                <a16:creationId xmlns:a16="http://schemas.microsoft.com/office/drawing/2014/main" id="{29E8DBAB-CB1C-40DB-BA66-955F424CCB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3638" y="1620725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Line 164">
            <a:extLst>
              <a:ext uri="{FF2B5EF4-FFF2-40B4-BE49-F238E27FC236}">
                <a16:creationId xmlns:a16="http://schemas.microsoft.com/office/drawing/2014/main" id="{762A4097-5107-4F28-872C-71BEF89C8E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5638" y="1620725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Line 165">
            <a:extLst>
              <a:ext uri="{FF2B5EF4-FFF2-40B4-BE49-F238E27FC236}">
                <a16:creationId xmlns:a16="http://schemas.microsoft.com/office/drawing/2014/main" id="{8F8FA015-C793-48A4-813E-2CC3792D3F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7638" y="1620725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4" name="Line 166">
            <a:extLst>
              <a:ext uri="{FF2B5EF4-FFF2-40B4-BE49-F238E27FC236}">
                <a16:creationId xmlns:a16="http://schemas.microsoft.com/office/drawing/2014/main" id="{37072586-5135-4E6C-8545-B00BEC4BD5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9638" y="1620725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" name="Line 167">
            <a:extLst>
              <a:ext uri="{FF2B5EF4-FFF2-40B4-BE49-F238E27FC236}">
                <a16:creationId xmlns:a16="http://schemas.microsoft.com/office/drawing/2014/main" id="{C8F4E116-1518-476A-867A-337E4EA894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1638" y="131592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6" name="Rectangle 168">
            <a:extLst>
              <a:ext uri="{FF2B5EF4-FFF2-40B4-BE49-F238E27FC236}">
                <a16:creationId xmlns:a16="http://schemas.microsoft.com/office/drawing/2014/main" id="{BC2CFBFA-E5D0-437A-BB52-CDEAF644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29" y="1550875"/>
            <a:ext cx="1218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Appendix A</a:t>
            </a:r>
          </a:p>
        </p:txBody>
      </p:sp>
      <p:sp>
        <p:nvSpPr>
          <p:cNvPr id="347" name="Line 169">
            <a:extLst>
              <a:ext uri="{FF2B5EF4-FFF2-40B4-BE49-F238E27FC236}">
                <a16:creationId xmlns:a16="http://schemas.microsoft.com/office/drawing/2014/main" id="{A0CB2CF8-A0A6-43A8-8FC1-05E8877C1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6288" y="1481025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" name="Rectangle 170">
            <a:extLst>
              <a:ext uri="{FF2B5EF4-FFF2-40B4-BE49-F238E27FC236}">
                <a16:creationId xmlns:a16="http://schemas.microsoft.com/office/drawing/2014/main" id="{BF5F00C9-4FB5-46C6-903C-765FDEB13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3222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10 0000</a:t>
            </a:r>
          </a:p>
        </p:txBody>
      </p:sp>
      <p:sp>
        <p:nvSpPr>
          <p:cNvPr id="349" name="Rectangle 171">
            <a:extLst>
              <a:ext uri="{FF2B5EF4-FFF2-40B4-BE49-F238E27FC236}">
                <a16:creationId xmlns:a16="http://schemas.microsoft.com/office/drawing/2014/main" id="{7018E088-788B-4036-BCF1-8EC31FA78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94" y="1322275"/>
            <a:ext cx="5466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</a:p>
        </p:txBody>
      </p:sp>
      <p:sp>
        <p:nvSpPr>
          <p:cNvPr id="350" name="Line 172">
            <a:extLst>
              <a:ext uri="{FF2B5EF4-FFF2-40B4-BE49-F238E27FC236}">
                <a16:creationId xmlns:a16="http://schemas.microsoft.com/office/drawing/2014/main" id="{56DD8C4C-FBCC-4446-8812-4A8E032C2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4588" y="149372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1" name="Line 173">
            <a:extLst>
              <a:ext uri="{FF2B5EF4-FFF2-40B4-BE49-F238E27FC236}">
                <a16:creationId xmlns:a16="http://schemas.microsoft.com/office/drawing/2014/main" id="{23FE7717-0B8E-445C-B519-0526E521A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3538" y="178582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Rectangle 174">
            <a:extLst>
              <a:ext uri="{FF2B5EF4-FFF2-40B4-BE49-F238E27FC236}">
                <a16:creationId xmlns:a16="http://schemas.microsoft.com/office/drawing/2014/main" id="{E9E4F940-D7A4-4C09-BEE4-7CB5B7ADE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3222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10 0010</a:t>
            </a:r>
          </a:p>
        </p:txBody>
      </p:sp>
      <p:sp>
        <p:nvSpPr>
          <p:cNvPr id="353" name="Rectangle 175">
            <a:extLst>
              <a:ext uri="{FF2B5EF4-FFF2-40B4-BE49-F238E27FC236}">
                <a16:creationId xmlns:a16="http://schemas.microsoft.com/office/drawing/2014/main" id="{0E494382-B0AC-490C-8734-C60CA9F53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322275"/>
            <a:ext cx="157248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Don’t Care :-)</a:t>
            </a:r>
          </a:p>
        </p:txBody>
      </p:sp>
      <p:sp>
        <p:nvSpPr>
          <p:cNvPr id="354" name="Rectangle 14">
            <a:extLst>
              <a:ext uri="{FF2B5EF4-FFF2-40B4-BE49-F238E27FC236}">
                <a16:creationId xmlns:a16="http://schemas.microsoft.com/office/drawing/2014/main" id="{3D3EFB43-BC59-4CFF-A476-68C692713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338" y="4068682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PCSrc2</a:t>
            </a:r>
          </a:p>
        </p:txBody>
      </p:sp>
      <p:sp>
        <p:nvSpPr>
          <p:cNvPr id="355" name="Rectangle 42">
            <a:extLst>
              <a:ext uri="{FF2B5EF4-FFF2-40B4-BE49-F238E27FC236}">
                <a16:creationId xmlns:a16="http://schemas.microsoft.com/office/drawing/2014/main" id="{342704B6-C0FE-4147-8665-5BC57F23B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6" name="Rectangle 50">
            <a:extLst>
              <a:ext uri="{FF2B5EF4-FFF2-40B4-BE49-F238E27FC236}">
                <a16:creationId xmlns:a16="http://schemas.microsoft.com/office/drawing/2014/main" id="{22965A9A-EC40-45FE-B775-3FB692E2C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7" name="Rectangle 58">
            <a:extLst>
              <a:ext uri="{FF2B5EF4-FFF2-40B4-BE49-F238E27FC236}">
                <a16:creationId xmlns:a16="http://schemas.microsoft.com/office/drawing/2014/main" id="{BC8DBBAE-73B6-4252-BCBB-85320335C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8" name="Rectangle 66">
            <a:extLst>
              <a:ext uri="{FF2B5EF4-FFF2-40B4-BE49-F238E27FC236}">
                <a16:creationId xmlns:a16="http://schemas.microsoft.com/office/drawing/2014/main" id="{C8B21BF2-BBB4-4713-9469-A48125ECF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9" name="Rectangle 74">
            <a:extLst>
              <a:ext uri="{FF2B5EF4-FFF2-40B4-BE49-F238E27FC236}">
                <a16:creationId xmlns:a16="http://schemas.microsoft.com/office/drawing/2014/main" id="{6672C6C1-F976-4742-AB6E-C753CB59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60" name="Rectangle 82">
            <a:extLst>
              <a:ext uri="{FF2B5EF4-FFF2-40B4-BE49-F238E27FC236}">
                <a16:creationId xmlns:a16="http://schemas.microsoft.com/office/drawing/2014/main" id="{4183ECB0-A5FC-449A-8EB0-8D09FB324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09815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61" name="Rectangle 90">
            <a:extLst>
              <a:ext uri="{FF2B5EF4-FFF2-40B4-BE49-F238E27FC236}">
                <a16:creationId xmlns:a16="http://schemas.microsoft.com/office/drawing/2014/main" id="{A837FD82-B69D-41F8-AA34-E6F3413F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8712" y="409815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399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3" name="Rectangle 4"/>
          <p:cNvSpPr>
            <a:spLocks noGrp="1" noChangeArrowheads="1"/>
          </p:cNvSpPr>
          <p:nvPr>
            <p:ph idx="1"/>
          </p:nvPr>
        </p:nvSpPr>
        <p:spPr>
          <a:xfrm>
            <a:off x="380999" y="1400703"/>
            <a:ext cx="8552793" cy="4723344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/>
          <a:p>
            <a:pPr eaLnBrk="1" hangingPunct="1"/>
            <a:r>
              <a:rPr lang="en-US" altLang="zh-CN" sz="2400" dirty="0"/>
              <a:t>5</a:t>
            </a:r>
            <a:r>
              <a:rPr lang="zh-CN" altLang="en-US" sz="2400" dirty="0"/>
              <a:t>个步骤设计单周期处理器</a:t>
            </a:r>
            <a:endParaRPr lang="en-US" altLang="zh-CN" sz="2400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b="0" dirty="0"/>
              <a:t>1. </a:t>
            </a:r>
            <a:r>
              <a:rPr lang="zh-CN" altLang="en-US" sz="2400" b="0" dirty="0"/>
              <a:t>分析指令集</a:t>
            </a:r>
            <a:r>
              <a:rPr lang="en-US" altLang="en-US" sz="2400" b="0" dirty="0"/>
              <a:t> =&gt; </a:t>
            </a:r>
            <a:r>
              <a:rPr lang="en-US" altLang="en-US" sz="2400" b="0" dirty="0" err="1"/>
              <a:t>datapath</a:t>
            </a:r>
            <a:r>
              <a:rPr lang="en-US" altLang="en-US" sz="2400" b="0" dirty="0"/>
              <a:t> </a:t>
            </a:r>
            <a:r>
              <a:rPr lang="zh-CN" altLang="en-US" sz="2400" b="0" u="sng" dirty="0"/>
              <a:t>的需求</a:t>
            </a:r>
            <a:endParaRPr lang="zh-CN" altLang="en-US" sz="2400" b="0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b="0" dirty="0"/>
              <a:t>2. </a:t>
            </a:r>
            <a:r>
              <a:rPr lang="zh-CN" altLang="en-US" sz="2400" b="0" dirty="0"/>
              <a:t>确定</a:t>
            </a:r>
            <a:r>
              <a:rPr lang="en-US" altLang="zh-CN" sz="2400" b="0" dirty="0" err="1"/>
              <a:t>datapath</a:t>
            </a:r>
            <a:r>
              <a:rPr lang="zh-CN" altLang="en-US" sz="2400" b="0" dirty="0"/>
              <a:t>的组成模块</a:t>
            </a:r>
            <a:endParaRPr lang="en-US" altLang="en-US" sz="2400" b="0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b="0" dirty="0"/>
              <a:t>3. </a:t>
            </a:r>
            <a:r>
              <a:rPr lang="zh-CN" altLang="en-US" sz="2400" b="0" dirty="0"/>
              <a:t>组装</a:t>
            </a:r>
            <a:r>
              <a:rPr lang="en-US" altLang="zh-CN" sz="2400" b="0" dirty="0" err="1"/>
              <a:t>datapath</a:t>
            </a:r>
            <a:endParaRPr lang="en-US" altLang="zh-CN" sz="2400" b="0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b="0" dirty="0"/>
              <a:t>4. </a:t>
            </a:r>
            <a:r>
              <a:rPr lang="zh-CN" altLang="en-US" sz="2400" b="0" dirty="0"/>
              <a:t>通过分析指令确定影响寄存器转移的控制信号</a:t>
            </a:r>
            <a:r>
              <a:rPr lang="en-US" altLang="en-US" sz="2400" b="0" dirty="0"/>
              <a:t>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b="0" dirty="0"/>
              <a:t>5. </a:t>
            </a:r>
            <a:r>
              <a:rPr lang="zh-CN" altLang="en-US" sz="2400" b="0" dirty="0"/>
              <a:t>设计控制信号</a:t>
            </a:r>
            <a:endParaRPr lang="en-US" altLang="en-US" sz="2400" b="0" dirty="0"/>
          </a:p>
          <a:p>
            <a:pPr eaLnBrk="1" hangingPunct="1">
              <a:spcBef>
                <a:spcPct val="50000"/>
              </a:spcBef>
            </a:pPr>
            <a:r>
              <a:rPr lang="en-US" altLang="en-US" sz="2400" dirty="0"/>
              <a:t>MIPS </a:t>
            </a:r>
            <a:r>
              <a:rPr lang="zh-CN" altLang="en-US" sz="2400" dirty="0"/>
              <a:t>实现这样一个功能比较容易</a:t>
            </a:r>
          </a:p>
          <a:p>
            <a:pPr lvl="1" eaLnBrk="1" hangingPunct="1"/>
            <a:r>
              <a:rPr lang="zh-CN" altLang="en-US" sz="2400" b="0" dirty="0"/>
              <a:t>指令结构简单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等长</a:t>
            </a:r>
            <a:r>
              <a:rPr lang="en-US" altLang="zh-CN" sz="2400" b="0" dirty="0"/>
              <a:t>;</a:t>
            </a:r>
            <a:r>
              <a:rPr lang="en-US" altLang="en-US" sz="2400" b="0" dirty="0"/>
              <a:t> </a:t>
            </a:r>
            <a:r>
              <a:rPr lang="zh-CN" altLang="en-US" sz="2400" b="0" dirty="0"/>
              <a:t>源寄存器</a:t>
            </a:r>
            <a:r>
              <a:rPr lang="en-US" altLang="en-US" sz="2400" b="0" dirty="0"/>
              <a:t>, </a:t>
            </a:r>
            <a:r>
              <a:rPr lang="zh-CN" altLang="en-US" sz="2400" b="0" dirty="0"/>
              <a:t>立即数总是在相同的位置</a:t>
            </a:r>
            <a:endParaRPr lang="en-US" altLang="en-US" sz="2400" b="0" dirty="0"/>
          </a:p>
          <a:p>
            <a:pPr lvl="1" eaLnBrk="1" hangingPunct="1"/>
            <a:r>
              <a:rPr lang="zh-CN" altLang="en-US" sz="2400" b="0" dirty="0"/>
              <a:t>只对寄存器内容或者立即数进行操作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操作类型少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dirty="0"/>
              <a:t>单周期</a:t>
            </a:r>
            <a:r>
              <a:rPr lang="en-US" altLang="zh-CN" sz="2400" dirty="0" err="1"/>
              <a:t>datapath</a:t>
            </a:r>
            <a:r>
              <a:rPr lang="en-US" altLang="en-US" sz="2400" dirty="0"/>
              <a:t>=&gt; CPI=1, </a:t>
            </a:r>
            <a:r>
              <a:rPr lang="zh-CN" altLang="en-US" sz="2400" dirty="0"/>
              <a:t>时钟周期长</a:t>
            </a:r>
            <a:r>
              <a:rPr lang="en-US" altLang="en-US" sz="2800" dirty="0"/>
              <a:t>	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1C64E7E-5D60-4C2A-A3EC-90AADAA7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108</a:t>
            </a:fld>
            <a:endParaRPr lang="en-US" altLang="zh-CN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62000" y="6583362"/>
            <a:ext cx="2514600" cy="2746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BEB5EBD-691E-8189-7CA9-A2DD024F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本节课小结</a:t>
            </a:r>
          </a:p>
        </p:txBody>
      </p:sp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8DB32-9C40-40BF-8F9D-6198C756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47F780-F415-4003-B8BC-4D4795E4D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单周期</a:t>
            </a:r>
            <a:r>
              <a:rPr lang="en-US" altLang="zh-CN" dirty="0"/>
              <a:t>MIPS</a:t>
            </a:r>
            <a:r>
              <a:rPr lang="zh-CN" altLang="en-US" dirty="0"/>
              <a:t>处理器执行阶段</a:t>
            </a:r>
            <a:endParaRPr lang="en-US" altLang="zh-CN" dirty="0"/>
          </a:p>
          <a:p>
            <a:pPr marL="889000" indent="-347663">
              <a:buFont typeface="+mj-lt"/>
              <a:buAutoNum type="arabicPeriod"/>
            </a:pPr>
            <a:r>
              <a:rPr lang="zh-CN" altLang="en-US" sz="2800" b="0" dirty="0"/>
              <a:t>取指令 </a:t>
            </a:r>
            <a:r>
              <a:rPr lang="en-US" altLang="zh-CN" sz="2800" b="0" dirty="0"/>
              <a:t>(Instruction Fetch, IF)</a:t>
            </a:r>
          </a:p>
          <a:p>
            <a:pPr marL="889000" indent="-347663">
              <a:buFont typeface="+mj-lt"/>
              <a:buAutoNum type="arabicPeriod"/>
            </a:pPr>
            <a:r>
              <a:rPr lang="zh-CN" altLang="en-US" sz="2800" b="0" dirty="0"/>
              <a:t>指令译码和控制信号生成 </a:t>
            </a:r>
            <a:r>
              <a:rPr lang="en-US" altLang="zh-CN" sz="2800" b="0" dirty="0"/>
              <a:t>(Instruction Decode, ID)</a:t>
            </a:r>
          </a:p>
          <a:p>
            <a:pPr marL="889000" indent="-347663">
              <a:buFont typeface="+mj-lt"/>
              <a:buAutoNum type="arabicPeriod"/>
            </a:pPr>
            <a:r>
              <a:rPr lang="zh-CN" altLang="en-US" sz="2800" b="0" dirty="0"/>
              <a:t>操作执行 </a:t>
            </a:r>
            <a:r>
              <a:rPr lang="en-US" altLang="zh-CN" sz="2800" b="0" dirty="0"/>
              <a:t>(Execution, EX)</a:t>
            </a:r>
          </a:p>
          <a:p>
            <a:pPr marL="889000" indent="-347663">
              <a:buFont typeface="+mj-lt"/>
              <a:buAutoNum type="arabicPeriod"/>
            </a:pPr>
            <a:r>
              <a:rPr lang="zh-CN" altLang="en-US" sz="2800" b="0" dirty="0"/>
              <a:t>内存访问 </a:t>
            </a:r>
            <a:r>
              <a:rPr lang="en-US" altLang="zh-CN" sz="2800" b="0" dirty="0"/>
              <a:t>(Memory Access, MEM)</a:t>
            </a:r>
          </a:p>
          <a:p>
            <a:pPr marL="889000" indent="-347663">
              <a:buFont typeface="+mj-lt"/>
              <a:buAutoNum type="arabicPeriod"/>
            </a:pPr>
            <a:r>
              <a:rPr lang="zh-CN" altLang="en-US" sz="2800" b="0" dirty="0"/>
              <a:t>写回寄存器堆 </a:t>
            </a:r>
            <a:r>
              <a:rPr lang="en-US" altLang="zh-CN" sz="2800" b="0" dirty="0"/>
              <a:t>(Write Back, WB)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D275BC-FC5E-4D35-AF32-53EA11D8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109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00677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0"/>
  <p:tag name="PROBLEMSCORE_HALF" val="5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"/>
  <p:tag name="RAINPROBLEMTYPE" val="MultipleChoice"/>
  <p:tag name="RAINPROBLEM" val="MultipleChoice"/>
  <p:tag name="PROBLEMHASREMARK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  <p:tag name="PROBLEMHASREMARK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主题1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855A03B-2F79-449A-B90F-94B44FA45948}" vid="{538C748A-327B-453F-972D-CABE279DD53F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27431</TotalTime>
  <Words>9644</Words>
  <Application>Microsoft Macintosh PowerPoint</Application>
  <PresentationFormat>全屏显示(4:3)</PresentationFormat>
  <Paragraphs>4351</Paragraphs>
  <Slides>109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109</vt:i4>
      </vt:variant>
    </vt:vector>
  </HeadingPairs>
  <TitlesOfParts>
    <vt:vector size="123" baseType="lpstr">
      <vt:lpstr>SimHei</vt:lpstr>
      <vt:lpstr>Microsoft Yahei</vt:lpstr>
      <vt:lpstr>Arial (正文)</vt:lpstr>
      <vt:lpstr>Arial</vt:lpstr>
      <vt:lpstr>Cambria Math</vt:lpstr>
      <vt:lpstr>Consolas</vt:lpstr>
      <vt:lpstr>Courier New</vt:lpstr>
      <vt:lpstr>Symbol</vt:lpstr>
      <vt:lpstr>Times</vt:lpstr>
      <vt:lpstr>Times New Roman</vt:lpstr>
      <vt:lpstr>Verdana</vt:lpstr>
      <vt:lpstr>Wingdings</vt:lpstr>
      <vt:lpstr>1_默认设计模板</vt:lpstr>
      <vt:lpstr>主题1</vt:lpstr>
      <vt:lpstr>PowerPoint 演示文稿</vt:lpstr>
      <vt:lpstr>期中考试说明</vt:lpstr>
      <vt:lpstr>期中考试说明</vt:lpstr>
      <vt:lpstr>作业</vt:lpstr>
      <vt:lpstr>微体系结构</vt:lpstr>
      <vt:lpstr>本节课学习目标</vt:lpstr>
      <vt:lpstr>本节课目录</vt:lpstr>
      <vt:lpstr>知识点框图</vt:lpstr>
      <vt:lpstr>回顾: 两种实现方法</vt:lpstr>
      <vt:lpstr>回顾：如何支持通用算法？</vt:lpstr>
      <vt:lpstr>从指令集到处理器</vt:lpstr>
      <vt:lpstr>回顾：从专用芯片到处理器</vt:lpstr>
      <vt:lpstr>回顾：处理器硬件</vt:lpstr>
      <vt:lpstr>回顾：处理器硬件</vt:lpstr>
      <vt:lpstr>回顾：处理器硬件</vt:lpstr>
      <vt:lpstr>回顾：处理器硬件</vt:lpstr>
      <vt:lpstr>回顾：处理器硬件</vt:lpstr>
      <vt:lpstr>回顾：处理器硬件</vt:lpstr>
      <vt:lpstr>MIPS单周期处理器架构</vt:lpstr>
      <vt:lpstr>本节课目录</vt:lpstr>
      <vt:lpstr>回顾：MIPS指令集架构</vt:lpstr>
      <vt:lpstr>回顾：MIPS指令集架构</vt:lpstr>
      <vt:lpstr>回顾：MIPS指令集架构</vt:lpstr>
      <vt:lpstr>回顾：MIPS指令集架构</vt:lpstr>
      <vt:lpstr>回顾:MIPS指令格式总结</vt:lpstr>
      <vt:lpstr>知识回顾</vt:lpstr>
      <vt:lpstr>回顾：MIPS指令集架构</vt:lpstr>
      <vt:lpstr>单周期处理器构成</vt:lpstr>
      <vt:lpstr>设计目标：MIPS指令子集</vt:lpstr>
      <vt:lpstr>根据指令集分析数据通路组成</vt:lpstr>
      <vt:lpstr>根据指令集分析数据通路组成</vt:lpstr>
      <vt:lpstr>本节课目录</vt:lpstr>
      <vt:lpstr>确定数据通路的组成模块</vt:lpstr>
      <vt:lpstr>组合逻辑部分</vt:lpstr>
      <vt:lpstr>32位ALU设计</vt:lpstr>
      <vt:lpstr>1位ALU电路</vt:lpstr>
      <vt:lpstr>1位ALU电路</vt:lpstr>
      <vt:lpstr>1位ALU电路</vt:lpstr>
      <vt:lpstr>PowerPoint 演示文稿</vt:lpstr>
      <vt:lpstr>答案解析</vt:lpstr>
      <vt:lpstr>N位加法器</vt:lpstr>
      <vt:lpstr>32-bit ALU：溢出检测</vt:lpstr>
      <vt:lpstr>32-bit ALU：溢出检测</vt:lpstr>
      <vt:lpstr>32-bit ALU: Beq</vt:lpstr>
      <vt:lpstr>32-bit ALU: slt</vt:lpstr>
      <vt:lpstr>32-bit ALU: slt</vt:lpstr>
      <vt:lpstr>32-bit ALU: slt</vt:lpstr>
      <vt:lpstr>32-bit ALU: slt</vt:lpstr>
      <vt:lpstr>32-bit ALU: slt</vt:lpstr>
      <vt:lpstr>ALU:考虑溢出的Slt计算电路</vt:lpstr>
      <vt:lpstr>ALU:考虑溢出的Slt计算电路</vt:lpstr>
      <vt:lpstr>32位RISC ALU设计</vt:lpstr>
      <vt:lpstr>确定数据通路的组成模块</vt:lpstr>
      <vt:lpstr>存储单元——寄存器</vt:lpstr>
      <vt:lpstr>存储单元——寄存器堆</vt:lpstr>
      <vt:lpstr>存储单元——存储器</vt:lpstr>
      <vt:lpstr>本节课目录</vt:lpstr>
      <vt:lpstr>取指令单元IF</vt:lpstr>
      <vt:lpstr>加减法等运算</vt:lpstr>
      <vt:lpstr>立即数操作</vt:lpstr>
      <vt:lpstr>立即数操作</vt:lpstr>
      <vt:lpstr>Load Word 操作</vt:lpstr>
      <vt:lpstr>Load Word 操作</vt:lpstr>
      <vt:lpstr>Store Word 操作</vt:lpstr>
      <vt:lpstr>Store Word 操作</vt:lpstr>
      <vt:lpstr>PowerPoint 演示文稿</vt:lpstr>
      <vt:lpstr>答案解析</vt:lpstr>
      <vt:lpstr>分支指令</vt:lpstr>
      <vt:lpstr>分支指令——取指和条件选择</vt:lpstr>
      <vt:lpstr>分支指令——取指和条件选择</vt:lpstr>
      <vt:lpstr>分支指令——完整datapath</vt:lpstr>
      <vt:lpstr>分支指令——完整datapath</vt:lpstr>
      <vt:lpstr>跳转指令</vt:lpstr>
      <vt:lpstr>跳转指令</vt:lpstr>
      <vt:lpstr>跳转指令</vt:lpstr>
      <vt:lpstr>本节课目录</vt:lpstr>
      <vt:lpstr>进一步精简的MIPS子集</vt:lpstr>
      <vt:lpstr>精简MIPS子集的数据通路设计</vt:lpstr>
      <vt:lpstr>控制信号分析</vt:lpstr>
      <vt:lpstr>控制信号分析</vt:lpstr>
      <vt:lpstr>控制信号和Datapath</vt:lpstr>
      <vt:lpstr>取指令过程</vt:lpstr>
      <vt:lpstr>PCSrc信号的控制逻辑</vt:lpstr>
      <vt:lpstr>对于Beq的指令地址更新过程</vt:lpstr>
      <vt:lpstr>对于Beq的指令地址更新过程</vt:lpstr>
      <vt:lpstr>ALUSrc信号的控制逻辑</vt:lpstr>
      <vt:lpstr>ExtOp: 立即数扩展方式控制</vt:lpstr>
      <vt:lpstr>RegWr: 寄存器写入控制</vt:lpstr>
      <vt:lpstr>RegDst: 写入寄存器选择</vt:lpstr>
      <vt:lpstr>MemWr: 存储器写入控制</vt:lpstr>
      <vt:lpstr>MemtoReg:寄存器数据写入端选择信号</vt:lpstr>
      <vt:lpstr>PowerPoint 演示文稿</vt:lpstr>
      <vt:lpstr>答案解析</vt:lpstr>
      <vt:lpstr>ALUConf: ALU运算选择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MIPS子集控制信号小结</vt:lpstr>
      <vt:lpstr>扩展实现：跳转指令</vt:lpstr>
      <vt:lpstr>MIPS子集控制信号小结</vt:lpstr>
      <vt:lpstr>本节课小结</vt:lpstr>
      <vt:lpstr>本节课小结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xing</dc:creator>
  <cp:keywords/>
  <dc:description/>
  <cp:lastModifiedBy>健丰 王</cp:lastModifiedBy>
  <cp:revision>1875</cp:revision>
  <dcterms:created xsi:type="dcterms:W3CDTF">2009-12-11T02:45:36Z</dcterms:created>
  <dcterms:modified xsi:type="dcterms:W3CDTF">2024-06-14T02:42:14Z</dcterms:modified>
  <cp:category/>
</cp:coreProperties>
</file>